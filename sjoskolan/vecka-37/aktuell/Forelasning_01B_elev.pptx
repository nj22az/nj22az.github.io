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8e6f6d5132433e" /><Relationship Type="http://schemas.openxmlformats.org/officeDocument/2006/relationships/extended-properties" Target="/docProps/app.xml" Id="R3d43066ca248422c" /><Relationship Type="http://schemas.openxmlformats.org/officeDocument/2006/relationships/officeDocument" Target="/ppt/presentation.xml" Id="R5ca509ef2b3b4b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246d9fa88c5c4b99"/>
  </p:sldMasterIdLst>
  <p:sldIdLst>
    <p:sldId id="256" r:id="Rcb2940bae5b24c60"/>
    <p:sldId id="257" r:id="R3496dafaf7074db0"/>
    <p:sldId id="258" r:id="R9dd3a7ba863f4eb1"/>
    <p:sldId id="259" r:id="R82dcf295cfae43ab"/>
    <p:sldId id="260" r:id="R3eec47e6dcda4208"/>
    <p:sldId id="261" r:id="Re85f9d4586624ff4"/>
    <p:sldId id="262" r:id="R8a5b5df43c0749e5"/>
    <p:sldId id="263" r:id="Rf03e2cf7e9cb4a67"/>
    <p:sldId id="264" r:id="R50603b1e6f394667"/>
    <p:sldId id="265" r:id="Rf19041f1615b4f59"/>
    <p:sldId id="266" r:id="R90d31c9891594ebd"/>
    <p:sldId id="267" r:id="R907fb3bcc4f24f9b"/>
    <p:sldId id="268" r:id="Rdaa705763c434387"/>
    <p:sldId id="270" r:id="Rdec8901987214d69"/>
    <p:sldId id="271" r:id="R3997c1cf19604fdd"/>
    <p:sldId id="272" r:id="R25a1b56dc82243f5"/>
    <p:sldId id="273" r:id="R120c948d23af4807"/>
    <p:sldId id="274" r:id="R868b3590f05341ab"/>
    <p:sldId id="275" r:id="Ra616accea2fb4525"/>
    <p:sldId id="276" r:id="R020e4e02f2bb41cc"/>
    <p:sldId id="278" r:id="R316ab2432d604c40"/>
    <p:sldId id="279" r:id="Rff9d82ab148d42f6"/>
    <p:sldId id="280" r:id="R35b386fc1ad24ef7"/>
    <p:sldId id="281" r:id="R323b03b9641b40aa"/>
    <p:sldId id="282" r:id="R4439230d79724c59"/>
    <p:sldId id="283" r:id="R87671e5848214223"/>
    <p:sldId id="284" r:id="R9128532b35474e3d"/>
    <p:sldId id="285" r:id="R7b22d1a084e14024"/>
    <p:sldId id="286" r:id="Rf6f61abaa5914a5b"/>
    <p:sldId id="287" r:id="R4c5ab474f350460e"/>
    <p:sldId id="288" r:id="R2d06b1f2d76341ac"/>
    <p:sldId id="289" r:id="R7c3af405f2524ee2"/>
    <p:sldId id="290" r:id="R18233f1ae95c4043"/>
    <p:sldId id="291" r:id="R674ad64926dc4b80"/>
    <p:sldId id="292" r:id="Rf59fa02534dc4d38"/>
    <p:sldId id="293" r:id="Ra659bb30ce86480c"/>
    <p:sldId id="294" r:id="Rbedbb82e306147a8"/>
    <p:sldId id="295" r:id="R32d098a4f29a4d65"/>
    <p:sldId id="296" r:id="Ra153d778d1e94488"/>
    <p:sldId id="297" r:id="R531ac8d01a824eb3"/>
    <p:sldId id="298" r:id="R23f58d660f9142c7"/>
    <p:sldId id="299" r:id="R12555c105ed44a6b"/>
    <p:sldId id="300" r:id="R85eb09b4bb8c42fc"/>
    <p:sldId id="301" r:id="Rbd4652583b934d47"/>
    <p:sldId id="302" r:id="R8de899e259334f8a"/>
    <p:sldId id="303" r:id="Rdd8d8d8b71f24ae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edde515b914140a7" /><ns0:Relationship Type="http://schemas.openxmlformats.org/officeDocument/2006/relationships/slideMaster" Target="/ppt/slideMasters/slideMaster1.xml" Id="R246d9fa88c5c4b99" /><ns0:Relationship Type="http://schemas.openxmlformats.org/officeDocument/2006/relationships/presProps" Target="/ppt/presProps.xml" Id="R76c2f8e8e1764675" /><ns0:Relationship Type="http://schemas.openxmlformats.org/officeDocument/2006/relationships/viewProps" Target="/ppt/viewProps.xml" Id="R9928170698424bec" /><ns0:Relationship Type="http://schemas.openxmlformats.org/officeDocument/2006/relationships/tableStyles" Target="/ppt/tableStyles.xml" Id="Rdc85a0b560f94179" /><ns0:Relationship Type="http://schemas.openxmlformats.org/officeDocument/2006/relationships/slide" Target="/ppt/slides/slide1.xml" Id="Rcb2940bae5b24c60" /><ns0:Relationship Type="http://schemas.openxmlformats.org/officeDocument/2006/relationships/slide" Target="/ppt/slides/slide2.xml" Id="R3496dafaf7074db0" /><ns0:Relationship Type="http://schemas.openxmlformats.org/officeDocument/2006/relationships/slide" Target="/ppt/slides/slide3.xml" Id="R9dd3a7ba863f4eb1" /><ns0:Relationship Type="http://schemas.openxmlformats.org/officeDocument/2006/relationships/slide" Target="/ppt/slides/slide4.xml" Id="R82dcf295cfae43ab" /><ns0:Relationship Type="http://schemas.openxmlformats.org/officeDocument/2006/relationships/slide" Target="/ppt/slides/slide5.xml" Id="R3eec47e6dcda4208" /><ns0:Relationship Type="http://schemas.openxmlformats.org/officeDocument/2006/relationships/slide" Target="/ppt/slides/slide6.xml" Id="Re85f9d4586624ff4" /><ns0:Relationship Type="http://schemas.openxmlformats.org/officeDocument/2006/relationships/slide" Target="/ppt/slides/slide7.xml" Id="R8a5b5df43c0749e5" /><ns0:Relationship Type="http://schemas.openxmlformats.org/officeDocument/2006/relationships/slide" Target="/ppt/slides/slide8.xml" Id="Rf03e2cf7e9cb4a67" /><ns0:Relationship Type="http://schemas.openxmlformats.org/officeDocument/2006/relationships/slide" Target="/ppt/slides/slide9.xml" Id="R50603b1e6f394667" /><ns0:Relationship Type="http://schemas.openxmlformats.org/officeDocument/2006/relationships/slide" Target="/ppt/slides/slide10.xml" Id="Rf19041f1615b4f59" /><ns0:Relationship Type="http://schemas.openxmlformats.org/officeDocument/2006/relationships/slide" Target="/ppt/slides/slide11.xml" Id="R90d31c9891594ebd" /><ns0:Relationship Type="http://schemas.openxmlformats.org/officeDocument/2006/relationships/slide" Target="/ppt/slides/slide12.xml" Id="R907fb3bcc4f24f9b" /><ns0:Relationship Type="http://schemas.openxmlformats.org/officeDocument/2006/relationships/slide" Target="/ppt/slides/slide13.xml" Id="Rdaa705763c434387" /><ns0:Relationship Type="http://schemas.openxmlformats.org/officeDocument/2006/relationships/slide" Target="/ppt/slides/slide15.xml" Id="Rdec8901987214d69" /><ns0:Relationship Type="http://schemas.openxmlformats.org/officeDocument/2006/relationships/slide" Target="/ppt/slides/slide16.xml" Id="R3997c1cf19604fdd" /><ns0:Relationship Type="http://schemas.openxmlformats.org/officeDocument/2006/relationships/slide" Target="/ppt/slides/slide17.xml" Id="R25a1b56dc82243f5" /><ns0:Relationship Type="http://schemas.openxmlformats.org/officeDocument/2006/relationships/slide" Target="/ppt/slides/slide18.xml" Id="R120c948d23af4807" /><ns0:Relationship Type="http://schemas.openxmlformats.org/officeDocument/2006/relationships/slide" Target="/ppt/slides/slide19.xml" Id="R868b3590f05341ab" /><ns0:Relationship Type="http://schemas.openxmlformats.org/officeDocument/2006/relationships/slide" Target="/ppt/slides/slide20.xml" Id="Ra616accea2fb4525" /><ns0:Relationship Type="http://schemas.openxmlformats.org/officeDocument/2006/relationships/slide" Target="/ppt/slides/slide21.xml" Id="R020e4e02f2bb41cc" /><ns0:Relationship Type="http://schemas.openxmlformats.org/officeDocument/2006/relationships/slide" Target="/ppt/slides/slide23.xml" Id="R316ab2432d604c40" /><ns0:Relationship Type="http://schemas.openxmlformats.org/officeDocument/2006/relationships/slide" Target="/ppt/slides/slide24.xml" Id="Rff9d82ab148d42f6" /><ns0:Relationship Type="http://schemas.openxmlformats.org/officeDocument/2006/relationships/slide" Target="/ppt/slides/slide25.xml" Id="R35b386fc1ad24ef7" /><ns0:Relationship Type="http://schemas.openxmlformats.org/officeDocument/2006/relationships/slide" Target="/ppt/slides/slide26.xml" Id="R323b03b9641b40aa" /><ns0:Relationship Type="http://schemas.openxmlformats.org/officeDocument/2006/relationships/slide" Target="/ppt/slides/slide27.xml" Id="R4439230d79724c59" /><ns0:Relationship Type="http://schemas.openxmlformats.org/officeDocument/2006/relationships/slide" Target="/ppt/slides/slide28.xml" Id="R87671e5848214223" /><ns0:Relationship Type="http://schemas.openxmlformats.org/officeDocument/2006/relationships/slide" Target="/ppt/slides/slide29.xml" Id="R9128532b35474e3d" /><ns0:Relationship Type="http://schemas.openxmlformats.org/officeDocument/2006/relationships/slide" Target="/ppt/slides/slide30.xml" Id="R7b22d1a084e14024" /><ns0:Relationship Type="http://schemas.openxmlformats.org/officeDocument/2006/relationships/slide" Target="/ppt/slides/slide31.xml" Id="Rf6f61abaa5914a5b" /><ns0:Relationship Type="http://schemas.openxmlformats.org/officeDocument/2006/relationships/slide" Target="/ppt/slides/slide32.xml" Id="R4c5ab474f350460e" /><ns0:Relationship Type="http://schemas.openxmlformats.org/officeDocument/2006/relationships/slide" Target="/ppt/slides/slide33.xml" Id="R2d06b1f2d76341ac" /><ns0:Relationship Type="http://schemas.openxmlformats.org/officeDocument/2006/relationships/slide" Target="/ppt/slides/slide34.xml" Id="R7c3af405f2524ee2" /><ns0:Relationship Type="http://schemas.openxmlformats.org/officeDocument/2006/relationships/slide" Target="/ppt/slides/slide35.xml" Id="R18233f1ae95c4043" /><ns0:Relationship Type="http://schemas.openxmlformats.org/officeDocument/2006/relationships/slide" Target="/ppt/slides/slide36.xml" Id="R674ad64926dc4b80" /><ns0:Relationship Type="http://schemas.openxmlformats.org/officeDocument/2006/relationships/slide" Target="/ppt/slides/slide37.xml" Id="Rf59fa02534dc4d38" /><ns0:Relationship Type="http://schemas.openxmlformats.org/officeDocument/2006/relationships/slide" Target="/ppt/slides/slide38.xml" Id="Ra659bb30ce86480c" /><ns0:Relationship Type="http://schemas.openxmlformats.org/officeDocument/2006/relationships/slide" Target="/ppt/slides/slide39.xml" Id="Rbedbb82e306147a8" /><ns0:Relationship Type="http://schemas.openxmlformats.org/officeDocument/2006/relationships/slide" Target="/ppt/slides/slide40.xml" Id="R32d098a4f29a4d65" /><ns0:Relationship Type="http://schemas.openxmlformats.org/officeDocument/2006/relationships/slide" Target="/ppt/slides/slide41.xml" Id="Ra153d778d1e94488" /><ns0:Relationship Type="http://schemas.openxmlformats.org/officeDocument/2006/relationships/slide" Target="/ppt/slides/slide42.xml" Id="R531ac8d01a824eb3" /><ns0:Relationship Type="http://schemas.openxmlformats.org/officeDocument/2006/relationships/slide" Target="/ppt/slides/slide43.xml" Id="R23f58d660f9142c7" /><ns0:Relationship Type="http://schemas.openxmlformats.org/officeDocument/2006/relationships/slide" Target="/ppt/slides/slide44.xml" Id="R12555c105ed44a6b" /><ns0:Relationship Type="http://schemas.openxmlformats.org/officeDocument/2006/relationships/slide" Target="/ppt/slides/slide45.xml" Id="R85eb09b4bb8c42fc" /><ns0:Relationship Type="http://schemas.openxmlformats.org/officeDocument/2006/relationships/slide" Target="/ppt/slides/slide46.xml" Id="Rbd4652583b934d47" /><ns0:Relationship Type="http://schemas.openxmlformats.org/officeDocument/2006/relationships/slide" Target="/ppt/slides/slide47.xml" Id="R8de899e259334f8a" /><ns0:Relationship Type="http://schemas.openxmlformats.org/officeDocument/2006/relationships/slide" Target="/ppt/slides/slide48.xml" Id="Rdd8d8d8b71f24ae2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b9f1e736040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07e3879bb4b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97e02b4e54a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0f794146740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c6e8c4b384f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e30fd1e13460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499d0e3ae4fe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4e0cef93840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f4c08613940f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c9e2b59f749e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16d956c49423d" 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0A1BCD-B13A-47AA-A3B5-0F364B966F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A04F2E8-51E4-42A5-978A-54A965E091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92893D-3C41-4128-95F3-2579DBD0D8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03997C-838B-4720-AA57-3BFDC3BD2F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D11027-AA4F-4FCF-A1F3-C4068DD33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997A28-883F-41F0-B198-7B87DC5109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20E10F-C4D8-4DA3-8F65-B1BD1AF6D4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2CAA0A-AA9E-4A72-94CD-12F0CF463D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D2921A-FA82-49F3-ACBF-FE00B56531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26C7B8-5D90-4486-90F1-2E8710A6C6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273DB9-7487-404D-8137-3A9CE885F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B3C654-E6E1-4938-BD9D-D8331EFDBD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C139AA-CB98-4D4B-A0CB-8599A6B68A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1789D9-8BFD-45E0-9EFC-D87A0639F2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9EB8AE-B4AD-45B1-BC1C-4E8F9203C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DCA024-E71C-4F54-9947-0ADB7676D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492BF7-D142-4104-8371-4E50E1DC43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BC10ABE-B2BD-4097-BD40-F31D4D6081E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5C0FBBB-7CD3-4E03-B44D-73985D135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D8867C6-4E44-4A4E-97CC-59FFF7855C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AC7763E-B93B-4219-8E4D-9726A89ECC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0C47B8-93F0-4BB1-9967-0E45D26A42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47CF3E-EF05-4C2C-A0AD-0000603B54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B54FA65-37C7-4CED-8EDA-2B6FA9353E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494B6C6-CE1E-4207-B5FB-A230B430BBC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770C609-A045-42B7-B8BA-5F9ABA677F1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31103B1-0EDF-4BAB-9339-8DA656649A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1C65A51-283A-46E1-90A4-2318CC5B1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5767610-3131-42BB-97E8-49A9CB3BCA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FD6867-741F-4610-BC26-7075A8D59F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D1B7818-BFE4-4942-B68C-F5E724FDA7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5A8A3C7-CCCF-438A-88A0-52FD07BC7F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D172DA4-8C18-4A68-8CA4-447221BBC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F7C851D-58B6-4E98-89F2-A6EB61D4B6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4566AB-FE8A-4915-9D45-57CFC6C000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59AE9D9-2F3B-4EE6-B7C3-F12B5665FB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BAEC22-4B6D-46C3-A9A8-A1E0694DE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DC774D-94FD-40A5-BCA5-4257F328D80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5FF6BA6-1A49-4278-96CC-24C63579CA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96332C6-766B-42B5-9606-54DD338E60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42A9AB2-5D86-4261-975B-7976CBB54B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55D843B-CD91-4F9A-86D3-C1CA7385B6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6884C3-F302-41DB-9C29-ADE274A03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90A9F40-6324-4776-9CDB-2E992BBCD31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B22E4A6-8556-4189-98EE-7979CE6CF3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9010AA-E400-4057-8A83-6EE0CC544D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622751C-BACB-45FB-AFB8-DF86A008AC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DBFB780-D332-48C9-AABC-5552752B6D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BD224A-EBA5-4DFC-809C-7BF387E55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4CD77B-E6D6-43E3-88F0-EFE346866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7613C8-9968-44E3-BA32-E4A878A97D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83754B-5901-43F9-9EF0-2D29E141FE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46585C-2C5C-4622-92DB-F60A2455C7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30B2104-7CEE-4545-9603-799FFF6AF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1BDB9B-B570-4DF6-8DF3-A1A4864D87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65E5EC-C6BE-4766-8997-3D5122C198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3DE5CA-B015-4784-AEA6-A52A7AA9F5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7412C7-D249-432B-8A31-DBDF56A84B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72c36e43b84b7f" /><Relationship Type="http://schemas.openxmlformats.org/officeDocument/2006/relationships/slideLayout" Target="/ppt/slideLayouts/slideLayout1.xml" Id="Rac0fb350d9fd4ff5" /><Relationship Type="http://schemas.openxmlformats.org/officeDocument/2006/relationships/slideLayout" Target="/ppt/slideLayouts/slideLayout2.xml" Id="R3504ebf62d08434c" /><Relationship Type="http://schemas.openxmlformats.org/officeDocument/2006/relationships/slideLayout" Target="/ppt/slideLayouts/slideLayout3.xml" Id="R5e2ec407820d4e09" /><Relationship Type="http://schemas.openxmlformats.org/officeDocument/2006/relationships/slideLayout" Target="/ppt/slideLayouts/slideLayout4.xml" Id="R60729683f6974aa6" /><Relationship Type="http://schemas.openxmlformats.org/officeDocument/2006/relationships/slideLayout" Target="/ppt/slideLayouts/slideLayout5.xml" Id="R60871acd8b204dce" /><Relationship Type="http://schemas.openxmlformats.org/officeDocument/2006/relationships/slideLayout" Target="/ppt/slideLayouts/slideLayout6.xml" Id="R1e66a1ad1272436b" /><Relationship Type="http://schemas.openxmlformats.org/officeDocument/2006/relationships/slideLayout" Target="/ppt/slideLayouts/slideLayout7.xml" Id="Rf55f64ff0007419c" /><Relationship Type="http://schemas.openxmlformats.org/officeDocument/2006/relationships/slideLayout" Target="/ppt/slideLayouts/slideLayout8.xml" Id="Rd7414b64db2243c1" /><Relationship Type="http://schemas.openxmlformats.org/officeDocument/2006/relationships/slideLayout" Target="/ppt/slideLayouts/slideLayout9.xml" Id="R86ba55976b9e41d2" /><Relationship Type="http://schemas.openxmlformats.org/officeDocument/2006/relationships/slideLayout" Target="/ppt/slideLayouts/slideLayout10.xml" Id="R4b5d922017864bc3" /><Relationship Type="http://schemas.openxmlformats.org/officeDocument/2006/relationships/slideLayout" Target="/ppt/slideLayouts/slideLayout11.xml" Id="R460ed16e1b134b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DA6A2FE-60B9-4519-9D01-143494F3B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6AD555-2325-4CD5-9444-A72CF0EEBC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F668B0-7A62-4D4C-A8F1-72F2990DB59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9465A9-2940-487A-B4A1-867CC6E19EE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27710C-EE41-4882-B1E4-41D498D203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0fb350d9fd4ff5"/>
    <p:sldLayoutId xmlns:r="http://schemas.openxmlformats.org/officeDocument/2006/relationships" id="2147483650" r:id="R3504ebf62d08434c"/>
    <p:sldLayoutId xmlns:r="http://schemas.openxmlformats.org/officeDocument/2006/relationships" id="2147483651" r:id="R5e2ec407820d4e09"/>
    <p:sldLayoutId xmlns:r="http://schemas.openxmlformats.org/officeDocument/2006/relationships" id="2147483652" r:id="R60729683f6974aa6"/>
    <p:sldLayoutId xmlns:r="http://schemas.openxmlformats.org/officeDocument/2006/relationships" id="2147483653" r:id="R60871acd8b204dce"/>
    <p:sldLayoutId xmlns:r="http://schemas.openxmlformats.org/officeDocument/2006/relationships" id="2147483654" r:id="R1e66a1ad1272436b"/>
    <p:sldLayoutId xmlns:r="http://schemas.openxmlformats.org/officeDocument/2006/relationships" id="2147483655" r:id="Rf55f64ff0007419c"/>
    <p:sldLayoutId xmlns:r="http://schemas.openxmlformats.org/officeDocument/2006/relationships" id="2147483656" r:id="Rd7414b64db2243c1"/>
    <p:sldLayoutId xmlns:r="http://schemas.openxmlformats.org/officeDocument/2006/relationships" id="2147483657" r:id="R86ba55976b9e41d2"/>
    <p:sldLayoutId xmlns:r="http://schemas.openxmlformats.org/officeDocument/2006/relationships" id="2147483658" r:id="R4b5d922017864bc3"/>
    <p:sldLayoutId xmlns:r="http://schemas.openxmlformats.org/officeDocument/2006/relationships" id="2147483659" r:id="R460ed16e1b134bb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8e7914910274fed" /><ns0:Relationship Type="http://schemas.openxmlformats.org/officeDocument/2006/relationships/image" Target="/ppt/media/image.jpeg" Id="Raf1e08ae0cef4705" /><ns0:Relationship Type="http://schemas.openxmlformats.org/officeDocument/2006/relationships/image" Target="/ppt/media/image.png" Id="Rc3154e91e21c42f4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7e118efc5a64963" /><ns0:Relationship Type="http://schemas.openxmlformats.org/officeDocument/2006/relationships/image" Target="/ppt/media/image.jpeg" Id="R5851fc73adfd4715" /><ns0:Relationship Type="http://schemas.openxmlformats.org/officeDocument/2006/relationships/image" Target="/ppt/media/image2.jpeg" Id="R94bf5a710fd349a4" /><ns0:Relationship Type="http://schemas.openxmlformats.org/officeDocument/2006/relationships/image" Target="/ppt/media/image3.jpeg" Id="Rb488180da5684b73" /><ns0:Relationship Type="http://schemas.openxmlformats.org/officeDocument/2006/relationships/image" Target="/ppt/media/image4.jpeg" Id="R6278d37de6254f3f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652d73dd90f468d" /><ns0:Relationship Type="http://schemas.openxmlformats.org/officeDocument/2006/relationships/image" Target="/ppt/media/image.jpeg" Id="R1b9a402225764bb6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86d65f888e84c32" /><ns0:Relationship Type="http://schemas.openxmlformats.org/officeDocument/2006/relationships/image" Target="/ppt/media/image.jpeg" Id="R8215a109cde44e5a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2754436297f48dd" /><ns0:Relationship Type="http://schemas.openxmlformats.org/officeDocument/2006/relationships/image" Target="/ppt/media/image.jpeg" Id="R44146c52e9c9401d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ed2195e99e1485d" /><ns0:Relationship Type="http://schemas.openxmlformats.org/officeDocument/2006/relationships/image" Target="/ppt/media/image.jpeg" Id="Rf996ff739ca44af5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c864d8c4c18485e" /><ns0:Relationship Type="http://schemas.openxmlformats.org/officeDocument/2006/relationships/image" Target="/ppt/media/image.jpeg" Id="Rcdb43ccdf5c5459b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5f9a4cf38074ecd" /><ns0:Relationship Type="http://schemas.openxmlformats.org/officeDocument/2006/relationships/image" Target="/ppt/media/image.jpeg" Id="R41a3491109e34d9f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0053b79b68e4dea" /><ns0:Relationship Type="http://schemas.openxmlformats.org/officeDocument/2006/relationships/image" Target="/ppt/media/image.jpeg" Id="R2ce1e7752b854867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92950927db14fab" /><ns0:Relationship Type="http://schemas.openxmlformats.org/officeDocument/2006/relationships/image" Target="/ppt/media/image.jpeg" Id="Re2eaa89602d04981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928bb6c650241ce" /><ns0:Relationship Type="http://schemas.openxmlformats.org/officeDocument/2006/relationships/image" Target="/ppt/media/image.jpeg" Id="R550514d1272e4e58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f38eb3972b5484f" /><ns0:Relationship Type="http://schemas.openxmlformats.org/officeDocument/2006/relationships/image" Target="/ppt/media/image.jpeg" Id="R06105d3f36ef44e7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6dc0425b94f46b6" /><ns0:Relationship Type="http://schemas.openxmlformats.org/officeDocument/2006/relationships/image" Target="/ppt/media/image.jpeg" Id="Ra89293334d3240cb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e25fea88a184f07" /><ns0:Relationship Type="http://schemas.openxmlformats.org/officeDocument/2006/relationships/image" Target="/ppt/media/image.jpeg" Id="R8dcf9d7f289349a5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9ee41cdae9d42b9" /><ns0:Relationship Type="http://schemas.openxmlformats.org/officeDocument/2006/relationships/image" Target="/ppt/media/image.jpeg" Id="Rb28c04ec8afe42e3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e2c2b7b51ea4c2b" /><ns0:Relationship Type="http://schemas.openxmlformats.org/officeDocument/2006/relationships/image" Target="/ppt/media/image.jpeg" Id="R53d697e4851a4dab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96d2cc31aff4a86" /><ns0:Relationship Type="http://schemas.openxmlformats.org/officeDocument/2006/relationships/image" Target="/ppt/media/image.jpeg" Id="Rb9ef740b72a74b14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3fe5a09ac884c32" /><ns0:Relationship Type="http://schemas.openxmlformats.org/officeDocument/2006/relationships/image" Target="/ppt/media/image.jpeg" Id="Rd8267f5a78404e49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9fdb515036a4840" /><ns0:Relationship Type="http://schemas.openxmlformats.org/officeDocument/2006/relationships/image" Target="/ppt/media/image.jpeg" Id="Rf0a6f0b82aa54da7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08b393b813043a7" /><ns0:Relationship Type="http://schemas.openxmlformats.org/officeDocument/2006/relationships/image" Target="/ppt/media/image.jpeg" Id="R01652788544b49c7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e5c0487b5704962" /><ns0:Relationship Type="http://schemas.openxmlformats.org/officeDocument/2006/relationships/image" Target="/ppt/media/image.jpeg" Id="R296f5509a90d479c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a5115d6d482443e" /><ns0:Relationship Type="http://schemas.openxmlformats.org/officeDocument/2006/relationships/image" Target="/ppt/media/image.jpeg" Id="R388e9725505745a8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58fa7b5634b4ac0" /><ns0:Relationship Type="http://schemas.openxmlformats.org/officeDocument/2006/relationships/image" Target="/ppt/media/image.jpeg" Id="Reca2c3beca3d46a4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e5c8c13eb104fd2" /><ns0:Relationship Type="http://schemas.openxmlformats.org/officeDocument/2006/relationships/image" Target="/ppt/media/image.jpeg" Id="Reb6fb836060e440d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d98f82b4d7c4910" /><ns0:Relationship Type="http://schemas.openxmlformats.org/officeDocument/2006/relationships/image" Target="/ppt/media/image.jpeg" Id="R77d63daa08984264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5f0c4624cc84d6b" /><ns0:Relationship Type="http://schemas.openxmlformats.org/officeDocument/2006/relationships/image" Target="/ppt/media/image.jpeg" Id="R5095ce4f30e1404e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29ad404bba046c8" /><ns0:Relationship Type="http://schemas.openxmlformats.org/officeDocument/2006/relationships/image" Target="/ppt/media/image.jpeg" Id="Rdd60e607d71f414d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4703c9db4c14eb9" /><ns0:Relationship Type="http://schemas.openxmlformats.org/officeDocument/2006/relationships/image" Target="/ppt/media/image.jpeg" Id="Rd0f4987a442b4165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ce0738f83ac459e" /><ns0:Relationship Type="http://schemas.openxmlformats.org/officeDocument/2006/relationships/image" Target="/ppt/media/image.jpeg" Id="R741dd0cffbf94a0b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9f03e178d39450b" /><ns0:Relationship Type="http://schemas.openxmlformats.org/officeDocument/2006/relationships/image" Target="/ppt/media/image.jpeg" Id="Rfa3e5d40c76447a2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75aaa0d822742ff" /><ns0:Relationship Type="http://schemas.openxmlformats.org/officeDocument/2006/relationships/image" Target="/ppt/media/image.jpeg" Id="Rb34278a6e9404995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eb0c82f07c54476" /><ns0:Relationship Type="http://schemas.openxmlformats.org/officeDocument/2006/relationships/image" Target="/ppt/media/image.jpeg" Id="Rd89a0748ed5740a0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53b8dbd95574ea9" /><ns0:Relationship Type="http://schemas.openxmlformats.org/officeDocument/2006/relationships/image" Target="/ppt/media/image.jpeg" Id="Rc0cbac0901974d70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87a297d16664ae6" /><ns0:Relationship Type="http://schemas.openxmlformats.org/officeDocument/2006/relationships/image" Target="/ppt/media/image.jpeg" Id="Rcf28d9ee2e52422c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1274d78fe1f4e0a" /><ns0:Relationship Type="http://schemas.openxmlformats.org/officeDocument/2006/relationships/image" Target="/ppt/media/image.jpeg" Id="R6f0625a27b6942ea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4f0664cc6f247b8" /><ns0:Relationship Type="http://schemas.openxmlformats.org/officeDocument/2006/relationships/image" Target="/ppt/media/image.jpeg" Id="R95afa316d9174475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05a667acaa74542" /><ns0:Relationship Type="http://schemas.openxmlformats.org/officeDocument/2006/relationships/image" Target="/ppt/media/image.jpeg" Id="R0468277c8297434b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3b090ce6acb4dd4" /><ns0:Relationship Type="http://schemas.openxmlformats.org/officeDocument/2006/relationships/image" Target="/ppt/media/image.jpeg" Id="R5109a944bd834b5f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c2ed4bee5544719" /><ns0:Relationship Type="http://schemas.openxmlformats.org/officeDocument/2006/relationships/image" Target="/ppt/media/image.jpeg" Id="Ra6e9c0deb4b1471d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19b1b1a94704d3c" /><ns0:Relationship Type="http://schemas.openxmlformats.org/officeDocument/2006/relationships/image" Target="/ppt/media/image.jpeg" Id="Ra622261f65ae4e0e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67a59c590bc4f79" /><ns0:Relationship Type="http://schemas.openxmlformats.org/officeDocument/2006/relationships/image" Target="/ppt/media/image.jpeg" Id="R287d2a78b0014345" /></ns0:Relationships>
</file>

<file path=ppt/slides/_rels/slide4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f5df4108c8441a3" /><ns0:Relationship Type="http://schemas.openxmlformats.org/officeDocument/2006/relationships/image" Target="/ppt/media/image.jpeg" Id="R26ce9e30ec0442a0" /></ns0:Relationships>
</file>

<file path=ppt/slides/_rels/slide4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532d5b4cf5e43ef" /><ns0:Relationship Type="http://schemas.openxmlformats.org/officeDocument/2006/relationships/image" Target="/ppt/media/image.jpeg" Id="Raadca688c14e436b" /></ns0:Relationships>
</file>

<file path=ppt/slides/_rels/slide4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0bdbba0be8b4c43" /><ns0:Relationship Type="http://schemas.openxmlformats.org/officeDocument/2006/relationships/image" Target="/ppt/media/image.jpeg" Id="R1a3bff6f7ebb47f0" /></ns0:Relationships>
</file>

<file path=ppt/slides/_rels/slide4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eb3199a6fc14f9e" /><ns0:Relationship Type="http://schemas.openxmlformats.org/officeDocument/2006/relationships/image" Target="/ppt/media/image.jpeg" Id="Raac9422f8c374ae9" /></ns0:Relationships>
</file>

<file path=ppt/slides/_rels/slide4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a5a7476dc8140fd" /><ns0:Relationship Type="http://schemas.openxmlformats.org/officeDocument/2006/relationships/image" Target="/ppt/media/image.jpeg" Id="Rb749ea8ec85a4cda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e08ae0cef4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1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54e91e21c42f4"/>
          <a:srcRect xmlns:a="http://schemas.openxmlformats.org/drawingml/2006/main" l="7976" t="0" r="7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74544BD4-6AE6-4192-694C-0230831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7286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Elsäkerhet och</a:t>
            </a:r>
          </a:p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riskbedömning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4D6CF-87EA-4ED5-8523-F8F21945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448425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 timmar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1fc73adfd4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Återblick på lampkretsen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497DC-8D69-4559-9753-A342C7D7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 / 48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f5a710fd349a4"/>
          <a:stretch xmlns:a="http://schemas.openxmlformats.org/drawingml/2006/main"/>
        </p:blipFill>
        <p:spPr>
          <a:xfrm xmlns:a="http://schemas.openxmlformats.org/drawingml/2006/main">
            <a:off x="1020576" y="1438275"/>
            <a:ext cx="1768849" cy="1666875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8DF431-CB9E-4EBA-ACF2-F8FC4A9E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  Batteri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956151-E578-4E45-8F99-E7E932D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Ger elektrisk energi.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8180da5684b73"/>
          <a:stretch xmlns:a="http://schemas.openxmlformats.org/drawingml/2006/main"/>
        </p:blipFill>
        <p:spPr>
          <a:xfrm xmlns:a="http://schemas.openxmlformats.org/drawingml/2006/main">
            <a:off x="3746500" y="1438275"/>
            <a:ext cx="2222500" cy="166687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DEDFC2-2405-4D2A-8A00-467A7D2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19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2  Strömbrytare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01B708-AB1A-43B4-9D07-12B3A244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19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Öppnar eller sluter kretsen.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8d37de6254f3f"/>
          <a:stretch xmlns:a="http://schemas.openxmlformats.org/drawingml/2006/main"/>
        </p:blipFill>
        <p:spPr>
          <a:xfrm xmlns:a="http://schemas.openxmlformats.org/drawingml/2006/main">
            <a:off x="6699250" y="1438275"/>
            <a:ext cx="2222500" cy="16668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D8A1EC-1D43-4975-B638-49916BEF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19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3  Glödlampa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9ABE49-0762-4A43-A03A-C48E5AD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19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Omvandlar el till ljus och värme.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00C83E-73E3-4533-8FD0-22E7CDD7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Delarna i schemat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41CFFD-1C3A-4CBB-BEDB-5D4BA27B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2286000" cy="953"/>
          </a:xfrm>
          <a:custGeom xmlns:a="http://schemas.openxmlformats.org/drawingml/2006/main">
            <a:pathLst>
              <a:path w="2286000" h="953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A3F850-53BB-4A73-A8F3-B2193AB9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43A55A-ABD4-4F0D-86D8-223B2FEC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95A8F3-5E0C-43DB-B351-10697D61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666750" cy="247650"/>
          </a:xfrm>
          <a:custGeom xmlns:a="http://schemas.openxmlformats.org/drawingml/2006/main">
            <a:pathLst>
              <a:path w="666750" h="247650">
                <a:moveTo>
                  <a:pt x="0" y="24765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47C684-B8AF-4D22-B4C7-3E2B3B4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86300"/>
            <a:ext cx="2381250" cy="953"/>
          </a:xfrm>
          <a:custGeom xmlns:a="http://schemas.openxmlformats.org/drawingml/2006/main">
            <a:pathLst>
              <a:path w="2381250" h="953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531E52-1D12-4598-8BE9-6ECE70C2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86300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6DEA9B-6975-489C-9C82-E8C0C60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1965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6315CB-2EB3-4A9D-9CF4-F59DC0F4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8632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0" y="0"/>
                </a:moveTo>
                <a:lnTo>
                  <a:pt x="32385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83D6F2-9C7A-4A67-B077-182EC703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8632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0" y="32385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781D1D-8287-42BA-BD1E-860D1503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76850"/>
            <a:ext cx="953" cy="266700"/>
          </a:xfrm>
          <a:custGeom xmlns:a="http://schemas.openxmlformats.org/drawingml/2006/main">
            <a:pathLst>
              <a:path w="953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103466-427E-4C6C-9597-B793CEFA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5619750" cy="953"/>
          </a:xfrm>
          <a:custGeom xmlns:a="http://schemas.openxmlformats.org/drawingml/2006/main">
            <a:pathLst>
              <a:path w="5619750" h="953">
                <a:moveTo>
                  <a:pt x="5619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E0DEE4-8F22-41A2-ACF0-8AEC4C32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953" cy="180975"/>
          </a:xfrm>
          <a:custGeom xmlns:a="http://schemas.openxmlformats.org/drawingml/2006/main">
            <a:pathLst>
              <a:path w="953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39AA5B-3B6C-4352-987B-214A05D8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67275"/>
            <a:ext cx="457200" cy="953"/>
          </a:xfrm>
          <a:custGeom xmlns:a="http://schemas.openxmlformats.org/drawingml/2006/main">
            <a:pathLst>
              <a:path w="457200" h="953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A3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5CAC3B-2432-4FB8-A2D3-1E2856A2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010150"/>
            <a:ext cx="209550" cy="953"/>
          </a:xfrm>
          <a:custGeom xmlns:a="http://schemas.openxmlformats.org/drawingml/2006/main">
            <a:pathLst>
              <a:path w="209550" h="953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A3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506AC7-3556-42DD-A12B-B707621B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53025"/>
            <a:ext cx="457200" cy="953"/>
          </a:xfrm>
          <a:custGeom xmlns:a="http://schemas.openxmlformats.org/drawingml/2006/main">
            <a:pathLst>
              <a:path w="457200" h="953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A3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6452DD-C3F3-4B85-8E13-0ECE986C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295900"/>
            <a:ext cx="209550" cy="953"/>
          </a:xfrm>
          <a:custGeom xmlns:a="http://schemas.openxmlformats.org/drawingml/2006/main">
            <a:pathLst>
              <a:path w="209550" h="953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A3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849140-B495-41E0-9540-33DC09A8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953" cy="247650"/>
          </a:xfrm>
          <a:custGeom xmlns:a="http://schemas.openxmlformats.org/drawingml/2006/main"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90E1DD-F35C-4E40-AC2F-CE9C16BC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434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C09731-8DC0-43E6-8D20-D1D6F9B9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863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0F3125-3516-4616-ABC9-F6CEF12A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DB18F5-FF98-419E-883B-A0C9C8C4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67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B3E4351-4E41-4A40-A5FB-656B0E6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053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DFE29E-064E-4E06-AAE0-710187BE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Linjerna visar ledningar. Avbrottet vid 2 visar en öppen brytare.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a402225764b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Dagens mål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C689E-440B-428F-BFBE-C8962F92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kan skada någon?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åtgärd behövs först?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Hur visar du att åtgärden fungerar?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C0EE1-E9C0-4381-AAEF-802E89D3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5a109cde44e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Arbetslampan vid gångvägen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2F243-7A5E-40AB-95F2-09508AD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bärbar arbetslampa är ansluten till 230 V AC.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Sladdens ytterhölje är sprucket. Lampan lyser.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Däcket är fuktigt och personer passerar.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62CD4-E583-4DF5-9EF7-27AEE53E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66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vet vi säkert?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D66F0-4F43-406E-ACB2-AFB9935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4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46c52e9c940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Observation och möjlig förklaring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3A99F-CB19-4BFC-9079-298C5A6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Observation: sladdens ytterhölje är sprucket.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Möjlig förklaring: sladden kan ha klämts.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Okänt: om ledarisolationen också är skadad.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77F71-73B6-487D-A830-23E19588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5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6ff739ca44a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E1: Vad är belagt?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F06DC-E667-46A1-BC0C-C0454964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Sortera fyra påståenden i arbetsbladet.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Markera observation, hypotes eller okänd uppgift.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Motivera ett av dina 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0D940-1161-4ECD-A62D-D868D9AB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66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Använd bara uppgifterna i fall 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0C7CC-E846-49EA-BC89-02F4BD12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6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43ccdf5c545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Sladdens olika lager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6262C-E68A-4219-A12D-4C94BF68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2905125" cy="2905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7EA"/>
          </a:solidFill>
          <a:ln xmlns:a="http://schemas.openxmlformats.org/drawingml/2006/main" w="20955">
            <a:solidFill>
              <a:srgbClr val="45596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3492F-8B56-4FA3-8D97-B71B3B01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717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6F6"/>
          </a:solidFill>
          <a:ln xmlns:a="http://schemas.openxmlformats.org/drawingml/2006/main" w="20955">
            <a:solidFill>
              <a:srgbClr val="07539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29650-39DB-4963-BEE6-9C6FC54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0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6F32"/>
          </a:solidFill>
          <a:ln xmlns:a="http://schemas.openxmlformats.org/drawingml/2006/main" w="20955">
            <a:solidFill>
              <a:srgbClr val="AA6F3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BEB19-0D57-400D-8569-A08AEE8F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6F6"/>
          </a:solidFill>
          <a:ln xmlns:a="http://schemas.openxmlformats.org/drawingml/2006/main" w="20955">
            <a:solidFill>
              <a:srgbClr val="07539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B67C9-6505-4465-8F76-644FD583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6F32"/>
          </a:solidFill>
          <a:ln xmlns:a="http://schemas.openxmlformats.org/drawingml/2006/main" w="20955">
            <a:solidFill>
              <a:srgbClr val="AA6F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022E5-3BB3-42D6-BFA1-B65605DD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028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6F6"/>
          </a:solidFill>
          <a:ln xmlns:a="http://schemas.openxmlformats.org/drawingml/2006/main" w="20955">
            <a:solidFill>
              <a:srgbClr val="07539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E9131-9B64-4E8F-8671-788D9A7D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6F32"/>
          </a:solidFill>
          <a:ln xmlns:a="http://schemas.openxmlformats.org/drawingml/2006/main" w="20955">
            <a:solidFill>
              <a:srgbClr val="AA6F3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D54DE-350F-4197-A86C-BC75EACC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333500" cy="190500"/>
          </a:xfrm>
          <a:custGeom xmlns:a="http://schemas.openxmlformats.org/drawingml/2006/main">
            <a:pathLst>
              <a:path w="1333500" h="190500">
                <a:moveTo>
                  <a:pt x="0" y="0"/>
                </a:moveTo>
                <a:lnTo>
                  <a:pt x="13335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8ECCE-EFF9-49A0-B648-619DE24A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764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Ytterhölje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BDB34-F6A4-44F5-B0AC-13563678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24125"/>
            <a:ext cx="2209800" cy="647700"/>
          </a:xfrm>
          <a:custGeom xmlns:a="http://schemas.openxmlformats.org/drawingml/2006/main">
            <a:pathLst>
              <a:path w="2209800" h="647700">
                <a:moveTo>
                  <a:pt x="0" y="0"/>
                </a:moveTo>
                <a:lnTo>
                  <a:pt x="220980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AC952-1EEB-41CF-A84C-76D6B29B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337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Ledarisolation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E6CDB-F578-45AC-8BB7-8017C047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81375"/>
            <a:ext cx="1905000" cy="666750"/>
          </a:xfrm>
          <a:custGeom xmlns:a="http://schemas.openxmlformats.org/drawingml/2006/main">
            <a:pathLst>
              <a:path w="1905000" h="666750">
                <a:moveTo>
                  <a:pt x="0" y="0"/>
                </a:moveTo>
                <a:lnTo>
                  <a:pt x="190500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23342-22E4-45A8-969E-FEE2CA8E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100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Metallisk ledare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6BD99-FC75-4991-9D3D-E51D1A83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Principskiss. Färger och antal ledare anger ingen skyddsklass.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69E9F-548E-4C43-8D87-43894C38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7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3491109e34d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Fara, exponering och skada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62F49-988A-48B9-B3C0-C534920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Möjlig fara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DAE52-0C0F-4E7A-AEE7-118534AB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89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Åtkomlig del</a:t>
            </a:r>
          </a:p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med spänning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99849-52C8-4378-804C-E5BCBC73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43275"/>
            <a:ext cx="285750" cy="953"/>
          </a:xfrm>
          <a:custGeom xmlns:a="http://schemas.openxmlformats.org/drawingml/2006/main"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DE2BF-B9D4-4FD0-8806-C1DF68E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670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0"/>
                </a:moveTo>
                <a:lnTo>
                  <a:pt x="114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EC5E6-7870-4058-9F51-BBA7F860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432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762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7A4E9-DE91-4EB0-A97F-22D52AF6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Exponering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CB1C8-E2CE-4F73-826E-7FB4053C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person</a:t>
            </a:r>
          </a:p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kommer åt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4E24D-9B82-4B8E-8BEE-98BCD0DF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43275"/>
            <a:ext cx="285750" cy="953"/>
          </a:xfrm>
          <a:custGeom xmlns:a="http://schemas.openxmlformats.org/drawingml/2006/main"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5417B-56B9-493B-B8B2-B217A135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670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0"/>
                </a:moveTo>
                <a:lnTo>
                  <a:pt x="114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E3DBC-493E-4E79-A475-A22F733A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432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762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6B180-3809-4E52-ABCC-8D976E2A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Möjlig följd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741C5-3A85-4179-90A7-E715CFDB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Strömgenomgång</a:t>
            </a:r>
          </a:p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och personskada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5B0DA-A412-4E6E-BD54-DEB07EE9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771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fall A är skadans djup okänt. Kedjan visar ett möjligt förlopp.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7F625-9BF6-4CF9-861F-CF3E3277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8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1e7752b854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Elektriska skadeförlopp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9697D-A3C6-41C4-A0B3-24E68176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Ström genom kroppen.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Värme vid fel eller dålig kontakt.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Ljusbåge vid vissa fel- och kopplingsförlopp.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F5982-EF93-4E48-9351-2D2657A2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9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aa89602d04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Fukt, rörelse och passage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322B5-2F8D-4A36-88E7-043271FF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Fukt kan skapa oönskade ledande vägar.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Sladden kan klämmas och bli ett snubbelhinder.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Flera personer kan beröras av samma brist.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DF2AF-AAF3-40BA-AD2C-021B0920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10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514d1272e4e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fungerande lampa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8D340-C391-4318-9A97-6E05C1F0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Att lampan lyser visar en funktion.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Det visar inte att alla skydd är hela.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BE8A0-EDC3-4A26-9582-1562A809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66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bevisar ljuset – och vad återstår att kontrollera?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BC337-FB1E-48EA-89B6-DECBCE3A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11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05d3f36ef44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Skydd med olika uppgifter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5EDFB-76D3-486C-BDCD-9312B148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Isolation hindrar oavsiktlig kontakt.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Överströmsskydd kan bryta vid för stor ström.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Jordfelsbrytare kan bryta vid strömobalans.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7980B-B067-4386-BD2A-DC48AB23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12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293334d3240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E2: Beslutet 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5B04D-2BC8-4936-A2CB-CB80C466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Lampan behövs i ytterligare tio minuter.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kollega vill fortsätta eftersom den lyser.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Formulera ditt beslut och din motivering.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4EFE7-A54E-4BAF-B229-B3F07912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13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f9d7f289349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Riskbedömning före åtgärd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2184C-C2D3-4CB9-A5EC-1B4003B7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Beskriv arbetet och platsen.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Bedöm vad som kan hända.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Bestäm åtgärder och hur de ska följas upp.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C7E14-35CC-455B-A099-61F023F1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15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c04ec8afe42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Uppgifter som saknas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0A36E-B7E5-4183-A2ED-8551CBC6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Skadans omfattning och utrustningens identitet.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Rätt matning och eventuell påverkan på andra system.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Behov av gångväg och ersättningsljus.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D8A7D-DEB3-4AA4-8D6E-3DA22173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16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697e4851a4d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Underlag med tydliga gränser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6332E-68ED-4D5B-A912-BDECF47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Varje uppgift ska kunna kopplas till rätt objekt.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Uppgift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Vad underlaget säger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Sladdens skick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Ytterhöljet är sprucket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Lampans funktion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Lampan lyser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Skydd och matning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Inte verifierade i fallet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8E26F-9FD7-4EA9-A372-159E2CB6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17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f740b72a74b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Från brist till konsekvens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E3C6B-A63A-4665-9536-F08179C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Beskriv hur någon kan komma till skada.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Brist eller förändring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Möjlig följd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Skadad sladd i fukt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Elektrisk exponering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Sladd i gångvägen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Snubbling och fall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Belysningen tas bort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Mörker och sämre orientering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876D1-8B00-46AA-A2FD-E5C9F68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18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67f5a78404e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Allvarlighetsgrad och osäkerhet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82342-84D5-4BE6-8F1B-E8FE9597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Hur kan händelsen inträffa?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Hur allvarlig kan följden bli?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vet vi för lite om?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D97C1-98B7-4090-8B9B-0CA8ED84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19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6f0b82aa54d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Exempel på en riskrad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083D6-6C05-4E8C-A62F-61DD2637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Skadan behöver leda till en tydlig åtgärd och uppföljning.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7620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</a:tblGrid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Del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Exempel i fall A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Brist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Sprucket ytterhölje i fuktig miljö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Personer kan utsättas för elektrisk fara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Åtgärd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Stoppa användning och hindra återanvändning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Uppföljning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Bekräfta status och ansvar för fortsatt hantering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D3E0B-5CCE-453E-8E46-4F13B2CF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20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52788544b49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E3: Fyll i nästa riskrad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8D2CF-A9CC-413D-A000-2EFB05B2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Lampan tas ur bruk. Gångvägen blir mörk.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Beskriv vem som berörs och vad som kan hända.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Föreslå åtgärd och kontroll.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4F013-459E-44BE-A923-BCEF344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21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f5509a90d47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Skyddsutrustning för uppgiften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C8115-87AB-45CB-B95D-D3C245FE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Vanliga arbetshandskar är inget bevis på elektriskt skydd.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Valet beror på risk, arbetsmetod och utrustningens villkor.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96B71-894F-440A-8154-FDFA7CC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23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e9725505745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Vem behöver göra vad?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F9952-4D49-4B22-A1C6-5F47A237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Den som upptäcker bristen meddelar den.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Arbetsledning ordnar kompetens och säker arbetsplanering.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Driften samordnar påverkan på fartygets funktioner.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45307-6134-4855-8976-E6979092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24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2c3beca3d46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E4: Ett meddelande som går fram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2E081-72F8-42CD-A564-7C061DC2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Beskriv objekt, plats och observation.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Ange den aktuella begränsningen.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 mottagaren återge vad som gäller.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C7745-5E74-40EC-9ED4-1E0651B9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25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fb836060e44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När förutsättningarna ändras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ED788-8E4E-4BBD-BE8B-386E4E7A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Ny skada, annan matning eller mer vatten.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Oklar instruktion eller oväntad driftpåverkan.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Avbryt det berörda momentet och ompröva.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21EC1-F4C5-4BE5-B7C9-E7E14369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26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63daa089842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Kontroll före nästa steg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A9B40-AEEB-4A3A-963C-0ED3C810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är åtgärdat?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återstår och vem tar hand om det?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Vilket underlag krävs för att gå vidare?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2676C-3EE0-4051-B2BF-52F4E935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27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5ce4f30e140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gemensam matning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FE838-0F86-4A2A-AC41-7D535D17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38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017C7-99FD-48D4-A98D-BA951183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Gemensam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matning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2DEB3-CC39-4AC9-93DE-FE2FBCC5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19450"/>
            <a:ext cx="1571625" cy="953"/>
          </a:xfrm>
          <a:custGeom xmlns:a="http://schemas.openxmlformats.org/drawingml/2006/main">
            <a:pathLst>
              <a:path w="1571625" h="953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15B68-52BD-449B-A225-A1A7D694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953" cy="2143125"/>
          </a:xfrm>
          <a:custGeom xmlns:a="http://schemas.openxmlformats.org/drawingml/2006/main"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3327D-815A-4FAA-8192-17E93DF7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1571625" cy="953"/>
          </a:xfrm>
          <a:custGeom xmlns:a="http://schemas.openxmlformats.org/drawingml/2006/main">
            <a:pathLst>
              <a:path w="1571625" h="953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6F8F2-0012-4FEF-8DD7-8E2E4342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1571625" cy="953"/>
          </a:xfrm>
          <a:custGeom xmlns:a="http://schemas.openxmlformats.org/drawingml/2006/main">
            <a:pathLst>
              <a:path w="1571625" h="953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63745-414D-456D-9548-4088133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43075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753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1CEDD-1F67-4862-B8D7-3AD48B19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Arbetslampa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EA956-C54D-4578-96CF-C0BF3CB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8620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753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6B1AC-521C-4E18-A143-65D227C2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Pump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8815D-F4CD-4778-86C5-87C9F8A9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776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grupp är en avgränsad del av elfördelningen.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Funktionsskiss. Kopplingsmetod och skydd framgår inte.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B3578-67E1-4E83-A26E-6C9870E4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28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0e607d71f41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Gångvägen behöver ljus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FD8E4-20F0-4983-8997-38C9E84A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Den skadade lampan är tagen ur bruk.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Passagen behövs i 90 minuter.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Ersättningsljusets lämplighet måste klarläggas.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FEF1A-8C76-474A-94EC-B0837EB8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29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4987a442b41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Uppgifter om två reservlampor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B042E-ACFA-487F-8F5B-CEE90EA3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Uppgifterna nedan gäller bara övningsfallet.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286000"/>
                <a:gridCol w="22860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Uppgift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Lampa A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Lampa B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Miljö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Okänd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Avsedd för fallets miljö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Drifttid i valt läge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Okänd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Minst 2 h enligt fallet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Skick och placering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Inte kontrollerat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Ska kontrolleras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FEAC7-9A09-4052-9A10-C72264AC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30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dd0cffbf9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E5: Välj och motivera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795C4-E9D3-4BB1-A540-9E1E0E51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reservlampa undersöker du först?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måste fortfarande kontrolleras?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gör ni om kraven inte går att uppfylla?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002B3-037E-4F5F-9634-045EB313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31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e5d40c76447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tillfälligt beslut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5B1CF-11F1-44EB-9617-F3FD72A9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tillfälligt ljus behöver en tidsgräns.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Någon följer upp funktionen.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Ändrade förutsättningar kräver nytt beslut.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96F55-44B5-4731-86D7-C640321D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32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278a6e94049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rapport som går att följa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EFFC5-5D95-457B-A32B-18D00473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Objekt och plats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B63EA-A12E-4773-8712-7EF6A1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lampa och var?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6B3DA-1692-4E9A-A05F-A7E2F209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Observation och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E31C0-AEFA-4D7A-979A-02818462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vet vi och vad kan hända?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C4E8A-0CAD-471E-9792-5C5F5C65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Åtgärd och uppföljning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65539-C75F-4C7F-9E89-A4F8C3D2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Vem gör vad, när och hur kontrolleras det?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BBC4E-C8C9-4B1E-B28E-DDC1745C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33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a0748ed5740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E6: Din riskbedömning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84147-2085-40AD-A62E-6F38DF15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Skriv en sammanhängande riskbedömning av fall B.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Hantera lampan, gångvägen och pumpens driftbehov.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Skilj genomförda åtgärder från planerade kontroller.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B0742-24A4-45AD-B1CB-5C358C2A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34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bac0901974d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E7: Granska en kamrats beslut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41DC0-4020-4849-AD5A-1177BD55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Går det att hitta rätt utrustning?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Följer åtgärden av den beskrivna risken?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Är ansvar, kontroll och osäkerhet tydliga?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E1F73-4C87-4C46-BDCA-A42D8B03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35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8d9ee2e5242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Återgång till användning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A87B5-76B5-4BA9-924D-3F5BB626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Rätt person bedömer och hanterar felet.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Relevanta kontroller dokumenteras.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Status och återgång meddelas berörda.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298D0-B7A5-4ADA-94EF-1C941DA1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36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625a27b6942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Vid en elolycka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D5E71-BAEA-4AEB-923B-8BE0429F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Skydda dig själv från den elektriska faran.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Larma enligt fartygets rutin och kalla på hjälp.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Vid akut nödläge: 112 där kontakt är möjlig.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7D152-FE78-44A5-B32E-BC4AADB2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37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fa316d91744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Tillbud och lärande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E6277-9AB2-4D02-9813-95F70A3C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hände och vad kunde ha hänt?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Vilka omedelbara åtgärder gjordes?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brist behöver följas upp?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20F6E-C90F-4B2A-B67B-54A8600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38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8277c829743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E8: En egen slutsats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7FFFE-6447-402B-ABFC-275B25D9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visar att lampan behöver tas ur bruk?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följdrisk måste hanteras?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uppgift saknas före återgång?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59DD7-D356-4483-92F1-B0B524FB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39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9a944bd834b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Inför fredagens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A34D3-1FC2-4711-A402-20DE8743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Ta med din reviderade riskbedömning.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 jämför beslut och granskar svaga motiveringar.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Nästa tema: frånskiljning och mätteknik.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CD920-D19B-4F68-B7B1-944BC4AC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40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9c0deb4b147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12 V och felenergi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AC031-C32E-4063-945E-169D7FEC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låg nominell spänning beskriver bara en del av risken.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batteri kan ge stor felström och kraftig uppvärmning.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CCF4B-D94A-42EA-B58E-E3343F71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41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2261f65ae4e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glapp och korrosion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A961D-ADB5-4CC8-ABD3-4D90407D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glapp kan ge lokal värme.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Salt och fukt kan bidra till korrosion.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Driftläget kan påverka när felet märks.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E786D-B47B-43EA-9F2C-30787958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42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d2a78b001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ljusbåge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889D2-508F-4760-B337-573F443F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ljusbåge kan ge stark värme, ljus och tryckverkan.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Tillgänglig energi och brytförlopp påverkar följderna.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4CB6A-3671-418A-A2ED-811F468A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43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e9e30ec04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IP och miljö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F2632-80A1-4DB2-9376-8A6EA0F9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IP beskriver vissa skydd mot inträngning.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Korrosion, temperatur och vibration kräver också underlag.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IP ersätter inte krav för explosionsfarlig miljö.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70834-7A24-456C-8989-7ADA65FF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44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ca688c14e43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flera matningsvägar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49AEC-8C9C-40F0-9A0E-D3D5BF8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Landanslutning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B5488-47BD-4280-93C2-26F08307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Möjlig försörjningsväg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6A49B-369C-4967-8BA3-FAE57454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809625" cy="953"/>
          </a:xfrm>
          <a:custGeom xmlns:a="http://schemas.openxmlformats.org/drawingml/2006/main"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E38A1-D694-4A5A-A503-FA5FA9C1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981200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0"/>
                </a:moveTo>
                <a:lnTo>
                  <a:pt x="114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6A7F7-635B-481D-8AFF-89F0A6A1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057400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762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B1289-5FA1-4011-A36B-804DF110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81325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Generator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5FF69-A761-483F-895B-6DA5B51C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8132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Möjlig försörjningsväg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F4EDF-FF4B-425B-902E-041395C9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809625" cy="953"/>
          </a:xfrm>
          <a:custGeom xmlns:a="http://schemas.openxmlformats.org/drawingml/2006/main"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9787D-8223-4DDE-8DAE-C7E8AF88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527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0"/>
                </a:moveTo>
                <a:lnTo>
                  <a:pt x="114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7976A-F863-4BBB-8A2A-CE9F954A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289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762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D4171-CBA0-4BD3-A440-ACC6FFE1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5290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2F986-92A0-4221-B3F8-8CE42151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52900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Möjlig försörjningsväg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AB06E-FECE-404D-A0C8-D8B0A4D6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809625" cy="953"/>
          </a:xfrm>
          <a:custGeom xmlns:a="http://schemas.openxmlformats.org/drawingml/2006/main"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D12A0-CB74-4117-BDDB-68C376D9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324350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0"/>
                </a:moveTo>
                <a:lnTo>
                  <a:pt x="114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E9D59-3751-47D9-BB8A-60DBDC19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400550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762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7AAE0-B925-4C48-BA91-28E3ECFA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776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Alternativ i en modell. Figuren visar ingen tillåten parallellkoppling.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4B962-7305-4982-A62C-D1DFE523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45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bff6f7ebb47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regler och rutiner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A4B5B-85E2-455C-8FA9-17458D32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Vilket fartyg och vilket arbete gäller det?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föreskrift, standard och anvisning är tillämplig?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Hur omsätter organisationen detta i en arbetsrutin?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17AD7-353A-4D0B-8680-53B46602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46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9422f8c374a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samma fel på land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E9AF8-3B31-42FC-9266-3A951AE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skadad sladd används i en fuktig industripassage.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Vilka delar av resonemanget följer med?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Vilka lokala förutsättningar behöver ändras?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23779-8D57-45B1-BBBD-B788916A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47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9ea8ec85a4c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vädret förändras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F18EC-0810-4457-9DE0-5D9C0DAD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Vatten kommer in på gångvägen.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Den tillfälliga belysningen flyttas av en annan arbetsgrupp.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gäller fortfarande i er riskbedömning?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526A7-0F50-4EC2-B29D-26A94638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48 / 48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46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2026-09-13T19:19:43.6360000Z</dcterms:created>
  <dcterms:modified xsi:type="dcterms:W3CDTF">2026-09-13T19:19:43.6360000Z</dcterms:modified>
</coreProperties>
</file>