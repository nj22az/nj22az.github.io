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7b3f2d55024222" /><Relationship Type="http://schemas.openxmlformats.org/officeDocument/2006/relationships/extended-properties" Target="/docProps/app.xml" Id="R1a9ec28b69514cbd" /><Relationship Type="http://schemas.openxmlformats.org/officeDocument/2006/relationships/officeDocument" Target="/ppt/presentation.xml" Id="Rb025a9f349e54716" /></Relationships>
</file>

<file path=ppt/presentation.xml><?xml version="1.0" encoding="utf-8"?>
<p:presentation xmlns:p="http://schemas.openxmlformats.org/presentationml/2006/main" xmlns:r="http://schemas.openxmlformats.org/officeDocument/2006/relationships">
  <p:sldMasterIdLst>
    <p:sldMasterId id="2147483648" r:id="Red3ce319fd2245be"/>
  </p:sldMasterIdLst>
  <p:sldIdLst>
    <p:sldId id="256" r:id="Rbe0f6746e42e47f7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<?xml version='1.0' encoding='utf-8'?>
<ns0:Relationships xmlns:ns0="http://schemas.openxmlformats.org/package/2006/relationships"><ns0:Relationship Type="http://schemas.openxmlformats.org/officeDocument/2006/relationships/theme" Target="/ppt/theme/theme1.xml" Id="R630af18ca4ba4d21" /><ns0:Relationship Type="http://schemas.openxmlformats.org/officeDocument/2006/relationships/slideMaster" Target="/ppt/slideMasters/slideMaster1.xml" Id="Red3ce319fd2245be" /><ns0:Relationship Type="http://schemas.openxmlformats.org/officeDocument/2006/relationships/presProps" Target="/ppt/presProps.xml" Id="R053efe75b9034765" /><ns0:Relationship Type="http://schemas.openxmlformats.org/officeDocument/2006/relationships/viewProps" Target="/ppt/viewProps.xml" Id="R6bde194d3c4a46a8" /><ns0:Relationship Type="http://schemas.openxmlformats.org/officeDocument/2006/relationships/tableStyles" Target="/ppt/tableStyles.xml" Id="R59f33a6a9eb6474c" /><ns0:Relationship Type="http://schemas.openxmlformats.org/officeDocument/2006/relationships/slide" Target="/ppt/slides/slide1.xml" Id="Rbe0f6746e42e47f7" /></ns0: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26fe3e71ee4fb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861048fcf8488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5d3e791b1964aa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50d4c1711644bd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cf6d0f00484d1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43e6266ba941d4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01e831e227c4e8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fb2f854134412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f79303bf0614689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93fa9fb62db401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c4cb14a41b4bfc" /></Relationships>
</file>

<file path=ppt/slideLayouts/slideLayout1.xml><?xml version="1.0" encoding="utf-8"?>
<p:sldLayout xmlns:p="http://schemas.openxmlformats.org/presentationml/2006/main" type="title" preserve="1">
  <p:cSld name="Rubrikbil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712863C-76DF-4B52-9521-095F33E93D2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1122363"/>
            <a:ext cx="77724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7950BF42-3D04-42E8-8AD5-301DC56C6AB7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143000" y="3602038"/>
            <a:ext cx="6858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466CC18-3113-4BA9-BBD1-C75682281D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4E05482-3932-4484-982B-3BA3F1639A8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F22AEFF-AC49-4694-AA0A-D9A86A1436E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Rubrik och innehåll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805C5CA-E775-425D-9EA2-37A636E913C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93E7333-6116-4ABB-98D4-A0BCD347343C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2D7BF8-751F-45FA-A202-7836C4F512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0077159-09C0-49C4-9C29-416467A3FA4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1FC0CA-06FC-411C-AD5C-577AC1224A1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Avsnitts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443DE34-9538-4C9E-BD35-ACF3FC99E97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3888" y="1709739"/>
            <a:ext cx="78867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CF0FFD8F-ACAA-4E25-97BB-BDA79D175C2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3888" y="4589464"/>
            <a:ext cx="78867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4F0DC4-0036-476B-AA6B-79E647818E2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EC195C09-EF22-480D-8BA5-4B6F7789941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0D1838C-4793-4899-BB4B-776D6B1597A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vå dela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8DCE02-E233-4C63-9530-196A17769AC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A2F68F35-70B5-4059-992F-BC053A1B9AD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286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E3A6F60A-265A-41E7-8BE5-3B34FA680CA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29150" y="1825625"/>
            <a:ext cx="38862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A2BE9E-220B-47C3-95C8-8488DD772D1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2590AAF9-AA15-4E8D-98F9-ED317EA93A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9402024-484A-4B3D-BEBF-201313041D0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Jämföre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A0C3AD-E964-49D0-A896-7CB5F556E60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365126"/>
            <a:ext cx="78867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F7EC649-AF30-4F27-ABE2-326D2A587F7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9842" y="1681163"/>
            <a:ext cx="3868340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4B367F48-7BE3-4037-B0FF-50730132514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29842" y="2505075"/>
            <a:ext cx="3868340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6522D6F-3A89-4CD9-BBA8-7074043D9FB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29150" y="1681163"/>
            <a:ext cx="3887391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CCCC673B-F689-4D2C-BC5C-D8D074CCE010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29150" y="2505075"/>
            <a:ext cx="3887391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D5C276F2-B8A9-4417-852A-EDF99A4A19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2E22E1D-8C3C-4BC9-A611-984E995DBF0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17EB78D6-B0FA-4760-B3BE-866DC7911E3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Endast rubri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BF3E15E-E9A2-45EC-9A67-C9E0D6D6290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9D032F7F-66B6-485D-88E2-03C16ED09A8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99576066-F459-49DE-951B-7DEA4E13D0C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6A7B6518-F071-456E-BC06-4C80AA5CE87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Tom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F247A999-EB01-48C8-89D5-33297F931EF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54C2960-779D-422E-A7A5-F8B697115D6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85E49EF-E9B1-4140-B659-2925BD9AFA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Text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4FEC91-9B0E-4267-BE01-569AA35387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4FB99472-7C53-4C47-B68B-4377A558A5D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E35EEF6D-5A47-4CD2-8107-DD657D1EA04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2522CB0-CB72-46F4-8990-4E430021C62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DBA95EC-4370-4FD2-9C69-2047C7378E3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C0EA7452-AB19-4FF4-8399-71129508404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Bild med bild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259019-BF00-4C7A-9DDC-D36FDC48206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9841" y="457200"/>
            <a:ext cx="2949178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D7D7D1-8B5C-4F34-86F3-AE2FDEEB98BF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3887391" y="987426"/>
            <a:ext cx="4629150" cy="4873625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5B4D2790-5907-4F9E-A1C2-403373A26F4A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29841" y="2057400"/>
            <a:ext cx="2949178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DE3C6AB4-5F04-4AE3-A551-6B6362DB74D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D301F020-DD4E-429C-8669-33743723F94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4148F05-D44C-481A-822D-F21691B78D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Rubrik och lodrät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5E32090-3725-4AA1-AB31-051ED0380D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9B1C004-9094-44FD-9DDF-EA2D433761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0DA78E-69BB-4B4C-8916-CFE6855BF5E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20B6F47-DF0D-4C4A-94B1-474EF18132C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EDF7A10-E132-4ED2-9FCF-AA9E7D7CD7D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Lodrät rubrik och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8112A5D6-2677-4C03-A90B-38AFE57C23D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543675" y="365125"/>
            <a:ext cx="197167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4780A014-5F07-44E2-83D0-6025A596044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365125"/>
            <a:ext cx="5800725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376C235-F959-4E48-BABF-2864178BFD5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57ADE2C-D312-43AD-A4DE-697FF831C23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6DFB807-300F-42CF-963F-09C263BD8D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4d64acaebc94f70" /><Relationship Type="http://schemas.openxmlformats.org/officeDocument/2006/relationships/slideLayout" Target="/ppt/slideLayouts/slideLayout1.xml" Id="R23a8e8b48a224272" /><Relationship Type="http://schemas.openxmlformats.org/officeDocument/2006/relationships/slideLayout" Target="/ppt/slideLayouts/slideLayout2.xml" Id="R37742d376e344742" /><Relationship Type="http://schemas.openxmlformats.org/officeDocument/2006/relationships/slideLayout" Target="/ppt/slideLayouts/slideLayout3.xml" Id="Re57c52d3712142c6" /><Relationship Type="http://schemas.openxmlformats.org/officeDocument/2006/relationships/slideLayout" Target="/ppt/slideLayouts/slideLayout4.xml" Id="Rfbe78246ecea4f38" /><Relationship Type="http://schemas.openxmlformats.org/officeDocument/2006/relationships/slideLayout" Target="/ppt/slideLayouts/slideLayout5.xml" Id="R4cc73d6afbeb4a55" /><Relationship Type="http://schemas.openxmlformats.org/officeDocument/2006/relationships/slideLayout" Target="/ppt/slideLayouts/slideLayout6.xml" Id="Rbecd0b25f04c4e0f" /><Relationship Type="http://schemas.openxmlformats.org/officeDocument/2006/relationships/slideLayout" Target="/ppt/slideLayouts/slideLayout7.xml" Id="R58d6870a28844ed0" /><Relationship Type="http://schemas.openxmlformats.org/officeDocument/2006/relationships/slideLayout" Target="/ppt/slideLayouts/slideLayout8.xml" Id="R8d092fd343574785" /><Relationship Type="http://schemas.openxmlformats.org/officeDocument/2006/relationships/slideLayout" Target="/ppt/slideLayouts/slideLayout9.xml" Id="Rbb02da3a502f4e31" /><Relationship Type="http://schemas.openxmlformats.org/officeDocument/2006/relationships/slideLayout" Target="/ppt/slideLayouts/slideLayout10.xml" Id="R05eb6ef900dc4389" /><Relationship Type="http://schemas.openxmlformats.org/officeDocument/2006/relationships/slideLayout" Target="/ppt/slideLayouts/slideLayout11.xml" Id="R38cbdf27a9d941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16082C59-4C61-4F11-8377-6763B86E2C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365126"/>
            <a:ext cx="78867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Klicka här för att ändra mall för rubrikformat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3861511-A0F9-4342-B082-2C4EAA468C0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825625"/>
            <a:ext cx="78867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Klicka här för att ändra format på bakgrundstexten</a:t>
            </a:r>
          </a:p>
          <a:p xmlns:a="http://schemas.openxmlformats.org/drawingml/2006/main">
            <a:pPr lvl="1">
              <a:buNone/>
            </a:pPr>
            <a:r>
              <a:t>Nivå två</a:t>
            </a:r>
          </a:p>
          <a:p xmlns:a="http://schemas.openxmlformats.org/drawingml/2006/main">
            <a:pPr lvl="2">
              <a:buNone/>
            </a:pPr>
            <a:r>
              <a:t>Nivå tre</a:t>
            </a:r>
          </a:p>
          <a:p xmlns:a="http://schemas.openxmlformats.org/drawingml/2006/main">
            <a:pPr lvl="3">
              <a:buNone/>
            </a:pPr>
            <a:r>
              <a:t>Nivå fyra</a:t>
            </a:r>
          </a:p>
          <a:p xmlns:a="http://schemas.openxmlformats.org/drawingml/2006/main">
            <a:pPr lvl="4">
              <a:buNone/>
            </a:pPr>
            <a:r>
              <a:t>Nivå fem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26A126C-DBAC-4794-A498-4637E19A13E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C1F3D7D-73CF-D940-97F9-D65067452AC9}" type="datetimeFigureOut">
              <a:t>2026-08-26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AFF473D-3D42-47FE-8772-E3503674B9C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6356351"/>
            <a:ext cx="30861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B54411D-F756-4B39-B830-DEC3259AC584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6356351"/>
            <a:ext cx="20574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6D56CE70-7EE1-9D47-B86A-0F053C401563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a8e8b48a224272"/>
    <p:sldLayoutId xmlns:r="http://schemas.openxmlformats.org/officeDocument/2006/relationships" id="2147483650" r:id="R37742d376e344742"/>
    <p:sldLayoutId xmlns:r="http://schemas.openxmlformats.org/officeDocument/2006/relationships" id="2147483651" r:id="Re57c52d3712142c6"/>
    <p:sldLayoutId xmlns:r="http://schemas.openxmlformats.org/officeDocument/2006/relationships" id="2147483652" r:id="Rfbe78246ecea4f38"/>
    <p:sldLayoutId xmlns:r="http://schemas.openxmlformats.org/officeDocument/2006/relationships" id="2147483653" r:id="R4cc73d6afbeb4a55"/>
    <p:sldLayoutId xmlns:r="http://schemas.openxmlformats.org/officeDocument/2006/relationships" id="2147483654" r:id="Rbecd0b25f04c4e0f"/>
    <p:sldLayoutId xmlns:r="http://schemas.openxmlformats.org/officeDocument/2006/relationships" id="2147483655" r:id="R58d6870a28844ed0"/>
    <p:sldLayoutId xmlns:r="http://schemas.openxmlformats.org/officeDocument/2006/relationships" id="2147483656" r:id="R8d092fd343574785"/>
    <p:sldLayoutId xmlns:r="http://schemas.openxmlformats.org/officeDocument/2006/relationships" id="2147483657" r:id="Rbb02da3a502f4e31"/>
    <p:sldLayoutId xmlns:r="http://schemas.openxmlformats.org/officeDocument/2006/relationships" id="2147483658" r:id="R05eb6ef900dc4389"/>
    <p:sldLayoutId xmlns:r="http://schemas.openxmlformats.org/officeDocument/2006/relationships" id="2147483659" r:id="R38cbdf27a9d94165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?>
<ns0:Relationships xmlns:ns0="http://schemas.openxmlformats.org/package/2006/relationships"><ns0:Relationship Type="http://schemas.openxmlformats.org/officeDocument/2006/relationships/slideLayout" Target="/ppt/slideLayouts/slideLayout1.xml" Id="R63fc17cf9814401d" /><ns0:Relationship Type="http://schemas.openxmlformats.org/officeDocument/2006/relationships/image" Target="/ppt/media/image.jpeg" Id="R1fd9f8f506e5417b" /></ns0: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Bildobjekt 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d9f8f506e5417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6098791"/>
            <a:ext cx="9144006" cy="763524"/>
          </a:xfrm>
          <a:prstGeom xmlns:a="http://schemas.openxmlformats.org/drawingml/2006/main" prst="rect">
            <a:avLst/>
          </a:prstGeom>
        </p:spPr>
      </p:pic>
      <p:sp>
        <p:nvSpPr>
          <p:cNvPr id="2" name="Platshållare för text 2">
            <a:extLst xmlns:a="http://schemas.openxmlformats.org/drawingml/2006/main">
              <a:ext uri="{FF2B5EF4-FFF2-40B4-BE49-F238E27FC236}">
                <a16:creationId xmlns:a16="http://schemas.microsoft.com/office/drawing/2014/main" id="{485159CD-8387-E41B-8956-BC3CFC1FC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286000"/>
            <a:ext cx="7810500" cy="3333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Vilka delar behövs för att en batteridriven lampa ska lysa?</a:t>
            </a:r>
          </a:p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Varför tror du att lampan har två anslutningar?</a:t>
            </a:r>
          </a:p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händer i kretsen när du slår av strömbrytaren?</a:t>
            </a:r>
          </a:p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tror du skiljer spänning från ström?</a:t>
            </a:r>
          </a:p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Vad betyder ordet resistans för dig?</a:t>
            </a:r>
          </a:p>
          <a:p xmlns:a="http://schemas.openxmlformats.org/drawingml/2006/main">
            <a:pPr marL="355600" indent="-228600">
              <a:spcAft>
                <a:spcPts val="1000"/>
              </a:spcAft>
              <a:buChar char="•"/>
              <a:defRPr sz="2100">
                <a:solidFill>
                  <a:srgbClr val="172A3A"/>
                </a:solidFill>
                <a:latin typeface="Calibri"/>
                <a:ea typeface="Calibri"/>
                <a:cs typeface="Calibri"/>
              </a:defRPr>
            </a:pPr>
            <a:r>
              <a:rPr sz="2100">
                <a:solidFill>
                  <a:srgbClr val="172A3A"/>
                </a:solidFill>
                <a:latin typeface="Calibri"/>
                <a:ea typeface="Calibri"/>
                <a:cs typeface="Calibri"/>
              </a:rPr>
              <a:t>En lampa lyser inte. Vad kan det bero på?</a:t>
            </a:r>
          </a:p>
        </p:txBody>
      </p:sp>
      <p:sp>
        <p:nvSpPr>
          <p:cNvPr id="4" name="textruta 3">
            <a:extLst xmlns:a="http://schemas.openxmlformats.org/drawingml/2006/main">
              <a:ext uri="{FF2B5EF4-FFF2-40B4-BE49-F238E27FC236}">
                <a16:creationId xmlns:a16="http://schemas.microsoft.com/office/drawing/2014/main" id="{CFFF1C73-3086-52C7-AEEE-E32F7F2DB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381000"/>
            <a:ext cx="8572500" cy="857250"/>
          </a:xfrm>
          <a:prstGeom xmlns:a="http://schemas.openxmlformats.org/drawingml/2006/main" prst="rect">
            <a:avLst/>
          </a:prstGeom>
          <a:ln xmlns:a="http://schemas.openxmlformats.org/drawingml/2006/main" w="12700"/>
        </p:spPr>
        <p:txBody>
          <a:bodyPr xmlns:a="http://schemas.openxmlformats.org/drawingml/2006/main" wrap="square" lIns="45719" rIns="45719">
            <a:noAutofit/>
          </a:bodyPr>
          <a:lstStyle xmlns:a="http://schemas.openxmlformats.org/drawingml/2006/main">
            <a:lvl1pPr algn="l">
              <a:buNone/>
              <a:defRPr b="1">
                <a:latin typeface="Century Gothic"/>
                <a:ea typeface="Century Gothic"/>
                <a:cs typeface="Century Gothic"/>
              </a:defRPr>
            </a:lvl1pPr>
          </a:lstStyle>
          <a:p xmlns:a="http://schemas.openxmlformats.org/drawingml/2006/main">
            <a:pPr algn="ctr">
              <a:buNone/>
              <a:defRPr sz="3000" b="1">
                <a:solidFill>
                  <a:srgbClr val="000000"/>
                </a:solidFill>
                <a:latin typeface="Calibri"/>
                <a:ea typeface="Calibri"/>
                <a:cs typeface="Calibri"/>
              </a:defRPr>
            </a:pPr>
            <a:r>
              <a:rPr sz="3000" b="1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Inför föreläsning 1A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14276-ECF4-42AD-B3BD-256B8586B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438275"/>
            <a:ext cx="77152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Fundera i 10–15 minuter och skriv några stödord.</a:t>
            </a:r>
          </a:p>
          <a:p xmlns:a="http://schemas.openxmlformats.org/drawingml/2006/main">
            <a:pPr>
              <a:defRPr sz="1875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75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Du behöver inte kunna svaren ännu.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DFC5C6-9C2F-428F-A6CD-A8D44F82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15000"/>
            <a:ext cx="7667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75398"/>
                </a:solidFill>
                <a:latin typeface="Calibri"/>
                <a:ea typeface="Calibri"/>
                <a:cs typeface="Calibri"/>
              </a:defRPr>
            </a:pPr>
            <a:r>
              <a:rPr sz="1800">
                <a:solidFill>
                  <a:srgbClr val="075398"/>
                </a:solidFill>
                <a:latin typeface="Calibri"/>
                <a:ea typeface="Calibri"/>
                <a:cs typeface="Calibri"/>
              </a:rPr>
              <a:t>Ta med en egen fråga till lektionen.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49DE6B-124F-4174-BDA7-C6358B211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6448425"/>
            <a:ext cx="35718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FFFFFF"/>
                </a:solidFill>
                <a:latin typeface="Calibri"/>
                <a:ea typeface="Calibri"/>
                <a:cs typeface="Calibri"/>
              </a:defRPr>
            </a:pPr>
            <a:r>
              <a:rPr sz="1575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Elens grunder ombord</a:t>
            </a:r>
          </a:p>
        </p:txBody>
      </p:sp>
    </p:spTree>
    <p:extLst>
      <p:ext uri="{BB962C8B-B14F-4D97-AF65-F5344CB8AC3E}">
        <p14:creationId xmlns:p14="http://schemas.microsoft.com/office/powerpoint/2010/main" val="1157229497"/>
      </p:ext>
    </p:extLst>
  </p:cSld>
</p:sld>
</file>

<file path=ppt/theme/theme1.xml><?xml version="1.0" encoding="utf-8"?>
<a:theme xmlns:a="http://schemas.openxmlformats.org/drawingml/2006/main" name="Office-tema">
  <a:themeElements>
    <a:clrScheme name="Office-tema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-tema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-tema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PowerPoint</Application>
  <Slides>1</Slides>
  <Notes>0</Notes>
  <HiddenSlides>0</HiddenSlides>
</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2026-09-10T17:37:18.1630000Z</dcterms:created>
  <dcterms:modified xsi:type="dcterms:W3CDTF">2026-09-10T17:37:18.1630000Z</dcterms:modified>
</coreProperties>
</file>