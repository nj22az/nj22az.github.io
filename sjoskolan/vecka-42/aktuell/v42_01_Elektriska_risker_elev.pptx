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gör det lättare för ström att gå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skadad arbetslampa på ett vått metalldäck. Spänning och skydd är inte kontrollerade.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i fallet och förklara hur var och en ökar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strömgenomgång går strömmen genom kroppen. En ljusbåge ger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om ingen ström går genom personen.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hur var och en skadar och ange den viktigaste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Uberöring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spänningen i de två punkter som kan 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är 60 V mellan höljet och konstruktionen. Båda kan 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Det är skillnaden mellan dem som gäller, inte spänningen mot en godtycklig jordpunkt.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högre än en ledande konstruktion alldeles bredvid. En person kan röra vid båda samtidigt. Vilken spänning är det som gäller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antagna resistansen i Ω. Kroppens verkliga resistans varierar mycket.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räknemodell med U = 24 V och R = 2 000 Ω. Värdet på R är antaget.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varför ett antaget R inte kan avgöra vad som är säkert.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räknemodell är U = 24 V och R = 2 000 Ω. Beräkna strömmen. Varför kan svaret inte användas som 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enda du vet är att panelen är släckt efter STOPP. Ingen har kontrollerat spänningslösheten.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den släckta panelen faktiskt visar och vilken kontroll som fortfarande saknas.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bevisar det inte att anläggningen är spänningslös?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24 V-batteri som kan ge stor kortslutningsström. Felkretsens resistans är inte känd, så strömmen kan inte räknas ut.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skadade eller något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din egen säkerhet kommer först och vad du gör innan du rör personen. Följ larm- och räddningsinstruktionerna.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Vad måste du tänka på innan du rör vid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ingen skadades säger inget om hur illa det kan gå nästa gång.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felansluten mätsladd orsakade en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rapporten leder till åtgärder som förebygger. Beskriv vad som hände, inte vad personen kan ha tänkt.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mätsladd orsakar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direkta åtgärden hindrar att någon utsätts för risken nu. Den förebyggande minskar risken att det händer igen.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Sladden har en synlig skada och har inte använts. Den är inte reparerad eller godkänd för användning.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görs med sladden nu och hur kontrollen före användning kan bli bättre.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en åtgärd direkt och en som minskar risken att det händer igen.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