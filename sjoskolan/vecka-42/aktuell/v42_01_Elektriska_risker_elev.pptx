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cf384cba124e90" /><Relationship Type="http://schemas.openxmlformats.org/officeDocument/2006/relationships/extended-properties" Target="/docProps/app.xml" Id="R861db07599aa41dd" /><Relationship Type="http://schemas.openxmlformats.org/officeDocument/2006/relationships/officeDocument" Target="/ppt/presentation.xml" Id="R37c34ddacd4546b1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ed11355ea2543db" /><ns0:Relationship Type="http://schemas.openxmlformats.org/officeDocument/2006/relationships/slideMaster" Target="/ppt/slideMasters/slideMaster1.xml" Id="Ra38d8fb4f6ec40e4" /><ns0:Relationship Type="http://schemas.openxmlformats.org/officeDocument/2006/relationships/presProps" Target="/ppt/presProps.xml" Id="R4a30431852bc4203" /><ns0:Relationship Type="http://schemas.openxmlformats.org/officeDocument/2006/relationships/viewProps" Target="/ppt/viewProps.xml" Id="Rba35c611fa944afe" /><ns0:Relationship Type="http://schemas.openxmlformats.org/officeDocument/2006/relationships/tableStyles" Target="/ppt/tableStyles.xml" Id="R59b04d653c184694" /><ns0:Relationship Type="http://schemas.openxmlformats.org/officeDocument/2006/relationships/slide" Target="/ppt/slides/slide1.xml" Id="R8937a66a68294c29" /><ns0:Relationship Type="http://schemas.openxmlformats.org/officeDocument/2006/relationships/slide" Target="/ppt/slides/slide2.xml" Id="R737686c15d094cf9" /><ns0:Relationship Type="http://schemas.openxmlformats.org/officeDocument/2006/relationships/slide" Target="/ppt/slides/slide3.xml" Id="Rbe12f269a52e43ab" /><ns0:Relationship Type="http://schemas.openxmlformats.org/officeDocument/2006/relationships/slide" Target="/ppt/slides/slide4.xml" Id="R4dcb2a6760fd4ee2" /><ns0:Relationship Type="http://schemas.openxmlformats.org/officeDocument/2006/relationships/slide" Target="/ppt/slides/slide5.xml" Id="Rb3da85d105934436" /><ns0:Relationship Type="http://schemas.openxmlformats.org/officeDocument/2006/relationships/slide" Target="/ppt/slides/slide6.xml" Id="R8028809383354da9" /><ns0:Relationship Type="http://schemas.openxmlformats.org/officeDocument/2006/relationships/slide" Target="/ppt/slides/slide7.xml" Id="R8917cc2784954f47" /><ns0:Relationship Type="http://schemas.openxmlformats.org/officeDocument/2006/relationships/slide" Target="/ppt/slides/slide8.xml" Id="R88f7c406a5e844ac" /><ns0:Relationship Type="http://schemas.openxmlformats.org/officeDocument/2006/relationships/slide" Target="/ppt/slides/slide9.xml" Id="R1ac4564b261547bd" /><ns0:Relationship Type="http://schemas.openxmlformats.org/officeDocument/2006/relationships/slide" Target="/ppt/slides/slide10.xml" Id="R92b53b82ac6e4cd1" /><ns0:Relationship Type="http://schemas.openxmlformats.org/officeDocument/2006/relationships/slide" Target="/ppt/slides/slide11.xml" Id="R628408ac441a4c87" /><ns0:Relationship Type="http://schemas.openxmlformats.org/officeDocument/2006/relationships/slide" Target="/ppt/slides/slide12.xml" Id="R03a58ea155084618" /><ns0:Relationship Type="http://schemas.openxmlformats.org/officeDocument/2006/relationships/slide" Target="/ppt/slides/slide13.xml" Id="R46d961227cc04408" /><ns0:Relationship Type="http://schemas.openxmlformats.org/officeDocument/2006/relationships/slide" Target="/ppt/slides/slide14.xml" Id="Rfc88c8de01c04fdd" /><ns0:Relationship Type="http://schemas.openxmlformats.org/officeDocument/2006/relationships/slide" Target="/ppt/slides/slide15.xml" Id="R4c2fef8aee464352" /><ns0:Relationship Type="http://schemas.openxmlformats.org/officeDocument/2006/relationships/slide" Target="/ppt/slides/slide16.xml" Id="R95c00703872946cd" /><ns0:Relationship Type="http://schemas.openxmlformats.org/officeDocument/2006/relationships/slide" Target="/ppt/slides/slide17.xml" Id="R658ad219a49c4bed" /><ns0:Relationship Type="http://schemas.openxmlformats.org/officeDocument/2006/relationships/slide" Target="/ppt/slides/slide18.xml" Id="Ra401d7e7d0104e7d" /><ns0:Relationship Type="http://schemas.openxmlformats.org/officeDocument/2006/relationships/slide" Target="/ppt/slides/slide19.xml" Id="R34593bb966d24987" /><ns0:Relationship Type="http://schemas.openxmlformats.org/officeDocument/2006/relationships/slide" Target="/ppt/slides/slide20.xml" Id="R6f134d3a7a2b43db" /><ns0:Relationship Type="http://schemas.openxmlformats.org/officeDocument/2006/relationships/slide" Target="/ppt/slides/slide21.xml" Id="R02d894049618453e" /><ns0:Relationship Type="http://schemas.openxmlformats.org/officeDocument/2006/relationships/slide" Target="/ppt/slides/slide22.xml" Id="Re7fd682179454b25" /><ns0:Relationship Type="http://schemas.openxmlformats.org/officeDocument/2006/relationships/slide" Target="/ppt/slides/slide23.xml" Id="R99962f0528244cdf" /><ns0:Relationship Type="http://schemas.openxmlformats.org/officeDocument/2006/relationships/slide" Target="/ppt/slides/slide24.xml" Id="R9fbfe314e0254d53" /><ns0:Relationship Type="http://schemas.openxmlformats.org/officeDocument/2006/relationships/slide" Target="/ppt/slides/slide25.xml" Id="R936d037d230c4cb3" /><ns0:Relationship Type="http://schemas.openxmlformats.org/officeDocument/2006/relationships/slide" Target="/ppt/slides/slide26.xml" Id="Rdf49b1fe8725428d" /><ns0:Relationship Type="http://schemas.openxmlformats.org/officeDocument/2006/relationships/slide" Target="/ppt/slides/slide27.xml" Id="Rc6573a0b27104146" /><ns0:Relationship Type="http://schemas.openxmlformats.org/officeDocument/2006/relationships/slide" Target="/ppt/slides/slide28.xml" Id="Rf2a6893256e84b37" /><ns0:Relationship Type="http://schemas.openxmlformats.org/officeDocument/2006/relationships/slide" Target="/ppt/slides/slide29.xml" Id="R56a29f42b98d471d" /><ns0:Relationship Type="http://schemas.openxmlformats.org/officeDocument/2006/relationships/slide" Target="/ppt/slides/slide30.xml" Id="Ra001404536a0487e" /><ns0:Relationship Type="http://schemas.openxmlformats.org/officeDocument/2006/relationships/slide" Target="/ppt/slides/slide31.xml" Id="Re32281e2529d41f5" /><ns0:Relationship Type="http://schemas.openxmlformats.org/officeDocument/2006/relationships/slide" Target="/ppt/slides/slide32.xml" Id="R216ce579fcfc46e2" /><ns0:Relationship Type="http://schemas.openxmlformats.org/officeDocument/2006/relationships/slide" Target="/ppt/slides/slide33.xml" Id="R4723b7da23b74ed4" /><ns0:Relationship Type="http://schemas.openxmlformats.org/officeDocument/2006/relationships/slide" Target="/ppt/slides/slide34.xml" Id="R31b8ffd2e60b4e6c" /><ns0:Relationship Type="http://schemas.openxmlformats.org/officeDocument/2006/relationships/slide" Target="/ppt/slides/slide35.xml" Id="Rc213b1102002473c" /><ns0:Relationship Type="http://schemas.openxmlformats.org/officeDocument/2006/relationships/slide" Target="/ppt/slides/slide36.xml" Id="R83d620ba580045ad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bbca99fd0e4b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ed5ff74e9b430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90e2e815ac47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9dc8b372340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76e5b8ebd49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291271a5e94ac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894096355d480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a3bb3d3b84b8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ffc4a04cc45d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b49676138543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1dd6cc9ae4a5f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99d2b2aa324873" /><Relationship Type="http://schemas.openxmlformats.org/officeDocument/2006/relationships/slideLayout" Target="/ppt/slideLayouts/slideLayout1.xml" Id="Rb613688b8cb2457e" /><Relationship Type="http://schemas.openxmlformats.org/officeDocument/2006/relationships/slideLayout" Target="/ppt/slideLayouts/slideLayout2.xml" Id="Rc5987082cc9f429b" /><Relationship Type="http://schemas.openxmlformats.org/officeDocument/2006/relationships/slideLayout" Target="/ppt/slideLayouts/slideLayout3.xml" Id="Re60a86bc3ab141e2" /><Relationship Type="http://schemas.openxmlformats.org/officeDocument/2006/relationships/slideLayout" Target="/ppt/slideLayouts/slideLayout4.xml" Id="R82b356f2f0c249f8" /><Relationship Type="http://schemas.openxmlformats.org/officeDocument/2006/relationships/slideLayout" Target="/ppt/slideLayouts/slideLayout5.xml" Id="Ra1c6ad5e34ce4900" /><Relationship Type="http://schemas.openxmlformats.org/officeDocument/2006/relationships/slideLayout" Target="/ppt/slideLayouts/slideLayout6.xml" Id="Rf7c405d8b6a04f8d" /><Relationship Type="http://schemas.openxmlformats.org/officeDocument/2006/relationships/slideLayout" Target="/ppt/slideLayouts/slideLayout7.xml" Id="R83d3169839ae4a0d" /><Relationship Type="http://schemas.openxmlformats.org/officeDocument/2006/relationships/slideLayout" Target="/ppt/slideLayouts/slideLayout8.xml" Id="R7be85162f4ec45ce" /><Relationship Type="http://schemas.openxmlformats.org/officeDocument/2006/relationships/slideLayout" Target="/ppt/slideLayouts/slideLayout9.xml" Id="R170b8970d5204efa" /><Relationship Type="http://schemas.openxmlformats.org/officeDocument/2006/relationships/slideLayout" Target="/ppt/slideLayouts/slideLayout10.xml" Id="R162cd79811f54438" /><Relationship Type="http://schemas.openxmlformats.org/officeDocument/2006/relationships/slideLayout" Target="/ppt/slideLayouts/slideLayout11.xml" Id="Rf39fc677f541417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02962b425c471f" /><ns0:Relationship Type="http://schemas.openxmlformats.org/officeDocument/2006/relationships/image" Target="/ppt/media/image.jpeg" Id="R77b33199fd774e6f" /><ns0:Relationship Type="http://schemas.openxmlformats.org/officeDocument/2006/relationships/image" Target="/ppt/media/image.png" Id="Re66b1ea933df4624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95497d495a412a" /><ns0:Relationship Type="http://schemas.openxmlformats.org/officeDocument/2006/relationships/image" Target="/ppt/media/image.jpeg" Id="R3f741f257a6040b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63a380d24244e7" /><ns0:Relationship Type="http://schemas.openxmlformats.org/officeDocument/2006/relationships/image" Target="/ppt/media/image.jpeg" Id="R07bdd172d8874365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89883bf7d94e2a" /><ns0:Relationship Type="http://schemas.openxmlformats.org/officeDocument/2006/relationships/image" Target="/ppt/media/image.jpeg" Id="R6e628171cd954b6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1dc0730c45448c" /><ns0:Relationship Type="http://schemas.openxmlformats.org/officeDocument/2006/relationships/image" Target="/ppt/media/image.jpeg" Id="R0b919af8b4f24814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76fc0236064cfa" /><ns0:Relationship Type="http://schemas.openxmlformats.org/officeDocument/2006/relationships/image" Target="/ppt/media/image.jpeg" Id="Re978b2dfdd6d41d2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df0f9cf0984de7" /><ns0:Relationship Type="http://schemas.openxmlformats.org/officeDocument/2006/relationships/image" Target="/ppt/media/image.jpeg" Id="Ra45ef4a54c9a44b4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b9c9d0fb32452d" /><ns0:Relationship Type="http://schemas.openxmlformats.org/officeDocument/2006/relationships/image" Target="/ppt/media/image.jpeg" Id="R19891a431b7e4a96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38dfcfd72045af" /><ns0:Relationship Type="http://schemas.openxmlformats.org/officeDocument/2006/relationships/image" Target="/ppt/media/image.jpeg" Id="Rc23bbc79ff8f458d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8e49595adf4222" /><ns0:Relationship Type="http://schemas.openxmlformats.org/officeDocument/2006/relationships/image" Target="/ppt/media/image.jpeg" Id="R015f90d837ff4904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40218d1e8546ac" /><ns0:Relationship Type="http://schemas.openxmlformats.org/officeDocument/2006/relationships/image" Target="/ppt/media/image.jpeg" Id="R881428d06c2f4d6e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477e5b7566487f" /><ns0:Relationship Type="http://schemas.openxmlformats.org/officeDocument/2006/relationships/image" Target="/ppt/media/image.jpeg" Id="Ra2ec67ec803f41fb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93f3a607924ec4" /><ns0:Relationship Type="http://schemas.openxmlformats.org/officeDocument/2006/relationships/image" Target="/ppt/media/image.jpeg" Id="Rd53b79b596af4cc8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6e67f5a7a54757" /><ns0:Relationship Type="http://schemas.openxmlformats.org/officeDocument/2006/relationships/image" Target="/ppt/media/image.jpeg" Id="Rf9758ea743724055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01406b3d4b486f" /><ns0:Relationship Type="http://schemas.openxmlformats.org/officeDocument/2006/relationships/image" Target="/ppt/media/image.jpeg" Id="R747e191df45747e4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33d51a5f3748c3" /><ns0:Relationship Type="http://schemas.openxmlformats.org/officeDocument/2006/relationships/image" Target="/ppt/media/image.jpeg" Id="R2a3fdf27a92d46f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50d0d8336e4c5d" /><ns0:Relationship Type="http://schemas.openxmlformats.org/officeDocument/2006/relationships/image" Target="/ppt/media/image.jpeg" Id="R9c11b4bb84ba43b2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d05832c55c4f7a" /><ns0:Relationship Type="http://schemas.openxmlformats.org/officeDocument/2006/relationships/image" Target="/ppt/media/image.jpeg" Id="R29d0eb515912448b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105b9412fb4236" /><ns0:Relationship Type="http://schemas.openxmlformats.org/officeDocument/2006/relationships/image" Target="/ppt/media/image.jpeg" Id="R41b573b09e2146b8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848abe33334a21" /><ns0:Relationship Type="http://schemas.openxmlformats.org/officeDocument/2006/relationships/image" Target="/ppt/media/image.jpeg" Id="Rc0320814c05e4fa5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b443f4b60e4167" /><ns0:Relationship Type="http://schemas.openxmlformats.org/officeDocument/2006/relationships/image" Target="/ppt/media/image.jpeg" Id="R6d16fbc176554895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8c626668e0420b" /><ns0:Relationship Type="http://schemas.openxmlformats.org/officeDocument/2006/relationships/image" Target="/ppt/media/image.jpeg" Id="R04ddb99f7e954c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5329069a004477" /><ns0:Relationship Type="http://schemas.openxmlformats.org/officeDocument/2006/relationships/image" Target="/ppt/media/image.jpeg" Id="Rcd2a143aedfd4df6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9d44e4192348e4" /><ns0:Relationship Type="http://schemas.openxmlformats.org/officeDocument/2006/relationships/image" Target="/ppt/media/image.jpeg" Id="R2cbc798c3d8e4021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96a511a55d40ee" /><ns0:Relationship Type="http://schemas.openxmlformats.org/officeDocument/2006/relationships/image" Target="/ppt/media/image.jpeg" Id="R8e5326fb7319451e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d0d62a7fb045bd" /><ns0:Relationship Type="http://schemas.openxmlformats.org/officeDocument/2006/relationships/image" Target="/ppt/media/image.jpeg" Id="R9e263887e5e8468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59ea1a2743413d" /><ns0:Relationship Type="http://schemas.openxmlformats.org/officeDocument/2006/relationships/image" Target="/ppt/media/image.jpeg" Id="Re7c65180fc6e4111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ca4cacda6a490b" /><ns0:Relationship Type="http://schemas.openxmlformats.org/officeDocument/2006/relationships/image" Target="/ppt/media/image.jpeg" Id="Rb2c8c5e4e75245dc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686813fe234b30" /><ns0:Relationship Type="http://schemas.openxmlformats.org/officeDocument/2006/relationships/image" Target="/ppt/media/image.jpeg" Id="Rb4add299dce4468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ec662bc4504133" /><ns0:Relationship Type="http://schemas.openxmlformats.org/officeDocument/2006/relationships/image" Target="/ppt/media/image.jpeg" Id="R462b013d08a54a91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31a7ec330a4abb" /><ns0:Relationship Type="http://schemas.openxmlformats.org/officeDocument/2006/relationships/image" Target="/ppt/media/image.jpeg" Id="Rce5446d8103e4e74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e72b11af6044b0" /><ns0:Relationship Type="http://schemas.openxmlformats.org/officeDocument/2006/relationships/image" Target="/ppt/media/image.jpeg" Id="Ra20f5db796544a5c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9cd659ef5e4870" /><ns0:Relationship Type="http://schemas.openxmlformats.org/officeDocument/2006/relationships/image" Target="/ppt/media/image.jpeg" Id="R9bfd33a937544315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11ed9d209a4df5" /><ns0:Relationship Type="http://schemas.openxmlformats.org/officeDocument/2006/relationships/image" Target="/ppt/media/image.jpeg" Id="Ra66e141091eb4c05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dfa2076f6c49cd" /><ns0:Relationship Type="http://schemas.openxmlformats.org/officeDocument/2006/relationships/image" Target="/ppt/media/image.jpeg" Id="Ra43856d7448548fe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c8c8e7aad942a5" /><ns0:Relationship Type="http://schemas.openxmlformats.org/officeDocument/2006/relationships/image" Target="/ppt/media/image.jpeg" Id="Rccc57655f2854570" /><ns0:Relationship Type="http://schemas.openxmlformats.org/officeDocument/2006/relationships/hyperlink" Target="https://www.elsakerhetsverket.se/privatpersoner/om-du-drabbas-av-en-elolycka/vad-kan-orsaka-en-elolycka/" TargetMode="External" Id="R7fd1e4a8dba44e1d" /><ns0:Relationship Type="http://schemas.openxmlformats.org/officeDocument/2006/relationships/hyperlink" Target="https://www.elsakerhetsverket.se/privatpersoner/om-du-drabbas-av-en-elolycka/vad-gor-jag-vid-en-elolycka/" TargetMode="External" Id="R3fa0584909a845f2" /><ns0:Relationship Type="http://schemas.openxmlformats.org/officeDocument/2006/relationships/hyperlink" Target="https://www.transportstyrelsen.se/sv/sjofart/Fartyg/Fartygskonstruktion/Elinstallationer/Lagar-foreskrifter-och-standarder/" TargetMode="External" Id="R50d0c94938d3441c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kan öka möjligheten för ström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Skadad arbetslampa på vått metalldäck. Spänningsnivå och skyddsfunktion är inte verifierade.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ur fallet och förklara hur var och en kan öka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Strömgenomgång innebär en strömväg genom kroppen. Ljusbåge kan ge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utan att personen ingår i den elektriska strömvägen.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skademekanismen för varje händelse och ange den avgörande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Uberöring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potentialerna hos två punkter som kan beröras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Hölje och ledande struktur skiljer 60 V i potential. Båda kan beröras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de två kontaktpunkterna. Använd deras potentialskillnad, inte ett godtyckligt jordvärde.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över en närliggande ledande struktur. En person kan beröra båda. Vilken spänning är relevant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    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spänning i V och R den antagna resistansen i Ω. Kroppens verkliga egenskaper varierar.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resistiv räknemodell: U = 24 V och R = 2 000 Ω. Värdet på R är ett antagande.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modellströmmen. Förklara varför ett antaget R inte kan fastställa en säker exponeringsgräns.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modell antar U = 24 V och R = 2 000 Ω. Beräkna strömmen. Varför visar svaret ingen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 observationen är en släckt panel efter STOPP. Spänningslöshet har inte verifierats.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observationen faktiskt visar och vilken kontroll som ännu saknas enligt arbetsplanen.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räcker det inte som bevis för frånvaro av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112 vid akut fara och följ räddningsinstruktioner.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Kontakta sjukvården efter strömgenomgång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ansvarig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U/Rslinga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 V-batteri med stor kortslutningsförmåga. Ingen total felresistans anges, så exakt ström kan inte beräknas.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en följd av hög felström, exempelvis värme eller brand.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person eller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Vid akut fara larmas 112. Vid högspänning säkrar ansvarig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säkerheten för hjälparen kommer före direkt kroppskontakt. Följ larm- och räddningsinstruktioner.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Vilken princip kommer före kroppskontakt med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Rekommendera avbrott, säker plats och sjukvårdskontakt. Beskriv även rapportering enligt arbetsplatsens rutin.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Avsaknad av personskada säger inget säkert om hur allvarlig nästa liknande händelse kan bli.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Felansluten mätledning gav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Koppla rapportering till förebyggande åtgärder. Skilj händelsen från antaganden om personens avsikt.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mätledning skapar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 åtgärd hindrar fortsatt exponering. Förebyggande åtgärd minskar risken att bristen återkommer.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Synlig skada på sladd före användning. Ingen reparation eller återgång är godkänd.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händer med utrustningen nu och hur kontrollrutinen kan förbättras.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åtgärd direkt och en åtgärd som minskar risken för upprepning.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uppgift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AFE2E5B0-656F-4861-953F-CA0D6620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