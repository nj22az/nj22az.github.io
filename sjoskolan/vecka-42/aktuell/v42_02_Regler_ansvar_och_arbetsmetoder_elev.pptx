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tre arbetsmetoder: utan spänning, med spänning och nära spänning (avsnitt 6.2–6.4).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ESA delar in i fyra: utan och med spänning, inom och utanför närområdet.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mråden kring en spänningssatt del: risk" descr="Områden kring en spänningssatt del: riskområde, närområde och utanför närområd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415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behöver ändrad elektrisk utrustning. Underlaget anger varken fartygstyp eller byggnadsår.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Begär fartygstyp, storlek, trafik och byggnads-/ombyggnadsdata.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relevant, kontrollerat avsnitt.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myndighetsföreskrift och en teknisk standard när du ska ta reda på vilka regler som gäller?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Utgåvans grund: SS-EN 50110-1 utgåva 4:2024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Vilken utgåva bygger den här boken på?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Jordning och kortslutning görs när anläggningen, arbetsmetoden och gällande krav kräver det.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Fartygstyp, storlek, trafik, byggnadsdata och vilket system det gäller påverkar vilka föreskrifter som gäller.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får ett fall om en elektrisk installation på ett fartyg. Vilka uppgifter behöver du innan du kan hänvisa till rätt TSFS?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hänvisning som är inaktuell och vad som behöver verifieras i ersättningsregelverket.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anger att TSFS 2014:1 gäller. Vad säger Transportstyrelsens regellista?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matning, reservmatning och risken att spänningen kommer tillbaka påverkar samma arbetsområde.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ett exempel på en hänvisning till en regel som går att kontrollera i efterhand, utan att du gissar en paragraf.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