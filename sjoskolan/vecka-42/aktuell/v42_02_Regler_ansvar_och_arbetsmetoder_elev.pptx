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e1bc35cda445a2" /><Relationship Type="http://schemas.openxmlformats.org/officeDocument/2006/relationships/extended-properties" Target="/docProps/app.xml" Id="Ra80f2e96c0b049d1" /><Relationship Type="http://schemas.openxmlformats.org/officeDocument/2006/relationships/officeDocument" Target="/ppt/presentation.xml" Id="R0fffc39f2d8641c7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fa5b71f3c304ba1" /><ns0:Relationship Type="http://schemas.openxmlformats.org/officeDocument/2006/relationships/slideMaster" Target="/ppt/slideMasters/slideMaster1.xml" Id="Re640ff36bf8b4815" /><ns0:Relationship Type="http://schemas.openxmlformats.org/officeDocument/2006/relationships/presProps" Target="/ppt/presProps.xml" Id="Rf3d5bd8ce60d4e58" /><ns0:Relationship Type="http://schemas.openxmlformats.org/officeDocument/2006/relationships/viewProps" Target="/ppt/viewProps.xml" Id="Rffb54e68aa114c5a" /><ns0:Relationship Type="http://schemas.openxmlformats.org/officeDocument/2006/relationships/tableStyles" Target="/ppt/tableStyles.xml" Id="Rd7be06892f8f4200" /><ns0:Relationship Type="http://schemas.openxmlformats.org/officeDocument/2006/relationships/slide" Target="/ppt/slides/slide1.xml" Id="R54ebf50525fd45f7" /><ns0:Relationship Type="http://schemas.openxmlformats.org/officeDocument/2006/relationships/slide" Target="/ppt/slides/slide2.xml" Id="Rd36e777fcf2b4e53" /><ns0:Relationship Type="http://schemas.openxmlformats.org/officeDocument/2006/relationships/slide" Target="/ppt/slides/slide3.xml" Id="R0b20062678984548" /><ns0:Relationship Type="http://schemas.openxmlformats.org/officeDocument/2006/relationships/slide" Target="/ppt/slides/slide4.xml" Id="R16184c275cd14212" /><ns0:Relationship Type="http://schemas.openxmlformats.org/officeDocument/2006/relationships/slide" Target="/ppt/slides/slide5.xml" Id="R31ad398cc7bc42b3" /><ns0:Relationship Type="http://schemas.openxmlformats.org/officeDocument/2006/relationships/slide" Target="/ppt/slides/slide6.xml" Id="R2dcd3d92ce1842f9" /><ns0:Relationship Type="http://schemas.openxmlformats.org/officeDocument/2006/relationships/slide" Target="/ppt/slides/slide7.xml" Id="R64103aacea6f44f7" /><ns0:Relationship Type="http://schemas.openxmlformats.org/officeDocument/2006/relationships/slide" Target="/ppt/slides/slide8.xml" Id="R56c47c3fd9354573" /><ns0:Relationship Type="http://schemas.openxmlformats.org/officeDocument/2006/relationships/slide" Target="/ppt/slides/slide9.xml" Id="Rdfb9d924cbf24c25" /><ns0:Relationship Type="http://schemas.openxmlformats.org/officeDocument/2006/relationships/slide" Target="/ppt/slides/slide10.xml" Id="R0ed8761c5e8042e5" /><ns0:Relationship Type="http://schemas.openxmlformats.org/officeDocument/2006/relationships/slide" Target="/ppt/slides/slide11.xml" Id="Rd9fcf4ed49934006" /><ns0:Relationship Type="http://schemas.openxmlformats.org/officeDocument/2006/relationships/slide" Target="/ppt/slides/slide12.xml" Id="Rdbf226e33fc74fab" /><ns0:Relationship Type="http://schemas.openxmlformats.org/officeDocument/2006/relationships/slide" Target="/ppt/slides/slide13.xml" Id="R9a192d11b4bd4221" /><ns0:Relationship Type="http://schemas.openxmlformats.org/officeDocument/2006/relationships/slide" Target="/ppt/slides/slide14.xml" Id="R7bbc6bd5576f4f89" /><ns0:Relationship Type="http://schemas.openxmlformats.org/officeDocument/2006/relationships/slide" Target="/ppt/slides/slide15.xml" Id="Rd488bacadced44ba" /><ns0:Relationship Type="http://schemas.openxmlformats.org/officeDocument/2006/relationships/slide" Target="/ppt/slides/slide16.xml" Id="R68a48a5880304594" /><ns0:Relationship Type="http://schemas.openxmlformats.org/officeDocument/2006/relationships/slide" Target="/ppt/slides/slide17.xml" Id="R912f1a43276046f9" /><ns0:Relationship Type="http://schemas.openxmlformats.org/officeDocument/2006/relationships/slide" Target="/ppt/slides/slide18.xml" Id="R9f9260507d894ada" /><ns0:Relationship Type="http://schemas.openxmlformats.org/officeDocument/2006/relationships/slide" Target="/ppt/slides/slide19.xml" Id="R6d7adac3217a4462" /><ns0:Relationship Type="http://schemas.openxmlformats.org/officeDocument/2006/relationships/slide" Target="/ppt/slides/slide20.xml" Id="Rca2a9558da614114" /><ns0:Relationship Type="http://schemas.openxmlformats.org/officeDocument/2006/relationships/slide" Target="/ppt/slides/slide21.xml" Id="R04528b5aae874468" /><ns0:Relationship Type="http://schemas.openxmlformats.org/officeDocument/2006/relationships/slide" Target="/ppt/slides/slide22.xml" Id="Rdc299620761a4ff3" /><ns0:Relationship Type="http://schemas.openxmlformats.org/officeDocument/2006/relationships/slide" Target="/ppt/slides/slide23.xml" Id="R4653225bac914c1d" /><ns0:Relationship Type="http://schemas.openxmlformats.org/officeDocument/2006/relationships/slide" Target="/ppt/slides/slide24.xml" Id="R134b23bb7b144db2" /><ns0:Relationship Type="http://schemas.openxmlformats.org/officeDocument/2006/relationships/slide" Target="/ppt/slides/slide25.xml" Id="R129dad26656d4761" /><ns0:Relationship Type="http://schemas.openxmlformats.org/officeDocument/2006/relationships/slide" Target="/ppt/slides/slide26.xml" Id="Rbe2741e2ff7d4bc9" /><ns0:Relationship Type="http://schemas.openxmlformats.org/officeDocument/2006/relationships/slide" Target="/ppt/slides/slide27.xml" Id="R98cb878c0b084746" /><ns0:Relationship Type="http://schemas.openxmlformats.org/officeDocument/2006/relationships/slide" Target="/ppt/slides/slide28.xml" Id="R056882fc60154c72" /><ns0:Relationship Type="http://schemas.openxmlformats.org/officeDocument/2006/relationships/slide" Target="/ppt/slides/slide29.xml" Id="R0d042e8e28684994" /><ns0:Relationship Type="http://schemas.openxmlformats.org/officeDocument/2006/relationships/slide" Target="/ppt/slides/slide30.xml" Id="R9a1226493c524c71" /><ns0:Relationship Type="http://schemas.openxmlformats.org/officeDocument/2006/relationships/slide" Target="/ppt/slides/slide31.xml" Id="R2500e8cbc89b4b59" /><ns0:Relationship Type="http://schemas.openxmlformats.org/officeDocument/2006/relationships/slide" Target="/ppt/slides/slide32.xml" Id="R503067a7928c4843" /><ns0:Relationship Type="http://schemas.openxmlformats.org/officeDocument/2006/relationships/slide" Target="/ppt/slides/slide33.xml" Id="R339ec4fb8e754032" /><ns0:Relationship Type="http://schemas.openxmlformats.org/officeDocument/2006/relationships/slide" Target="/ppt/slides/slide34.xml" Id="R2f4e3faec2d34754" /><ns0:Relationship Type="http://schemas.openxmlformats.org/officeDocument/2006/relationships/slide" Target="/ppt/slides/slide35.xml" Id="Rdf20fb277b12470f" /><ns0:Relationship Type="http://schemas.openxmlformats.org/officeDocument/2006/relationships/slide" Target="/ppt/slides/slide36.xml" Id="Ra0b615b23b0c45ae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8f2ee3ea1f4f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064c14c9bf4b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ce443bd1145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eff317cc743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8dae0684648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11203a2d6494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52b5128bf40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d3cfa5d044e4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3037b49cf7460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0cc2fc1cdc448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d86009b3854c69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66558c20f842bc" /><Relationship Type="http://schemas.openxmlformats.org/officeDocument/2006/relationships/slideLayout" Target="/ppt/slideLayouts/slideLayout1.xml" Id="R39286e2339684f89" /><Relationship Type="http://schemas.openxmlformats.org/officeDocument/2006/relationships/slideLayout" Target="/ppt/slideLayouts/slideLayout2.xml" Id="Re507c463075e4643" /><Relationship Type="http://schemas.openxmlformats.org/officeDocument/2006/relationships/slideLayout" Target="/ppt/slideLayouts/slideLayout3.xml" Id="R379876eeeb7f4e0b" /><Relationship Type="http://schemas.openxmlformats.org/officeDocument/2006/relationships/slideLayout" Target="/ppt/slideLayouts/slideLayout4.xml" Id="R8ef0117217c349e7" /><Relationship Type="http://schemas.openxmlformats.org/officeDocument/2006/relationships/slideLayout" Target="/ppt/slideLayouts/slideLayout5.xml" Id="R7c32ad22e3d94d4c" /><Relationship Type="http://schemas.openxmlformats.org/officeDocument/2006/relationships/slideLayout" Target="/ppt/slideLayouts/slideLayout6.xml" Id="Rf2b44dd01f3943d3" /><Relationship Type="http://schemas.openxmlformats.org/officeDocument/2006/relationships/slideLayout" Target="/ppt/slideLayouts/slideLayout7.xml" Id="Rb14eef8fcd2e4b9d" /><Relationship Type="http://schemas.openxmlformats.org/officeDocument/2006/relationships/slideLayout" Target="/ppt/slideLayouts/slideLayout8.xml" Id="R3e6491b1a26f4d2b" /><Relationship Type="http://schemas.openxmlformats.org/officeDocument/2006/relationships/slideLayout" Target="/ppt/slideLayouts/slideLayout9.xml" Id="R0ac546e4d1db4b24" /><Relationship Type="http://schemas.openxmlformats.org/officeDocument/2006/relationships/slideLayout" Target="/ppt/slideLayouts/slideLayout10.xml" Id="R017f184af33c4770" /><Relationship Type="http://schemas.openxmlformats.org/officeDocument/2006/relationships/slideLayout" Target="/ppt/slideLayouts/slideLayout11.xml" Id="R22530b566f1d415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5b0ad5c9004923" /><ns0:Relationship Type="http://schemas.openxmlformats.org/officeDocument/2006/relationships/image" Target="/ppt/media/image.jpeg" Id="R865480ebdfde45d0" /><ns0:Relationship Type="http://schemas.openxmlformats.org/officeDocument/2006/relationships/image" Target="/ppt/media/image.png" Id="Rb3eebadb62c841d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331329fa004e6d" /><ns0:Relationship Type="http://schemas.openxmlformats.org/officeDocument/2006/relationships/image" Target="/ppt/media/image.jpeg" Id="R12a2a1675f304942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00b52c1c744ff2" /><ns0:Relationship Type="http://schemas.openxmlformats.org/officeDocument/2006/relationships/image" Target="/ppt/media/image.jpeg" Id="Rbec8c1272cbc40c7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c8a88353964750" /><ns0:Relationship Type="http://schemas.openxmlformats.org/officeDocument/2006/relationships/image" Target="/ppt/media/image.jpeg" Id="R2d31008bc8cf479f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b7b189180a4b92" /><ns0:Relationship Type="http://schemas.openxmlformats.org/officeDocument/2006/relationships/image" Target="/ppt/media/image.jpeg" Id="Rc83bb16bc7a84c1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0afe5452484dde" /><ns0:Relationship Type="http://schemas.openxmlformats.org/officeDocument/2006/relationships/image" Target="/ppt/media/image.jpeg" Id="R0108dd84537147a6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8dd3c0eb554750" /><ns0:Relationship Type="http://schemas.openxmlformats.org/officeDocument/2006/relationships/image" Target="/ppt/media/image.jpeg" Id="Rc0da79f08a8a4656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96305c9fffc46cd" /><ns0:Relationship Type="http://schemas.openxmlformats.org/officeDocument/2006/relationships/image" Target="/ppt/media/image.jpeg" Id="Raadf5702e0a349c8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89ebfac52c434e" /><ns0:Relationship Type="http://schemas.openxmlformats.org/officeDocument/2006/relationships/image" Target="/ppt/media/image.jpeg" Id="R104c9c42e6134b4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f2ece768784bd7" /><ns0:Relationship Type="http://schemas.openxmlformats.org/officeDocument/2006/relationships/image" Target="/ppt/media/image.jpeg" Id="R3c740986664f447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28e6a067c647be" /><ns0:Relationship Type="http://schemas.openxmlformats.org/officeDocument/2006/relationships/image" Target="/ppt/media/image.jpeg" Id="R27a0eeae00de492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1b956803a04e98" /><ns0:Relationship Type="http://schemas.openxmlformats.org/officeDocument/2006/relationships/image" Target="/ppt/media/image.jpeg" Id="R3c143cc929d04045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46d3fdba04f37" /><ns0:Relationship Type="http://schemas.openxmlformats.org/officeDocument/2006/relationships/image" Target="/ppt/media/image.jpeg" Id="R61f58354b84a4c2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a3e81ad2884588" /><ns0:Relationship Type="http://schemas.openxmlformats.org/officeDocument/2006/relationships/image" Target="/ppt/media/image.jpeg" Id="Rf50cb0f619074a3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bf5bd2db4b4cde" /><ns0:Relationship Type="http://schemas.openxmlformats.org/officeDocument/2006/relationships/image" Target="/ppt/media/image.jpeg" Id="Ree98f900e4204984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d3e7ad2da04d96" /><ns0:Relationship Type="http://schemas.openxmlformats.org/officeDocument/2006/relationships/image" Target="/ppt/media/image.jpeg" Id="Rc701c24ddb1b412b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126de955054789" /><ns0:Relationship Type="http://schemas.openxmlformats.org/officeDocument/2006/relationships/image" Target="/ppt/media/image.jpeg" Id="Rb8353b24ef664a7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6ef23a9782438b" /><ns0:Relationship Type="http://schemas.openxmlformats.org/officeDocument/2006/relationships/image" Target="/ppt/media/image.jpeg" Id="R9ebacdae50f64050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8fd76d49f1406d" /><ns0:Relationship Type="http://schemas.openxmlformats.org/officeDocument/2006/relationships/image" Target="/ppt/media/image.jpeg" Id="R6ab937a0017b4e8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3023abe68f4e4b" /><ns0:Relationship Type="http://schemas.openxmlformats.org/officeDocument/2006/relationships/image" Target="/ppt/media/image.jpeg" Id="R297033e3a77446c6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b1433e57ff4572" /><ns0:Relationship Type="http://schemas.openxmlformats.org/officeDocument/2006/relationships/image" Target="/ppt/media/image.jpeg" Id="Rf0c3decc5f874b0e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1a147cf2794194" /><ns0:Relationship Type="http://schemas.openxmlformats.org/officeDocument/2006/relationships/image" Target="/ppt/media/image.jpeg" Id="R0d244bb738a24d79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c4d843cb00468b" /><ns0:Relationship Type="http://schemas.openxmlformats.org/officeDocument/2006/relationships/image" Target="/ppt/media/image.jpeg" Id="R10c60074eea34ce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4000e34d7e499c" /><ns0:Relationship Type="http://schemas.openxmlformats.org/officeDocument/2006/relationships/image" Target="/ppt/media/image.jpeg" Id="R9939156fe21c456f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1df587b03d48a4" /><ns0:Relationship Type="http://schemas.openxmlformats.org/officeDocument/2006/relationships/image" Target="/ppt/media/image.jpeg" Id="R64e2cd29b6354a7c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bed566300a4279" /><ns0:Relationship Type="http://schemas.openxmlformats.org/officeDocument/2006/relationships/image" Target="/ppt/media/image.jpeg" Id="R0521864f926b4d6a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07cb459c184d81" /><ns0:Relationship Type="http://schemas.openxmlformats.org/officeDocument/2006/relationships/image" Target="/ppt/media/image.jpeg" Id="Ra186abc70ab14b0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ed7bb2e0f341b4" /><ns0:Relationship Type="http://schemas.openxmlformats.org/officeDocument/2006/relationships/image" Target="/ppt/media/image.jpeg" Id="Rb18e7184150141b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9e0ad289454611" /><ns0:Relationship Type="http://schemas.openxmlformats.org/officeDocument/2006/relationships/image" Target="/ppt/media/image.jpeg" Id="R3edcbe491dec40d5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cb31400ac649b9" /><ns0:Relationship Type="http://schemas.openxmlformats.org/officeDocument/2006/relationships/image" Target="/ppt/media/image.jpeg" Id="Rbd1a8a2d82354c70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ccb29f6da5413f" /><ns0:Relationship Type="http://schemas.openxmlformats.org/officeDocument/2006/relationships/image" Target="/ppt/media/image.jpeg" Id="Rd4529ea062f5414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d27151175a4e40" /><ns0:Relationship Type="http://schemas.openxmlformats.org/officeDocument/2006/relationships/image" Target="/ppt/media/image.jpeg" Id="R1a941a42deb3445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8f45083b124b90" /><ns0:Relationship Type="http://schemas.openxmlformats.org/officeDocument/2006/relationships/image" Target="/ppt/media/image.jpeg" Id="Raf3477a28e6342d1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4537ef70b3495b" /><ns0:Relationship Type="http://schemas.openxmlformats.org/officeDocument/2006/relationships/image" Target="/ppt/media/image.jpeg" Id="Rf6884e6a20cf4b5a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c49204afee4432" /><ns0:Relationship Type="http://schemas.openxmlformats.org/officeDocument/2006/relationships/image" Target="/ppt/media/image.jpeg" Id="Rbbc0e0894b614b55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cbfd9fbd284480" /><ns0:Relationship Type="http://schemas.openxmlformats.org/officeDocument/2006/relationships/image" Target="/ppt/media/image.jpeg" Id="R3defe174d9e043db" /><ns0:Relationship Type="http://schemas.openxmlformats.org/officeDocument/2006/relationships/hyperlink" Target="https://elstandard.se/documents/preview/3246401" TargetMode="External" Id="R07536d3dd6bf40dd" /><ns0:Relationship Type="http://schemas.openxmlformats.org/officeDocument/2006/relationships/hyperlink" Target="https://www.energiforetagen.se/48f4fe/globalassets/forlag/ebr-meddelanden/ebr-meddelande-nr-1-2026.pdf" TargetMode="External" Id="Rcb6df3f59e5c448f" /><ns0:Relationship Type="http://schemas.openxmlformats.org/officeDocument/2006/relationships/hyperlink" Target="https://www.transportstyrelsen.se/sv/sjofart/Fartyg/Fartygskonstruktion/Elinstallationer/Lagar-foreskrifter-och-standarder/" TargetMode="External" Id="R064d12425fe64e73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Fyra arbetsmetoder: utan spänning, med spänning,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inom närområdet och utanför närområdet.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tillkoppling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Standard kan ge en teknisk metod. Lokal anvisning beskriver arbetet.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dokumentens uppgift. Förklara varför tillämpningsområdet måste kontrolleras först.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en myndighetsföreskrift från en teknisk standard i regelvalet?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Kursunderlag: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utgåvenummer identifierar en version. En äldre version kan ha passerat sin övergångstid.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SEK:s uppgift i kursunderlaget: övergången från utgåva 3 löpte ut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version med den angivna aktuella versionen. Kontrollera även lokala anvisningar.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används som grund i detta höstmaterial?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spänning, med spänning, inom och utanför närområde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Arbetsmetoderna skiljer sig i exponering och nödvändiga säkerhetsförutsättningar.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Benämningarna följer EBR ESA 2026 i denna kursöversikt. Lektionen innebär ingen ESA-certifiering.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benämningarna. Valet av metod måste motiveras för det faktiska arbetet.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 som tas upp i ESA 2026-översikten.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tillkoppling,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tillämpas enligt anläggning, arbetsmetod och gällande krav.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enbart frånskiljning inte som hela beredningen för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ansvarig och mottagare behöver vara klara.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verifierade kontrollresultat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saknade uppgifter och ange varför var och en hindrar ett säkert startbeslut.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Landmatningen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arbetet. Driftorganisationen samordnar drift och kopplingsåtgärder.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Gruppen saknar utsedd ledning för det aktuella arbetet. ”Alla håller koll” är den enda rollfördelningen.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besluts- eller samordningsuppgift som annars riskerar att falla mellan personer.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saknar utsedd ledning för elsäkerheten i arbetsmomentet. Kan ett allmänt muntligt ”alla håller koll” ersätta detta?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berört system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sådana fartygsdata är givna. Därför ska uppgiften besvaras med informationsbehov, inte gissad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nödvändiga uppgifter och förklara hur de används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behövs innan du väljer TSFS-hänvisning?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TSFS 2014:1 är upphävd genom TSFS 2019:4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anger upphävandet. Ett nytt föreskriftsnummer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Underlagssidan kallar TSFS 2014:1 aktuell. Kursfallet ger inget stöd för att använda den så.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underlagssida anger TSFS 2014:1 som aktuell. Vad visar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Normalmatning, reservmatning och möjlig återspänningssättning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planens energikällor med fallets. Ange vilken komplettering som behövs före fortsatt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kontrollerat avsnitt och varför det gäller just detta arbetsfall.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kräver ett exempel på struktur. Saknade fartygsdata eller okända avsnitt ska redovisas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hänvisningsmall med dokument och motivering. Lämna ingen påhittad paragraf som ett faktum.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hur en regelhänvisning kan göras spårbar utan att gissa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BA2C4B15-CC1B-45EB-8308-C0729578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