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2.html" TargetMode="External"/><Relationship Id="rId3" Type="http://schemas.openxmlformats.org/officeDocument/2006/relationships/hyperlink" Target="https://www.transportstyrelsen.se/TSFS/TSFS%202017_26.pdf" TargetMode="External"/><Relationship Id="rId4" Type="http://schemas.openxmlformats.org/officeDocument/2006/relationships/hyperlink" Target="https://www.transportstyrelsen.se/TSFS/TSFS%202019_4k.pdf" TargetMode="External"/><Relationship Id="rId5" Type="http://schemas.openxmlformats.org/officeDocument/2006/relationships/hyperlink" Target="https://www.transportstyrelsen.se/TSFS/TSFS%202019_56k.pdf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Regler, ansvar och arbetsmetoder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Vilka regler gäller, vem gör vad, och hur arbetet blir säkert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Tisdag 13 oktober · 15.00–17.00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3 · Elteknik och ellära</a:t>
            </a:r>
          </a:p>
        </p:txBody>
      </p:sp>
      <p:sp>
        <p:nvSpPr>
          <p:cNvPr id="8" name="Dag: Tisdag 1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13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säkert, i rätt ordning, och skriver ner vad du har gjort.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skilja föreskrift, standard och arbetsanvisning.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säga vilka regler som gäller ett fartyg och varför.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beskriva de fem säkerhetsåtgärderna och vem som ger besked.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Är samma regelverk automatiskt tillämpligt i en fabrik och ombord på ett fartyg?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Regler och arbetsmetoder (avsnitt 1–4)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Roller, regler för fartyg och avgränsning (avsnitt 5–7) och två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Underlag för regelval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Tre sorters dokument med olika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Föreskrift: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bindande krav inom ett bestämt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Standard: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tekniska och organisatoriska metoder.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Lokal arbetsanvisning: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preciserar organisation och arbete på just den här arbetsplatsen.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spårbar hänvisning anger dokumentets nummer, utgåva och tillämpning.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Reglernas olika uppgifter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Tillämpningsområdet måste vara känt.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Föreskrifter anger bindande krav inom sitt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Standarder och anvisningar ger tekniskt och organisatoriskt stöd.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Fartygets kategori, trafik och byggnadsdata påverkar regelvalet.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standardhänvisning ersätter inte bedömningen.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SS-EN 50110-1 och 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3317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Tre arbetsmetoder i standarden, fyra i ESA.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SS-EN 50110-1 utgåva 4:2024 behandlar drift av och arbete på elanläggningar. Den har tre metoder: arbete utan spänning, med spänning och nära spänning.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Elbranschens anvisningar EBR ESA 2026 gäller från 29 maj 2026. ESA har fyra metoder: de tre och arbete utanför närområdet.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Kursen ger en översikt. Den är ingen ESA-certifiering.</a:t>
            </a:r>
          </a:p>
        </p:txBody>
      </p:sp>
      <p:pic>
        <p:nvPicPr>
          <p:cNvPr id="5" name="Figur: Riskområde och närområde som skal runt en spänningssatt del, åt alla håll. En person står utanför närområdet. Med spänning: arbete i riskområdet; nära spänning: arbete i närområdet; utan spänning: efter de fem säkerhetsåtgärderna." descr="Riskområde och närområde som skal runt en spänningssatt del, åt alla håll. En person står utanför närområdet. Med spänning: arbete i riskområdet; nära spänning: arbete i närområdet; utan spänning: efter de fem säkerhetsåtgärdern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596" y="3840479"/>
            <a:ext cx="3940806" cy="205740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Fem säkerhetsåtgärder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Arbete utan spänning kräver fem åtgärder i följd.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Det räcker inte att frånskilja. Alla fem åtgärderna planeras före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Varje åtgärds tillämpning avgörs för anläggningen och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Ordningen står i figuren: frånskilj, skydda mot återinkoppling, kontrollera spänningslöshet, jorda och kortslut, skydda mot närliggande spänningssatta delar.</a:t>
            </a:r>
          </a:p>
        </p:txBody>
      </p:sp>
      <p:pic>
        <p:nvPicPr>
          <p:cNvPr id="5" name="Figur: De fem säkerhetsåtgärderna i ordning: frånskilj fullständigt, skydda mot återinkoppling, kontrollera spänningslöshet, jorda och kortslut, skydda mot närliggande spänningssatta delar." descr="De fem säkerhetsåtgärderna i ordning: frånskilj fullständigt, skydda mot återinkoppling, kontrollera spänningslöshet, jorda och kortslut, skydda mot närliggande spänningssatta del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Föreskrift eller standard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Aktuell utgåva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Arbetsmetoder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87368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4087368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87368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Säkerhetsåtgärder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01184"/>
            <a:ext cx="8046720" cy="996695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nj22az.github.io/sjoskolan/vecka-42/aktuell/Del_2.html</a:t>
            </a:r>
          </a:p>
        </p:txBody>
      </p:sp>
      <p:pic>
        <p:nvPicPr>
          <p:cNvPr id="18" name="Picture 1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4 Övningar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16.00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Roller och kommunikation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Utsedd person, avgränsat uppdrag, tydligt besked.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Elsäkerhetsledaren leder säkerheten för det aktuella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Driftorganisationen samordnar drift och kopplingsåtgärder.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Planens ”kopplingsansvarig” måste preciseras i den lokala organisationen.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Namn, funktion och överlämning ska vara entydiga.</a:t>
            </a:r>
          </a:p>
        </p:txBody>
      </p:sp>
      <p:pic>
        <p:nvPicPr>
          <p:cNvPr id="5" name="Figur: Besked mellan driftorganisation, elsäkerhetsledare och arbetslag: kopplingsbesked, startbesked, klart och återlämning. Varje besked anger objekt, gräns, kontroller, namn och tid och repeteras och kvitteras." descr="Besked mellan driftorganisation, elsäkerhetsledare och arbetslag: kopplingsbesked, startbesked, klart och återlämning. Varje besked anger objekt, gräns, kontroller, namn och tid och repeteras och kvittera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Regler för fartyg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Fartygstyp och tillämpningsområde styr.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Fartyg i nationell sjöfart: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2017:26 om fartyg i nationell sjöfart.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Fartyg med internationella certifikat: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2019:4 om maskininstallation, elektrisk installation och periodvis obemannat maskinrum.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Arbetsmiljön ombord: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TSFS 2019:56. Där räknas redaren som arbetsgivare.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Rutinerna ombord: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ISM-koden kräver ett säkerhetsstyrningssystem (SMS) med fartygets rutiner för säkert arbete.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IEC 60092 behandlar elinstallationer på fartyg. SS-EN 50110-1 har inte utvecklats specifikt för sjögående fartyg.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Avgränsning före beslut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Rätt objekt och alla berörda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Arbetsområdet kan påverkas av fler än en matning.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Reservkraft, UPS och lagrad energi ingår i kartläggningen.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Arbetsberedningen anger vad som får påbörjas, av vem och under vilka verifierade förutsättningar.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regelval utan gissning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fartyg ska få en ny landanslutning. Underlaget säger bara ”enligt gällande regler”.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Tillämplighet måste kontrolleras före hänvisning.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Skriv upp vilka uppgifter om fartyget som saknas i underlaget. Gissa dem inte.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Matcha uppgifterna mot föreskriftens tillämpningsområde.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Dokumentera aktuell version och det avsnitt du har kontrollerat.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Ett standardnamn ensamt visar inte vilka bindande krav som gäller för ändringen.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två matningsvägar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Arbete planeras på K3. Landanslutningen är beskriven, men ritningen visar också ett UPS-spår.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Arbetsgränsen omfattar alla berörda energikällor.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UPS-vägen finns i ritningen men saknas i planen.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Osäkerhet: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K3 kan ha en ytterligare möjlig matning.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Beslut: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arbetet på K3 startar inte förrän vägen och skyddsåtgärderna är verifierade.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Planen anger ansvarig, utförda kontroller och ett tydligt besked för det avgränsade arbetet.</a:t>
            </a:r>
          </a:p>
        </p:txBody>
      </p:sp>
      <p:pic>
        <p:nvPicPr>
          <p:cNvPr id="6" name="Figur: K3 matas från landanslutningen, som finns i planen, och från en UPS, som finns i ritningen men inte i planen." descr="K3 matas från landanslutningen, som finns i planen, och från en UPS, som finns i ritningen men inte i plan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00986"/>
            <a:ext cx="3794760" cy="2999027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Otydligt besked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minuter. Skriv ditt svar i chatten. Övning 2.6–2.10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nj22az.github.io/sjoskolan/vecka-42/aktuell/Del_2.html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  ·  Del 2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Hur visar du att en regelhänvisning verkligen gäller ditt arbetsfall?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Komplettera riskbedömningen med ansvar, vald arbetsmetod och motiverad regelhänvisning. Inlämningen senast fredag 16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föreskrift är bindande inom sitt tillämpningsområde. En standard och en arbetsanvisning ger stöd.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Ombord styr fartygets typ och certifikat vilka regler som gäller: TSFS 2017:26, TSFS 2019:4 och TSFS 2019:56.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Arbete utan spänning: fem säkerhetsåtgärder, en utsedd elsäkerhetsledare och tydliga besked.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2. Tryck på ”Jag har läst del 2”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2.6–2.10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Börja på inlämningen: uppgift 1 och 2.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Fredag 09.00: del 3, Riskbedömning och skydd.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Läs texterna och gör quizet senast torsdag 15 oktober. Inlämningen senast fredag 16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2 Regler, ansvar och arbetsmetoder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Transportstyrelsen: TSFS 2017:26 om fartyg i nationell sjöfart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Transportstyrelsen: TSFS 2019:4 om maskininstallation och elektrisk installation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TSFS 2019:56 (konsoliderad) om arbetsmiljö på fartyg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SS-EN 50110-1 utgåva 4:2024, Skötsel av elektriska anläggningar (SEK Svensk Elstandard)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EBR ESA 2026, Elsäkerhetsanvisningar (Energiföretagen Sverige)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Tisdag · Regler, ansvar och arbetsmetoder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