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2/aktuell/Del_2.html" TargetMode="External"/><Relationship Id="rId3" Type="http://schemas.openxmlformats.org/officeDocument/2006/relationships/hyperlink" Target="https://www.transportstyrelsen.se/TSFS/TSFS%202017_26.pdf" TargetMode="External"/><Relationship Id="rId4" Type="http://schemas.openxmlformats.org/officeDocument/2006/relationships/hyperlink" Target="https://www.transportstyrelsen.se/TSFS/TSFS%202019_4k.pdf" TargetMode="External"/><Relationship Id="rId5" Type="http://schemas.openxmlformats.org/officeDocument/2006/relationships/hyperlink" Target="https://www.transportstyrelsen.se/TSFS/TSFS%202019_56k.pdf" TargetMode="External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2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1645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Regler, ansvar och arbetsmetoder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Vilka regler gäller, vem gör vad, och hur arbetet blir säkert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42 · Tisdag 13 oktober · 15.00–17.00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2 av 3 · Elteknik och ellära</a:t>
            </a:r>
          </a:p>
        </p:txBody>
      </p:sp>
      <p:pic>
        <p:nvPicPr>
          <p:cNvPr id="8" name="Picture 7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följer reglerna för säkert elarbete ombord när du mäter och bedömer risker.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128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30552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kan förklara hur el kan skada och hur man arbetar säkert, vid både låg och hög spänning.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43784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arbetar säkert, i rätt ordning, och skriver ner vad du har gjort.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4176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8046720" cy="1746503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skilja föreskrift, standard och arbetsanvisning.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säga vilka regler som gäller ett fartyg och varför.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beskriva de fem säkerhetsåtgärderna och vem som ger besked.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Är samma regelverk automatiskt tillämpligt i en fabrik och ombord på ett fartyg?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ja eller nej i chatten, och ett ord om varför.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8424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Regler och arbetsmetoder (avsnitt 1–4)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51176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2.1–2.4 tillsammans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18104"/>
            <a:ext cx="804672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118104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15.50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118104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85032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16.00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685032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Roller, regler för fartyg och avgränsning (avsnitt 5–7) och två exempel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16.25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2.5 tillsammans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1888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16.40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81888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19" name="Picture 18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Underlag för regelval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Tre sorters dokument med olika uppgifter.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Föreskrift: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bindande krav inom ett bestämt tillämpningsområde.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Standard: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beskriver tekniska och organisatoriska metoder.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Lokal arbetsanvisning: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preciserar organisation och arbete på just den här arbetsplatsen.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spårbar hänvisning anger dokumentets nummer, utgåva och tillämpning.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Reglernas olika uppgifter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Tillämpningsområdet måste vara känt.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Föreskrifter anger bindande krav inom sitt tillämpningsområde.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Standarder och anvisningar ger tekniskt och organisatoriskt stöd.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Fartygets kategori, trafik och byggnadsdata påverkar regelvalet.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standardhänvisning ersätter inte bedömningen.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avsnitt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SS-EN 50110-1 och 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3317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Tre arbetsmetoder i standarden, fyra i ESA.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SS-EN 50110-1 utgåva 4:2024 behandlar drift av och arbete på elanläggningar. Den har tre metoder: arbete utan spänning, med spänning och nära spänning.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Elbranschens anvisningar EBR ESA 2026 gäller från 29 maj 2026. ESA har fyra metoder: de tre och arbete utanför närområdet.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Kursen ger en översikt. Den är ingen ESA-certifiering.</a:t>
            </a:r>
          </a:p>
        </p:txBody>
      </p:sp>
      <p:pic>
        <p:nvPicPr>
          <p:cNvPr id="5" name="Figur: Riskområde och närområde som skal runt en spänningssatt del, åt alla håll. En person står utanför närområdet. Med spänning: arbete i riskområdet; nära spänning: arbete i närområdet; utan spänning: efter de fem säkerhetsåtgärderna." descr="Riskområde och närområde som skal runt en spänningssatt del, åt alla håll. En person står utanför närområdet. Med spänning: arbete i riskområdet; nära spänning: arbete i närområdet; utan spänning: efter de fem säkerhetsåtgärdern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596" y="3840479"/>
            <a:ext cx="3940806" cy="205740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avsnitt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Fem säkerhetsåtgärder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Arbete utan spänning kräver fem åtgärder i följd.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Det räcker inte att frånskilja. Alla fem åtgärderna planeras före arbetet.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Varje åtgärds tillämpning avgörs för anläggningen och arbetet.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Ordningen står i figuren: frånskilj, skydda mot återinkoppling, kontrollera spänningslöshet, jorda och kortslut, skydda mot närliggande spänningssatta delar.</a:t>
            </a:r>
          </a:p>
        </p:txBody>
      </p:sp>
      <p:pic>
        <p:nvPicPr>
          <p:cNvPr id="5" name="Figur: De fem säkerhetsåtgärderna i ordning: frånskilj fullständigt, skydda mot återinkoppling, kontrollera spänningslöshet, jorda och kortslut, skydda mot närliggande spänningssatta delar." descr="De fem säkerhetsåtgärderna i ordning: frånskilj fullständigt, skydda mot återinkoppling, kontrollera spänningslöshet, jorda och kortslut, skydda mot närliggande spänningssatta dela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70292"/>
            <a:ext cx="3794760" cy="3883174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avsnitt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2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Föreskrift eller standard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Aktuell utgåva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Arbetsmetoder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87368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4087368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87368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Säkerhetsåtgärder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01184"/>
            <a:ext cx="8046720" cy="996695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Ledtrådar och facit finns på delsidan.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nj22az.github.io/sjoskolan/vecka-42/aktuell/Del_2.html</a:t>
            </a:r>
          </a:p>
        </p:txBody>
      </p:sp>
      <p:pic>
        <p:nvPicPr>
          <p:cNvPr id="18" name="Picture 17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4 Övningar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60520" y="2011680"/>
            <a:ext cx="822960" cy="73152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4800" b="1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4A4A4A"/>
                </a:solidFill>
                <a:latin typeface="Calibri"/>
              </a:rPr>
              <a:t>Vi fortsätter 16.00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Roller och kommunikation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Utsedd person, avgränsat uppdrag, tydligt besked.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Elsäkerhetsledaren leder säkerheten för det aktuella arbetet.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Driftorganisationen samordnar drift och kopplingsåtgärder.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Planens ”kopplingsansvarig” måste preciseras i den lokala organisationen.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Namn, funktion och överlämning ska vara entydiga.</a:t>
            </a:r>
          </a:p>
        </p:txBody>
      </p:sp>
      <p:pic>
        <p:nvPicPr>
          <p:cNvPr id="5" name="Figur: Besked mellan driftorganisation, elsäkerhetsledare och arbetslag: kopplingsbesked, startbesked, klart och återlämning. Varje besked anger objekt, gräns, kontroller, namn och tid och repeteras och kvitteras." descr="Besked mellan driftorganisation, elsäkerhetsledare och arbetslag: kopplingsbesked, startbesked, klart och återlämning. Varje besked anger objekt, gräns, kontroller, namn och tid och repeteras och kvittera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3951"/>
            <a:ext cx="3794760" cy="3175856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avsnitt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Regler för fartyg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Fartygstyp och tillämpningsområde styr.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Fartyg i nationell sjöfart: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TSFS 2017:26 om fartyg i nationell sjöfart.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Fartyg med internationella certifikat: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TSFS 2019:4 om maskininstallation, elektrisk installation och periodvis obemannat maskinrum.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Arbetsmiljön ombord: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TSFS 2019:56. Där räknas redaren som arbetsgivare.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Rutinerna ombord: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ISM-koden kräver ett säkerhetsstyrningssystem (SMS) med fartygets rutiner för säkert arbete.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IEC 60092 behandlar elinstallationer på fartyg. SS-EN 50110-1 har inte utvecklats specifikt för sjögående fartyg.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avsnitt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Avgränsning före beslut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Rätt objekt och alla berörda energikällor.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Arbetsområdet kan påverkas av fler än en matning.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Reservkraft, UPS och lagrad energi ingår i kartläggningen.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Arbetsberedningen anger vad som får påbörjas, av vem och under vilka verifierade förutsättningar.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avsnitt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regelval utan gissning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Ett fartyg ska få en ny landanslutning. Underlaget säger bara ”enligt gällande regler”.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Tillämplighet måste kontrolleras före hänvisning.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Skriv upp vilka uppgifter om fartyget som saknas i underlaget. Gissa dem inte.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Matcha uppgifterna mot föreskriftens tillämpningsområde.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Dokumentera aktuell version och det avsnitt du har kontrollerat.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Ett standardnamn ensamt visar inte vilka bindande krav som gäller för ändringen.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exempel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två matningsvägar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Arbete planeras på K3. Landanslutningen är beskriven, men ritningen visar också ett UPS-spår.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100" b="1" i="0">
                <a:solidFill>
                  <a:srgbClr val="064F91"/>
                </a:solidFill>
                <a:latin typeface="Calibri"/>
              </a:rPr>
              <a:t>Arbetsgränsen omfattar alla berörda energikällor.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</a:t>
            </a:r>
            <a:r>
              <a:rPr sz="1800" b="1" i="0">
                <a:solidFill>
                  <a:srgbClr val="111111"/>
                </a:solidFill>
                <a:latin typeface="Calibri"/>
              </a:rPr>
              <a:t>Observation: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UPS-vägen finns i ritningen men saknas i planen.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</a:t>
            </a:r>
            <a:r>
              <a:rPr sz="1800" b="1" i="0">
                <a:solidFill>
                  <a:srgbClr val="111111"/>
                </a:solidFill>
                <a:latin typeface="Calibri"/>
              </a:rPr>
              <a:t>Osäkerhet: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K3 kan ha en ytterligare möjlig matning.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</a:t>
            </a:r>
            <a:r>
              <a:rPr sz="1800" b="1" i="0">
                <a:solidFill>
                  <a:srgbClr val="111111"/>
                </a:solidFill>
                <a:latin typeface="Calibri"/>
              </a:rPr>
              <a:t>Beslut: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arbetet på K3 startar inte förrän vägen och skyddsåtgärderna är verifierade.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Planen anger ansvarig, utförda kontroller och ett tydligt besked för det avgränsade arbetet.</a:t>
            </a:r>
          </a:p>
        </p:txBody>
      </p:sp>
      <p:pic>
        <p:nvPicPr>
          <p:cNvPr id="6" name="Figur: K3 matas från landanslutningen, som finns i planen, och från en UPS, som finns i ritningen men inte i planen." descr="K3 matas från landanslutningen, som finns i planen, och från en UPS, som finns i ritningen men inte i plane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00986"/>
            <a:ext cx="3794760" cy="2999027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exempel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2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Otydligt besked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71216"/>
            <a:ext cx="8046720" cy="30266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minuter. Skriv ditt svar i chatten. Övning 2.6–2.10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nj22az.github.io/sjoskolan/vecka-42/aktuell/Del_2.html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  ·  Del 2 · 4 Övningar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Hur visar du att en regelhänvisning verkligen gäller ditt arbetsfall?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Komplettera riskbedömningen med ansvar, vald arbetsmetod och motiverad regelhänvisning. Inlämning senast 18 oktober.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En föreskrift är bindande inom sitt tillämpningsområde. En standard och en arbetsanvisning ger stöd.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Ombord styr fartygets typ och certifikat vilka regler som gäller: TSFS 2017:26, TSFS 2019:4 och TSFS 2019:56.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Arbete utan spänning: fem säkerhetsåtgärder, en utsedd elsäkerhetsledare och tydliga besked.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2 på webben. Tryck på ”Jag har läst del 2”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2.6–2.10 på delsidan.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Börja på inlämningen: uppgift 1 och 2. Läs Transportstyrelsens riktlinjer för riskanalysarbete till fredag (uppgift 4).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4. Fredag 09.00: del 3, Riskbedömning och skydd.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 för vecka 42 öppnar du från veckosidan. Sista dag: söndag 18 oktober.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42, del 2 Regler, ansvar och arbetsmetoder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Transportstyrelsen: TSFS 2017:26 om fartyg i nationell sjöfart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Transportstyrelsen: TSFS 2019:4 om maskininstallation och elektrisk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Transportstyrelsen: TSFS 2019:56 (konsoliderad) om arbetsmiljö på fartyg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SS-EN 50110-1 utgåva 4:2024, Skötsel av elektriska anläggningar (SEK Svensk Elstandard)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EBR ESA 2026, Elsäkerhetsanvisningar (Energiföretagen Sverige)</a:t>
            </a:r>
          </a:p>
        </p:txBody>
      </p:sp>
      <p:pic>
        <p:nvPicPr>
          <p:cNvPr id="10" name="Picture 9" descr="sidfo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42 · Tisdag · Regler, ansvar och arbetsmetoder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