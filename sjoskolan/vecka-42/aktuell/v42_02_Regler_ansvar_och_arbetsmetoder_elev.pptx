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använder fyra arbetsmetoder: utan spänning, med spänning,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inom närområdet och utanför närområdet (SS-EN 50110-1 avsnitt 6.2–6.5).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Standard kan ge en teknisk metod. Lokal anvisning beskriver arbetet.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dokumentens uppgift. Förklara varför tillämpningsområdet måste kontrolleras först.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en myndighetsföreskrift från en teknisk standard i regelvalet?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Kursunderlag: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utgåvenummer identifierar en version. En äldre version kan ha passerat sin övergångstid.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SEK:s uppgift i kursunderlaget: övergången från utgåva 3 löpte ut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version med den angivna aktuella versionen. Kontrollera även lokala anvisningar.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används som grund i detta höstmaterial?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Arbetsmetoderna skiljer sig i exponering och nödvändiga säkerhetsförutsättningar.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Benämningarna följer EBR ESA 2026 i denna kursöversikt. Lektionen innebär ingen ESA-certifiering.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benämningarna. Valet av metod måste motiveras för det faktiska arbetet.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 som tas upp i ESA 2026-översikten.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tillämpas enligt anläggning, arbetsmetod och gällande krav.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enbart frånskiljning inte som hela beredningen för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ansvarig och mottagare behöver vara klara.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verifierade kontrollresultat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saknade uppgifter och ange varför var och en hindrar ett säkert startbeslut.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arbetet. Driftorganisationen samordnar drift och kopplingsåtgärder.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Gruppen saknar utsedd ledning för det aktuella arbetet. ”Alla håller koll” är den enda rollfördelningen.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besluts- eller samordningsuppgift som annars riskerar att falla mellan personer.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saknar utsedd ledning för elsäkerheten i arbetsmomentet. Kan ett allmänt muntligt ”alla håller koll” ersätta detta?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berört system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sådana fartygsdata är givna. Därför ska uppgiften besvaras med informationsbehov, inte gissad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nödvändiga uppgifter och förklara hur de används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behövs innan du väljer TSFS-hänvisning?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Underlagssidan kallar TSFS 2014:1 aktuell. Kursfallet ger inget stöd för att använda den så.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underlagssida anger TSFS 2014:1 som aktuell. Vad visar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Normalmatning, reservmatning och möjlig återspänningssättning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planens energikällor med fallets. Ange vilken komplettering som behövs före fortsatt beslut.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kontrollerat avsnitt och varför det gäller just detta arbetsfall.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kräver ett exempel på struktur. Saknade fartygsdata eller okända avsnitt ska redovisas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hänvisningsmall med dokument och motivering. Lämna ingen påhittad paragraf som ett faktum.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hur en regelhänvisning kan göras spårbar utan att gissa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