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använder fyra arbetsmetoder: utan spänning, med spänning,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inom närområdet och utanför närområdet (SS-EN 50110-1 avsnitt 6.2–6.5).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myndighetsföreskrift och en teknisk standard när du ska ta reda på vilka regler som gäller?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Utgåvans grund: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bygger den här boken på?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görs när anläggningen, arbetsmetoden och gällande krav kräver det.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vilket system det gäller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behöver du innan du kan hänvisa till rätt TSFS?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anger att TSFS 2014:1 gäller. Vad säger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matning, reservmatning och risken att spänningen kommer tillbaka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en hänvisning till en regel som går att kontrollera i efterhand, utan att du gissar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