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3.html" TargetMode="External"/><Relationship Id="rId3" Type="http://schemas.openxmlformats.org/officeDocument/2006/relationships/hyperlink" Target="https://nj22az.github.io/sjoskolan/vecka-42/aktuell/Transportstyrelsen_riktlinjer_riskanalysarbete.pdf" TargetMode="External"/><Relationship Id="rId4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Riskbedömning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Från identifierad fara till beslut och verifierad åtgärd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Fredag 16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3 · Elteknik och ellära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elsäkert när du mäter, kontrollerar och letar fel.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skriva en riskrad med fara, händelse, konsekvens och en åtgärd som går att verifiera.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välja skydd i rätt ordning: minska faran först, skyddsutrustning sist.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ange villkor för start, avbrott och återlämning.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saknas i en riskbedömning som bara säger ”använd skyddshandskar”?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ord i chatten om vad som saknas.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7167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7167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Från fara till beslut (avsnitt 1–3) och två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2603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2603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3.1, 3.2 och 3.3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80385"/>
            <a:ext cx="8046720" cy="499491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08038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08038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474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3474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Provare, jordning och stoppvillkor (avsnitt 4–6)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8909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909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3.4 och 3.5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4345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74345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Veckans labb: Välj CAT-klass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9780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9780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21" name="Picture 20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Från identifierad fara till beslut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Från observation till startbeslut i fyra steg.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vi vet om arbetsplatsen eller utrustningen.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Riskbedömning: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möjliga händelser och konsekvenser.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Åtgärd: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ansvarig och ett sätt att verifiera effekten.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Startbeslut: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villkoren för det avgränsade arbetet är uppfyllda.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Arbetsmomentets gränser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Fara, händelse, konsekvens,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börjar med en konkret uppgift och arbetsplats.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vad som ingår och vad som ligger utanför uppdraget.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en skadad kabel kan ge ett spänningsförande hölje.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Åtgärden behöver hindra både exponering och återanvändning.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Prioritering av 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Skyddsutrustning väljs mot den bedömda risken.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Planeringen ska i första hand minska eller avlägsna faran.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Personlig skyddsutrustning kompletterar övriga 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Vanliga arbetshandskar är inte automatiskt elektriskt isolerande.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 mot ljusbåge behöver rätt klassning och användning.</a:t>
            </a:r>
          </a:p>
        </p:txBody>
      </p:sp>
      <p:pic>
        <p:nvPicPr>
          <p:cNvPr id="5" name="Figur: Skyddsåtgärder i prioritetsordning, mest effektivt först: ta bort faran (arbete utan spänning), ersätt (lägre spänning, säkrare utrustning), tekniska skydd (avskärmning, isolering), organisatoriska åtgärder (beredning, instruktion, behörighet)" descr="Skyddsåtgärder i prioritetsordning, mest effektivt först: ta bort faran (arbete utan spänning), ersätt (lägre spänning, säkrare utrustning), tekniska skydd (avskärmning, isolering), organisatoriska åtgärder (beredning, instruktion, behörighet) och sist personlig skyddsutrustning, som kompletter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användbar riskrad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Moment: undersöka den frånskilda kopplingslådan K4. En möjlig reservmatning är ännu inte identifierad.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Fara, händelse, konsekvens och verifierbar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möjlig kvarvarande energitillförsel till K4.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Händelse och följd: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beröring kan ge strömgenomgång.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Åtgärd: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utsedd ansvarig kartlägger matningen enligt aktuell plan.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Startvillkor: alla berörda källor och skyddsåtgärder är verifierade. Oklar matning ger stopp.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 på riskrad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Moment: inspektion av en frånskild kopplingslåda i fuktig miljö.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Åtgärd: kartläggning, säkring och verifiering enligt 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alternativ matning och skadad isolering.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Ansvarig och kontrollresultat anges före startbesked.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Kvarstående osäkerhet om matningen innebär att arbetet väntar.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Arbetsgräns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Fara och konsekvens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Skyddsutrustning som enda åtgärd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Provare, låsning och märkning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Instrumentets funktion måste vara tillförlitlig.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tvåpolig spänningsprovare väljs för systemets spänning och kategori.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Låsning och märkning stöder skyddet mot återinkoppling.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Kontrollmetod, instrumentkontroll och arbetsgräns står i den lokala arbetsinstruktionen.</a:t>
            </a:r>
          </a:p>
        </p:txBody>
      </p:sp>
      <p:pic>
        <p:nvPicPr>
          <p:cNvPr id="5" name="Figur: Frånskiljare i läge 0 med hänglås och skylt (namn, datum, telefon). En tvåpolig spänningsprovare mot de utgående plintarna L1, L2, L3 och PE. Provaren kontrolleras före och efter mätningen: prova, mät, prova." descr="Frånskiljare i läge 0 med hänglås och skylt (namn, datum, telefon). En tvåpolig spänningsprovare mot de utgående plintarna L1, L2, L3 och PE. Provaren kontrolleras före och efter mätningen: prova, mät, prov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590" y="3520439"/>
            <a:ext cx="5360818" cy="23774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Jordning och kortslutning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Behov och utförande styrs av anläggning och metod.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Åtgärden kan skydda mot oavsiktlig återspänningssättning och andra elektriska risker i arbetsområdet.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Högspänning kräver särskild utrustning, kompetens och plan.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Kursfallet är en dokumentationsövning utan verkligt handhavande.</a:t>
            </a:r>
          </a:p>
        </p:txBody>
      </p:sp>
      <p:pic>
        <p:nvPicPr>
          <p:cNvPr id="5" name="Figur: Frånskiljare med synligt brytställe. Vid arbetsstället ett jordnings- och kortslutningsdon med klämmor på L1, L2 och L3 och jordledaren till jordskenan. Jordledaren ansluts först och tas bort sist." descr="Frånskiljare med synligt brytställe. Vid arbetsstället ett jordnings- och kortslutningsdon med klämmor på L1, L2 och L3 och jordledaren till jordskenan. Jordledaren ansluts först och tas bort si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899" y="3520440"/>
            <a:ext cx="5684201" cy="23774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Kvarstående risk och stoppvillkor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Villkor för start, avbrott och återlämning.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åtgärd behöver en ansvarig person och en verifiering.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osäker arbetsgräns eller ändrade förutsättningar kräver ett nytt beslut.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”Klart” ska betyda att de angivna kontrollerna är utförda.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hur avvikelser hanteras och kommuniceras.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riskpoäng med begränsning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övningsmatris anger sannolikhet 5 och konsekvens 3. Efter åtgärd bedöms sannolikheten till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Riskpoäng = sannolikhet · konsekvens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Före: 5 · 3 = 15.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Efter: 2 · 3 = 6.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Poängen sjunker i den här matrisen, men det säger inte hur mycket säkrare arbetet har blivit. Ingen tillåten gräns är given, så poängtalet visar inte att arbetet får starta.</a:t>
            </a:r>
          </a:p>
        </p:txBody>
      </p:sp>
      <p:pic>
        <p:nvPicPr>
          <p:cNvPr id="6" name="Figur: Riskmatris fem gånger fem med poäng sannolikhet gånger konsekvens. Före åtgärd sannolikhet 5 och konsekvens 3 (15), efter åtgärd sannolikhet 2 och konsekvens 3 (6). Ingen tillåten gräns är given." descr="Riskmatris fem gånger fem med poäng sannolikhet gånger konsekvens. Före åtgärd sannolikhet 5 och konsekvens 3 (15), efter åtgärd sannolikhet 2 och konsekvens 3 (6). Ingen tillåten gräns är giv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166" y="2194559"/>
            <a:ext cx="3451066" cy="3611880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Lås och skylt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Provare med skada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3.6–3.10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Veckans labb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Multimeterlabbet: Välj CAT-klass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8046720" cy="3337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Öppna Multimeterlabbet och välj övningen Välj CAT-klass.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uppgifterna i ordning. Skriv en motivering till varje val.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Labben förbereder dig för inlämningsuppgift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nj22az.github.io/sjoskolan/multimetersimulator/?ovning=category</a:t>
            </a:r>
          </a:p>
        </p:txBody>
      </p:sp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kontroll visar att din viktigaste skyddsåtgärd faktiskt fungerar?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riskrad har fara, händelse, konsekvens och en åtgärd med ansvarig och verifiering.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Skydd i rätt ordning: minska eller ta bort faran först. Skyddsutrustning kompletterar.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Arbetet startar när villkoren är verifierade. Oklar matning eller ändrade förutsättningar ger stopp och nytt beslut.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 på webben. Tryck på ”Jag har läst del 3”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3.6–3.10 på delsidan och labben Välj CAT-klass.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klart inlämningen i formuläret. Ladda ner PDF-filen och lämna in den i Google Classroom.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Sista dag: söndag 18 oktober. Nästa vecka: vecka 43, Komponenter och skydd.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3 Riskbedömning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Transportstyrelsen: Riktlinjer för riskanalysarbete, fartyg i nationell fart (2019)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Transportstyrelsen: elektrisk utrustning och elinstallationer på fartyg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