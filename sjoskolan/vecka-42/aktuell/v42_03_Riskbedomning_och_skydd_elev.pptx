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2/aktuell/Del_3.html" TargetMode="External"/><Relationship Id="rId3" Type="http://schemas.openxmlformats.org/officeDocument/2006/relationships/hyperlink" Target="https://nj22az.github.io/sjoskolan/vecka-42/aktuell/Transportstyrelsen_riktlinjer_riskanalysarbete.pdf" TargetMode="External"/><Relationship Id="rId4" Type="http://schemas.openxmlformats.org/officeDocument/2006/relationships/hyperlink" Target="https://www.transportstyrelsen.se/sv/om-oss/dina-rattigheter-lagar-och-regler/lagar-och-regler/regler-for-sjofart/regler-for-nationell-sjofart/regler-kompletterade-upplysningar/elektrisk-utrustning-och-elinstallationer/" TargetMode="External"/><Relationship Id="rId5" Type="http://schemas.openxmlformats.org/officeDocument/2006/relationships/hyperlink" Target="https://elstandard.se/documents/preview/3246401" TargetMode="External"/><Relationship Id="rId6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2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1645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Riskbedömning och skydd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Från identifierad fara till beslut och verifierad åtgärd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42 · Fredag 16 oktober · 09.00–11.00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3 av 3 · Elteknik och ellära</a:t>
            </a:r>
          </a:p>
        </p:txBody>
      </p:sp>
      <p:sp>
        <p:nvSpPr>
          <p:cNvPr id="8" name="Dag: Fredag 16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B51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Fredag 16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ser till att felsökning och kontroll görs rätt och skrivs ner i ett protokoll.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128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30552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arbetar elsäkert när du mäter, kontrollerar och letar fel.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43784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känner igen vanliga komponenter, skydd och mätinstrument och vet vad de gör.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94176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1376"/>
            <a:ext cx="8046720" cy="1746503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skriva en riskrad med fara, händelse, konsekvens och en åtgärd som går att verifiera.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välja skydd i rätt ordning: minska faran först, skyddsutrustning sist.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ange villkor för start, avbrott och återlämning.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Vad saknas i en riskbedömning som bara säger ”använd skyddshandskar”?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ett ord i chatten om vad som saknas.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71675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71675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Från fara till beslut (avsnitt 1–3) och två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26030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26030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3.1, 3.2 och 3.3 tillsammans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80385"/>
            <a:ext cx="8046720" cy="499491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3080385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080385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34740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634740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Provare, jordning och stoppvillkor (avsnitt 4–6) och ett exempel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189095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9095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3.4 och 3.5 tillsammans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43450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743450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Veckans labb: Välj CAT-klass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97805"/>
            <a:ext cx="1005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97805"/>
            <a:ext cx="6720840" cy="499491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21" name="Picture 20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Från identifierad fara till beslut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Från observation till startbeslut i fyra steg.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Observation: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det vi vet om arbetsplatsen eller utrustningen.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Riskbedömning: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möjliga händelser och konsekvenser.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Åtgärd: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en ansvarig och ett sätt att verifiera effekten.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Startbeslut: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villkoren för det avgränsade arbetet är uppfyllda.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Arbetsmomentets gränser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Fara, händelse, konsekvens, åtgärd.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Riskbedömningen börjar med en konkret uppgift och arbetsplats.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Ange vad som ingår och vad som ligger utanför uppdraget.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Exempel: en skadad kabel kan ge ett spänningsförande hölje.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Åtgärden behöver hindra både exponering och återanvändning.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avsnitt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Prioritering av skydd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Skyddsutrustning väljs mot den bedömda risken.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Planeringen ska i första hand minska eller avlägsna faran.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Personlig skyddsutrustning kompletterar övriga åtgärder.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Vanliga arbetshandskar är inte automatiskt elektriskt isolerande.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Skydd mot ljusbåge behöver rätt klassning och användning.</a:t>
            </a:r>
          </a:p>
        </p:txBody>
      </p:sp>
      <p:pic>
        <p:nvPicPr>
          <p:cNvPr id="5" name="Figur: Skyddsåtgärder i prioritetsordning, mest effektivt först: ta bort faran (arbete utan spänning), ersätt (lägre spänning, säkrare utrustning), tekniska skydd (avskärmning, isolering), organisatoriska åtgärder (beredning, instruktion, behörighet)" descr="Skyddsåtgärder i prioritetsordning, mest effektivt först: ta bort faran (arbete utan spänning), ersätt (lägre spänning, säkrare utrustning), tekniska skydd (avskärmning, isolering), organisatoriska åtgärder (beredning, instruktion, behörighet) och sist personlig skyddsutrustning, som komplettera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758707"/>
            <a:ext cx="3794760" cy="3706345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en användbar riskrad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Moment: undersöka den frånskilda kopplingslådan K4. En möjlig reservmatning är ännu inte identifierad.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Fara, händelse, konsekvens och verifierbar åtgärd.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Fara: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möjlig kvarvarande energitillförsel till K4.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Händelse och följd: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beröring kan ge strömgenomgång.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Åtgärd: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en utsedd ansvarig kartlägger matningen enligt aktuell plan.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Startvillkor: alla berörda källor och skyddsåtgärder är verifierade. Oklar matning ger stopp.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exempel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 på riskrad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Moment: inspektion av en frånskild kopplingslåda i fuktig miljö.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Åtgärd: kartläggning, säkring och verifiering enligt plan.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</a:t>
            </a:r>
            <a:r>
              <a:rPr sz="2000" b="1" i="0">
                <a:solidFill>
                  <a:srgbClr val="111111"/>
                </a:solidFill>
                <a:latin typeface="Calibri"/>
              </a:rPr>
              <a:t>Fara: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alternativ matning och skadad isolering.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Ansvarig och kontrollresultat anges före startbesked.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Kvarstående osäkerhet om matningen innebär att arbetet väntar.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exempel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3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Arbetsgräns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Fara och konsekvens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Skyddsutrustning som enda åtgärd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8046720" cy="1673351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Ledtrådar och facit finns på delsidan.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nj22az.github.io/sjoskolan/vecka-42/aktuell/Del_3.html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4 Övningar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4160520" y="2011680"/>
            <a:ext cx="822960" cy="73152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731520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4800" b="1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4A4A4A"/>
                </a:solidFill>
                <a:latin typeface="Calibri"/>
              </a:rPr>
              <a:t>Vi fortsätter 10.00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Provare, låsning och märkning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2011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Instrumentets funktion måste vara tillförlitlig.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En tvåpolig spänningsprovare väljs för systemets spänning och kategori.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Låsning och märkning stöder skyddet mot återinkoppling.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Kontrollmetod, instrumentkontroll och arbetsgräns står i den lokala arbetsinstruktionen.</a:t>
            </a:r>
          </a:p>
        </p:txBody>
      </p:sp>
      <p:pic>
        <p:nvPicPr>
          <p:cNvPr id="5" name="Figur: Frånskiljare i läge 0 med hänglås och skylt (namn, datum, telefon). En tvåpolig spänningsprovare mot de utgående plintarna L1, L2, L3 och PE. Provaren kontrolleras före och efter mätningen: prova, mät, prova." descr="Frånskiljare i läge 0 med hänglås och skylt (namn, datum, telefon). En tvåpolig spänningsprovare mot de utgående plintarna L1, L2, L3 och PE. Provaren kontrolleras före och efter mätningen: prova, mät, prova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1590" y="3520439"/>
            <a:ext cx="5360818" cy="237744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Jordning och kortslutning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2011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Behov och utförande styrs av anläggning och metod.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Åtgärden kan skydda mot oavsiktlig återspänningssättning och andra elektriska risker i arbetsområdet.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Högspänning kräver särskild utrustning, kompetens och plan.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Kursfallet är en dokumentationsövning utan verkligt handhavande.</a:t>
            </a:r>
          </a:p>
        </p:txBody>
      </p:sp>
      <p:pic>
        <p:nvPicPr>
          <p:cNvPr id="5" name="Figur: Frånskiljare med synligt brytställe. Vid arbetsstället ett jordnings- och kortslutningsdon med klämmor på L1, L2 och L3 och jordledaren till jordskenan. Jordledaren ansluts först och tas bort sist." descr="Frånskiljare med synligt brytställe. Vid arbetsstället ett jordnings- och kortslutningsdon med klämmor på L1, L2 och L3 och jordledaren till jordskenan. Jordledaren ansluts först och tas bort sis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9899" y="3520440"/>
            <a:ext cx="5684201" cy="237744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avsnitt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Kvarstående risk och stoppvillkor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Villkor för start, avbrott och återlämning.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åtgärd behöver en ansvarig person och en verifiering.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osäker arbetsgräns eller ändrade förutsättningar kräver ett nytt beslut.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”Klart” ska betyda att de angivna kontrollerna är utförda.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Skriv hur avvikelser hanteras och kommuniceras.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avsnitt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riskpoäng med begränsning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En övningsmatris anger sannolikhet 5 och konsekvens 3. Efter åtgärd bedöms sannolikheten till 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Riskpoäng = sannolikhet · konsekvens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1. Före: 5 · 3 = 15.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2. Efter: 2 · 3 = 6.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 i="0">
                <a:solidFill>
                  <a:srgbClr val="111111"/>
                </a:solidFill>
                <a:latin typeface="Calibri"/>
              </a:rPr>
              <a:t>Poängen sjunker i den här matrisen, men det säger inte hur mycket säkrare arbetet har blivit. Ingen tillåten gräns är given, så poängtalet visar inte att arbetet får starta.</a:t>
            </a:r>
          </a:p>
        </p:txBody>
      </p:sp>
      <p:pic>
        <p:nvPicPr>
          <p:cNvPr id="6" name="Figur: Riskmatris fem gånger fem med poäng sannolikhet gånger konsekvens. Före åtgärd sannolikhet 5 och konsekvens 3 (15), efter åtgärd sannolikhet 2 och konsekvens 3 (6). Ingen tillåten gräns är given." descr="Riskmatris fem gånger fem med poäng sannolikhet gånger konsekvens. Före åtgärd sannolikhet 5 och konsekvens 3 (15), efter åtgärd sannolikhet 2 och konsekvens 3 (6). Ingen tillåten gräns är give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8166" y="2194559"/>
            <a:ext cx="3451066" cy="3611880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exempel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3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Lås och skylt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Provare med skada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47872"/>
            <a:ext cx="8046720" cy="235000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Övning 3.6–3.10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nj22az.github.io/sjoskolan/vecka-42/aktuell/Del_3.html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  ·  Del 3 · 4 Övningar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Veckans labb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1" i="0">
                <a:solidFill>
                  <a:srgbClr val="064F91"/>
                </a:solidFill>
                <a:latin typeface="Calibri"/>
              </a:rPr>
              <a:t>Multimeterlabbet: Välj CAT-klass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8046720" cy="3337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Öppna Multimeterlabbet och välj övningen Välj CAT-klass.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uppgifterna i ordning. Skriv en motivering till varje val.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Labben förbereder dig för inlämningsuppgift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0"/>
            <a:ext cx="804672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nj22az.github.io/sjoskolan/multimetersimulator/?ovning=category</a:t>
            </a:r>
          </a:p>
        </p:txBody>
      </p:sp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Vilken kontroll visar att din viktigaste skyddsåtgärd faktiskt fungerar?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Lämna riskbedömningen senast söndag 18 oktober. Ange arbetsgräns, faror, åtgärder, ansvar, kvarstående risk och kontrollerad regelhänvisning.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En riskrad har fara, händelse, konsekvens och en åtgärd med ansvarig och verifiering.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Skydd i rätt ordning: minska eller ta bort faran först. Skyddsutrustning kompletterar.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Arbetet startar när villkoren är verifierade. Oklar matning eller ändrade förutsättningar ger stopp och nytt beslut.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3. Tryck på ”Jag har läst del 3”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3.6–3.10 på delsidan.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Gör labben Välj CAT-klass i Multimeterlabbet.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Gör klart inlämningen. Ladda ner PDF-filen och lämna in den i Google Classroom.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 senast söndag 18 oktober. Nästa vecka: vecka 43, Komponenter och skydd.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42, del 3 Riskbedömning och skydd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Transportstyrelsen: Riktlinjer för riskanalysarbete, fartyg i nationell fart (2019)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Transportstyrelsen: elektrisk utrustning och elinstallationer på fartyg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SS-EN 50110-1 utgåva 4:2024, Skötsel av elektriska anläggningar (SEK Svensk Elstandard)</a:t>
            </a:r>
          </a:p>
        </p:txBody>
      </p:sp>
      <p:pic>
        <p:nvPicPr>
          <p:cNvPr id="8" name="Picture 7" descr="sidfo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42 · Fredag · Riskbedömning och skydd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