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ova, mät, prova: spänningsprovaren kon" descr="Prova, mät, prova: spänningsprovaren kontrolleras mot känd källa före och efter mätningen på objekt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Rumsnamn visar plats men avgränsar inte vilka ledare, anslutningar och matningsvägar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 gäller kopplingslåda K2 i maskinrummet. Inga närmare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objekt-ID, delar som ingår, matningar och närliggande riskkällor som behöver klarläggas.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 K2. Underlaget säger bara ”i maskinrummet”. Vad behöver preciseras?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Kabel med synlig skada i våt miljö. Verklig spänningssättning är inte verifierad.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åtgärder som minskar faran och exponeringen.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anger bara ”risk för elchock, använd handskar”. Klassning, arbetsmetod och ansvar saknas.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bedöma skyddets effekt. Vanliga handskar har inget givet elektriskt skydd.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PPE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är den otillräcklig?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Arbetsplanens skydd mot återinkoppling är inte genomfört eller verifierat. Endast en skylt finns.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finns på en brytare men återinkoppling är inte förhindrad enligt arbetsplanen. Är skylten ensam tillräcklig?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Mätledningar och isolering ingår i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Synlig kabelskada finns före kontrollen. Instrumentet har inte bedömts användbart.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instrumentet tas ur bruk och vilken förutsättning som måste återställas före kontrollen.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er frånskilda; jordning och korts" descr="Tre faser frånskilda; jordning och kortslutning nära arbetsstället och synlig därifrå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2.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2 = 8.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2 = 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betyder inte att risken har halverats.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4 och konsekvens 2, efter åtgärd 2 oc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Utrustningens dimensionering och användning måste passa anläggningen och den fastställda arbetsmetoden.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dokumentationsövning. Ingen praktisk manöver ska utföras utifrån denna bild.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kompletteringar. Beskriv vad som måste verifieras, inte en egen manöverföljd.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högspänningsberedning nämner ”jorda” utan objekt, utrustning eller ansvar. Ange två nödvändiga kompletteringar.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vilka delar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tidigare okänd UPS upptäcks under arbetet och saknas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Avgränsa berört arbete, kartlägg den nya källan och ange villkor för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upptäcks en UPS som inte finns i beredningen. Vad bör ske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är ett mått i den angivna övningsmatrisen. Siffrorna är bedömda skalvärden utan fysisk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Ingen godkännandegräns är angiven.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före och efter. Förklara varför lägre poäng inte bevisar att alla krav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övningsmatris är sannolikhet 3 och konsekvens 4. Riskpoäng definieras som produkten. Efter åtgärd bedöms 1 och 4. Beräkna poängen och förklara begränsningen.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uppföljningsbar åtgärd behöver objekt, ansvarig, kontrollmetod och ett redovisat utfall.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Den ursprungliga texten är ”kontrollera kabeln”. Exakt kabeltyp och metod finns ännu inte angivna.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mall. Markera att tillämplig instruktion ska bestämma metod och godkännandekriterium.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Åtgärdens verifiering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en mer användbar formulering med ansvar och resultat.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det som är verifierat med det som den valda arbetsmetoden kräver.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identifierade men bara en verifierad.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identifierat två matningar men kan bara verifiera en. PPE finns tillgänglig. Kan arbetet påbörjas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