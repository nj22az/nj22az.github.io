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186673ff74403f" /><Relationship Type="http://schemas.openxmlformats.org/officeDocument/2006/relationships/extended-properties" Target="/docProps/app.xml" Id="Rce8fb720eb3f416c" /><Relationship Type="http://schemas.openxmlformats.org/officeDocument/2006/relationships/officeDocument" Target="/ppt/presentation.xml" Id="Rc6cf8cfe10b54f1a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a4cb26d7fa314534" /><ns0:Relationship Type="http://schemas.openxmlformats.org/officeDocument/2006/relationships/slideMaster" Target="/ppt/slideMasters/slideMaster1.xml" Id="Rd1e0337b1c0c4a61" /><ns0:Relationship Type="http://schemas.openxmlformats.org/officeDocument/2006/relationships/presProps" Target="/ppt/presProps.xml" Id="R66459692bf7b4b20" /><ns0:Relationship Type="http://schemas.openxmlformats.org/officeDocument/2006/relationships/viewProps" Target="/ppt/viewProps.xml" Id="Rc33fd9eacccf4beb" /><ns0:Relationship Type="http://schemas.openxmlformats.org/officeDocument/2006/relationships/tableStyles" Target="/ppt/tableStyles.xml" Id="Re18b0d268be64b63" /><ns0:Relationship Type="http://schemas.openxmlformats.org/officeDocument/2006/relationships/slide" Target="/ppt/slides/slide1.xml" Id="R652091ddefba4eb4" /><ns0:Relationship Type="http://schemas.openxmlformats.org/officeDocument/2006/relationships/slide" Target="/ppt/slides/slide2.xml" Id="R6cf1ca08c5e642ae" /><ns0:Relationship Type="http://schemas.openxmlformats.org/officeDocument/2006/relationships/slide" Target="/ppt/slides/slide3.xml" Id="Ra9046ac6ae2c45c1" /><ns0:Relationship Type="http://schemas.openxmlformats.org/officeDocument/2006/relationships/slide" Target="/ppt/slides/slide4.xml" Id="R2e8cfb1170bf40f4" /><ns0:Relationship Type="http://schemas.openxmlformats.org/officeDocument/2006/relationships/slide" Target="/ppt/slides/slide5.xml" Id="R7dbf53d3bb324a7f" /><ns0:Relationship Type="http://schemas.openxmlformats.org/officeDocument/2006/relationships/slide" Target="/ppt/slides/slide6.xml" Id="Rf7beeadbd96f435d" /><ns0:Relationship Type="http://schemas.openxmlformats.org/officeDocument/2006/relationships/slide" Target="/ppt/slides/slide7.xml" Id="R3d7e2e0239a24a70" /><ns0:Relationship Type="http://schemas.openxmlformats.org/officeDocument/2006/relationships/slide" Target="/ppt/slides/slide8.xml" Id="Ra0d31a21785e4fd6" /><ns0:Relationship Type="http://schemas.openxmlformats.org/officeDocument/2006/relationships/slide" Target="/ppt/slides/slide9.xml" Id="R7e7665ec8853492b" /><ns0:Relationship Type="http://schemas.openxmlformats.org/officeDocument/2006/relationships/slide" Target="/ppt/slides/slide10.xml" Id="R0b5c5dbb65e04676" /><ns0:Relationship Type="http://schemas.openxmlformats.org/officeDocument/2006/relationships/slide" Target="/ppt/slides/slide11.xml" Id="R3328a3f979974dd1" /><ns0:Relationship Type="http://schemas.openxmlformats.org/officeDocument/2006/relationships/slide" Target="/ppt/slides/slide12.xml" Id="Rd590c0999d844719" /><ns0:Relationship Type="http://schemas.openxmlformats.org/officeDocument/2006/relationships/slide" Target="/ppt/slides/slide13.xml" Id="R29d4640b669a4172" /><ns0:Relationship Type="http://schemas.openxmlformats.org/officeDocument/2006/relationships/slide" Target="/ppt/slides/slide14.xml" Id="R2b1bfb7501434d44" /><ns0:Relationship Type="http://schemas.openxmlformats.org/officeDocument/2006/relationships/slide" Target="/ppt/slides/slide15.xml" Id="R8f9970a0dcf04e16" /><ns0:Relationship Type="http://schemas.openxmlformats.org/officeDocument/2006/relationships/slide" Target="/ppt/slides/slide16.xml" Id="R085f438c8241476c" /><ns0:Relationship Type="http://schemas.openxmlformats.org/officeDocument/2006/relationships/slide" Target="/ppt/slides/slide17.xml" Id="R7724370b7aa8499d" /><ns0:Relationship Type="http://schemas.openxmlformats.org/officeDocument/2006/relationships/slide" Target="/ppt/slides/slide18.xml" Id="R2efdeb90631c44cd" /><ns0:Relationship Type="http://schemas.openxmlformats.org/officeDocument/2006/relationships/slide" Target="/ppt/slides/slide19.xml" Id="Rc32f15474e874938" /><ns0:Relationship Type="http://schemas.openxmlformats.org/officeDocument/2006/relationships/slide" Target="/ppt/slides/slide20.xml" Id="R65dffe3cc07549c0" /><ns0:Relationship Type="http://schemas.openxmlformats.org/officeDocument/2006/relationships/slide" Target="/ppt/slides/slide21.xml" Id="Rdef22bf3c6eb46fe" /><ns0:Relationship Type="http://schemas.openxmlformats.org/officeDocument/2006/relationships/slide" Target="/ppt/slides/slide22.xml" Id="R48ae9d52ec844a15" /><ns0:Relationship Type="http://schemas.openxmlformats.org/officeDocument/2006/relationships/slide" Target="/ppt/slides/slide23.xml" Id="R6c4ca7bd877148fa" /><ns0:Relationship Type="http://schemas.openxmlformats.org/officeDocument/2006/relationships/slide" Target="/ppt/slides/slide24.xml" Id="R6d5f0e3fffc64aa0" /><ns0:Relationship Type="http://schemas.openxmlformats.org/officeDocument/2006/relationships/slide" Target="/ppt/slides/slide25.xml" Id="R1dbe2ddd2e144c9b" /><ns0:Relationship Type="http://schemas.openxmlformats.org/officeDocument/2006/relationships/slide" Target="/ppt/slides/slide26.xml" Id="Ref0216866705410c" /><ns0:Relationship Type="http://schemas.openxmlformats.org/officeDocument/2006/relationships/slide" Target="/ppt/slides/slide27.xml" Id="R6e4ce487ea5845b1" /><ns0:Relationship Type="http://schemas.openxmlformats.org/officeDocument/2006/relationships/slide" Target="/ppt/slides/slide28.xml" Id="R2e529372beb7434e" /><ns0:Relationship Type="http://schemas.openxmlformats.org/officeDocument/2006/relationships/slide" Target="/ppt/slides/slide29.xml" Id="R05f737ffb89945de" /><ns0:Relationship Type="http://schemas.openxmlformats.org/officeDocument/2006/relationships/slide" Target="/ppt/slides/slide30.xml" Id="R94678cfe414f4334" /><ns0:Relationship Type="http://schemas.openxmlformats.org/officeDocument/2006/relationships/slide" Target="/ppt/slides/slide31.xml" Id="R8c3f7d6cee074879" /><ns0:Relationship Type="http://schemas.openxmlformats.org/officeDocument/2006/relationships/slide" Target="/ppt/slides/slide32.xml" Id="R716256072aa948c3" /><ns0:Relationship Type="http://schemas.openxmlformats.org/officeDocument/2006/relationships/slide" Target="/ppt/slides/slide33.xml" Id="Ra7f4ebee833a4f74" /><ns0:Relationship Type="http://schemas.openxmlformats.org/officeDocument/2006/relationships/slide" Target="/ppt/slides/slide34.xml" Id="R0000a7b983604b3a" /><ns0:Relationship Type="http://schemas.openxmlformats.org/officeDocument/2006/relationships/slide" Target="/ppt/slides/slide35.xml" Id="Rd396813b1fbe4bb0" /><ns0:Relationship Type="http://schemas.openxmlformats.org/officeDocument/2006/relationships/slide" Target="/ppt/slides/slide36.xml" Id="R67f40229d9fb4bd2" /></ns0: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0d251be40f45e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d3f3b3a865495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49ab9c1e1249a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01677e65dd43c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1b5f26e28b4fe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5b11fb0a4e451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fa6c79e370462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9a4202b254468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1d1694ceca47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9820c73f06401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d87c7db2244389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4b79b1734b46a5" /><Relationship Type="http://schemas.openxmlformats.org/officeDocument/2006/relationships/slideLayout" Target="/ppt/slideLayouts/slideLayout1.xml" Id="R54b1cdd9cb684c6f" /><Relationship Type="http://schemas.openxmlformats.org/officeDocument/2006/relationships/slideLayout" Target="/ppt/slideLayouts/slideLayout2.xml" Id="Rd1e2e42a18f747a0" /><Relationship Type="http://schemas.openxmlformats.org/officeDocument/2006/relationships/slideLayout" Target="/ppt/slideLayouts/slideLayout3.xml" Id="R9e2d82380aaa4d83" /><Relationship Type="http://schemas.openxmlformats.org/officeDocument/2006/relationships/slideLayout" Target="/ppt/slideLayouts/slideLayout4.xml" Id="R43b05cea85514b43" /><Relationship Type="http://schemas.openxmlformats.org/officeDocument/2006/relationships/slideLayout" Target="/ppt/slideLayouts/slideLayout5.xml" Id="R4a9dca74022d406c" /><Relationship Type="http://schemas.openxmlformats.org/officeDocument/2006/relationships/slideLayout" Target="/ppt/slideLayouts/slideLayout6.xml" Id="R4450a0b39c274a24" /><Relationship Type="http://schemas.openxmlformats.org/officeDocument/2006/relationships/slideLayout" Target="/ppt/slideLayouts/slideLayout7.xml" Id="Rb05a059bb5d945fa" /><Relationship Type="http://schemas.openxmlformats.org/officeDocument/2006/relationships/slideLayout" Target="/ppt/slideLayouts/slideLayout8.xml" Id="R8bcdb1ad1eec4bab" /><Relationship Type="http://schemas.openxmlformats.org/officeDocument/2006/relationships/slideLayout" Target="/ppt/slideLayouts/slideLayout9.xml" Id="R9b52abd1926445e0" /><Relationship Type="http://schemas.openxmlformats.org/officeDocument/2006/relationships/slideLayout" Target="/ppt/slideLayouts/slideLayout10.xml" Id="R9f3ca94bf03342f3" /><Relationship Type="http://schemas.openxmlformats.org/officeDocument/2006/relationships/slideLayout" Target="/ppt/slideLayouts/slideLayout11.xml" Id="Rf4b85d7c3f0241a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da342740101454e" /><ns0:Relationship Type="http://schemas.openxmlformats.org/officeDocument/2006/relationships/image" Target="/ppt/media/image.jpeg" Id="R8e9815a59286417d" /><ns0:Relationship Type="http://schemas.openxmlformats.org/officeDocument/2006/relationships/image" Target="/ppt/media/image.png" Id="R79dd960c3a2c46c2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3a901c63d874f86" /><ns0:Relationship Type="http://schemas.openxmlformats.org/officeDocument/2006/relationships/image" Target="/ppt/media/image.jpeg" Id="R7acf2d8ecb1e4e6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6c55f275d4e0d" /><ns0:Relationship Type="http://schemas.openxmlformats.org/officeDocument/2006/relationships/image" Target="/ppt/media/image.jpeg" Id="R294f7810e6ea43a5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cffe6cc04334171" /><ns0:Relationship Type="http://schemas.openxmlformats.org/officeDocument/2006/relationships/image" Target="/ppt/media/image.jpeg" Id="Ra1c4e6a304a64ec6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e0e1b66fcf4240" /><ns0:Relationship Type="http://schemas.openxmlformats.org/officeDocument/2006/relationships/image" Target="/ppt/media/image.jpeg" Id="R578087c372a64285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93b15ee181042bd" /><ns0:Relationship Type="http://schemas.openxmlformats.org/officeDocument/2006/relationships/image" Target="/ppt/media/image.jpeg" Id="R1fa432d169374ce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099f35607614eaf" /><ns0:Relationship Type="http://schemas.openxmlformats.org/officeDocument/2006/relationships/image" Target="/ppt/media/image.jpeg" Id="R3bb035d0559a410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216467864a4bb0" /><ns0:Relationship Type="http://schemas.openxmlformats.org/officeDocument/2006/relationships/image" Target="/ppt/media/image.jpeg" Id="R41fe504c69964e24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19d0e7b3804265" /><ns0:Relationship Type="http://schemas.openxmlformats.org/officeDocument/2006/relationships/image" Target="/ppt/media/image.jpeg" Id="Rbc98ee6ded63426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e667284ba8e445d" /><ns0:Relationship Type="http://schemas.openxmlformats.org/officeDocument/2006/relationships/image" Target="/ppt/media/image.jpeg" Id="R6ee304147dc44ccd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d7580b2914a4928" /><ns0:Relationship Type="http://schemas.openxmlformats.org/officeDocument/2006/relationships/image" Target="/ppt/media/image.jpeg" Id="R23eb8994fe0548c1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4cb78914e544ea2" /><ns0:Relationship Type="http://schemas.openxmlformats.org/officeDocument/2006/relationships/image" Target="/ppt/media/image.jpeg" Id="R0f516415d3934b3b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566a6fa14ad4bc1" /><ns0:Relationship Type="http://schemas.openxmlformats.org/officeDocument/2006/relationships/image" Target="/ppt/media/image.jpeg" Id="R3965f4b427624581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b287987d43b4ed3" /><ns0:Relationship Type="http://schemas.openxmlformats.org/officeDocument/2006/relationships/image" Target="/ppt/media/image.jpeg" Id="Rd3546cb6326c4de1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8532a058654ee8" /><ns0:Relationship Type="http://schemas.openxmlformats.org/officeDocument/2006/relationships/image" Target="/ppt/media/image.jpeg" Id="R5262df7f609442b6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b610909fd744544" /><ns0:Relationship Type="http://schemas.openxmlformats.org/officeDocument/2006/relationships/image" Target="/ppt/media/image.jpeg" Id="Rbbf37ed73b894c8d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980df7ea13d4baf" /><ns0:Relationship Type="http://schemas.openxmlformats.org/officeDocument/2006/relationships/image" Target="/ppt/media/image.jpeg" Id="R9f5d2ebf13134b04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3935debcfd4e21" /><ns0:Relationship Type="http://schemas.openxmlformats.org/officeDocument/2006/relationships/image" Target="/ppt/media/image.jpeg" Id="Raed08caab4284a35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22d8694ae74b4e" /><ns0:Relationship Type="http://schemas.openxmlformats.org/officeDocument/2006/relationships/image" Target="/ppt/media/image.jpeg" Id="R45af1b133a5a4429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9a07bacc6840fd" /><ns0:Relationship Type="http://schemas.openxmlformats.org/officeDocument/2006/relationships/image" Target="/ppt/media/image.jpeg" Id="R33f2a0b32f1c4c7e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995ea4b93524d9c" /><ns0:Relationship Type="http://schemas.openxmlformats.org/officeDocument/2006/relationships/image" Target="/ppt/media/image.jpeg" Id="R83a5c65f357a4806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fa4ad392a145a7" /><ns0:Relationship Type="http://schemas.openxmlformats.org/officeDocument/2006/relationships/image" Target="/ppt/media/image.jpeg" Id="Rf0e4c7babcfa419b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bb2a8c57424345" /><ns0:Relationship Type="http://schemas.openxmlformats.org/officeDocument/2006/relationships/image" Target="/ppt/media/image.jpeg" Id="Rc3dcc715f6724c79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691671201245ed" /><ns0:Relationship Type="http://schemas.openxmlformats.org/officeDocument/2006/relationships/image" Target="/ppt/media/image.jpeg" Id="R2d55e96d54504df9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8854f831234612" /><ns0:Relationship Type="http://schemas.openxmlformats.org/officeDocument/2006/relationships/image" Target="/ppt/media/image.jpeg" Id="R5d6c389254f348da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df68f7f531e4818" /><ns0:Relationship Type="http://schemas.openxmlformats.org/officeDocument/2006/relationships/image" Target="/ppt/media/image.jpeg" Id="R4976b08d160b4020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6e2d691db54f8f" /><ns0:Relationship Type="http://schemas.openxmlformats.org/officeDocument/2006/relationships/image" Target="/ppt/media/image.jpeg" Id="R24ad23b657de4ad5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3a5bfff017458a" /><ns0:Relationship Type="http://schemas.openxmlformats.org/officeDocument/2006/relationships/image" Target="/ppt/media/image.jpeg" Id="R15773e7c5dae447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c850ba152944bc" /><ns0:Relationship Type="http://schemas.openxmlformats.org/officeDocument/2006/relationships/image" Target="/ppt/media/image.jpeg" Id="Re00a458edeeb4d22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d6accf2b8254aa3" /><ns0:Relationship Type="http://schemas.openxmlformats.org/officeDocument/2006/relationships/image" Target="/ppt/media/image.jpeg" Id="R3b15478b7d3347e8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da85cbbe7c41c8" /><ns0:Relationship Type="http://schemas.openxmlformats.org/officeDocument/2006/relationships/image" Target="/ppt/media/image.jpeg" Id="Raf67bd89ad6c4321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44c25b6989a4c04" /><ns0:Relationship Type="http://schemas.openxmlformats.org/officeDocument/2006/relationships/image" Target="/ppt/media/image.jpeg" Id="Rd394d4b35e204223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95e679746641b2" /><ns0:Relationship Type="http://schemas.openxmlformats.org/officeDocument/2006/relationships/image" Target="/ppt/media/image.jpeg" Id="R826e84521c514294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40dd7e2100466a" /><ns0:Relationship Type="http://schemas.openxmlformats.org/officeDocument/2006/relationships/image" Target="/ppt/media/image.jpeg" Id="R93cc3166bde943d8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218a1ff2ce4cb1" /><ns0:Relationship Type="http://schemas.openxmlformats.org/officeDocument/2006/relationships/image" Target="/ppt/media/image.jpeg" Id="R1fb9ef88741b4d22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394067d3c4e4418" /><ns0:Relationship Type="http://schemas.openxmlformats.org/officeDocument/2006/relationships/image" Target="/ppt/media/image.jpeg" Id="Rc7ea66f6d9c34b7b" /><ns0:Relationship Type="http://schemas.openxmlformats.org/officeDocument/2006/relationships/hyperlink" Target="https://elstandard.se/documents/preview/3246401" TargetMode="External" Id="Rf6a9691bcba04ca9" /><ns0:Relationship Type="http://schemas.openxmlformats.org/officeDocument/2006/relationships/hyperlink" Target="https://www.transportstyrelsen.se/sv/sjofart/Fartyg/Fartygskonstruktion/Elinstallationer/Lagar-foreskrifter-och-standarder/" TargetMode="External" Id="Rfd23dde3dbcb448c" /><ns0:Relationship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 Id="R0d59c31fa9e64e82" /></ns0: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 väljs för systemet och den avsedda kontrollen.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Rumsnamn visar plats men avgränsar inte vilka ledare, anslutningar och matningsvägar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 gäller kopplingslåda K2 i maskinrummet. Inga närmare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objekt-ID, delar som ingår, matningar och närliggande riskkällor som behöver klarläggas.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 K2. Underlaget säger bara ”i maskinrummet”. Vad behöver preciseras?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exempelvis skadad isolation. Händelsen kan vara beröring. Konsekvensen kan vara strömgenomgång.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Kabel med synlig skada i våt miljö. Verklig spänningssättning är inte verifierad.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åtgärder som minskar faran och exponeringen.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anger bara ”risk för elchock, använd handskar”. Klassning, arbetsmetod och ansvar saknas.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bedöma skyddets effekt. Vanliga handskar har inget givet elektriskt skydd.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PPE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är den otillräcklig?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tillkoppling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tillkoppla.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Arbetsplanens skydd mot återinkoppling är inte genomfört eller verifierat. Endast en skylt finns.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finns på en brytare men återinkoppling är inte förhindrad enligt arbetsplanen. Är skylten ensam tillräcklig?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Mätledningar och isolering ingår i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Synlig kabelskada finns före kontrollen. Instrumentet har inte bedömts användbart.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instrumentet tas ur bruk och vilken förutsättning som måste återställas före kontrollen.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3.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3 = 12.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3 = 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har halverats inom just denna skala.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Utrustningens dimensionering och användning måste passa anläggningen och den fastställda arbetsmetoden.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dokumentationsövning. Ingen praktisk manöver ska utföras utifrån denna bild.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kompletteringar. Beskriv vad som måste verifieras, inte en egen manöverföljd.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högspänningsberedning nämner ”jorda” utan objekt, utrustning eller ansvar. Ange två nödvändiga kompletteringar.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vilka delar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tidigare okänd UPS upptäcks under arbetet och saknas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Avgränsa berört arbete, kartlägg den nya källan och ange villkor för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upptäcks en UPS som inte finns i beredningen. Vad bör ske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är ett mått i den angivna övningsmatrisen. Siffrorna är bedömda skalvärden utan fysisk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Ingen godkännandegräns är angiven.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före och efter. Förklara varför lägre poäng inte bevisar att alla krav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övningsmatris är sannolikhet 3 och konsekvens 4. Riskpoäng definieras som produkten. Efter åtgärd bedöms 1 och 4. Beräkna poängen och förklara begränsningen.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uppföljningsbar åtgärd behöver objekt, ansvarig, kontrollmetod och ett redovisat utfall.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Den ursprungliga texten är ”kontrollera kabeln”. Exakt kabeltyp och metod finns ännu inte angivna.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mall. Markera att tillämplig instruktion ska bestämma metod och godkännandekriterium.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Åtgärdens verifiering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en mer användbar formulering med ansvar och resultat.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Tillgänglig skyddsutrustning löser inte oklar energitillförsel till arbetsområdet.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identifierade men bara en verifierad.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identifierat två matningar men kan bara verifiera en. PPE finns tillgänglig. Kan arbetet påbörjas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7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248C450B-1882-44C4-B54D-206A6A630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