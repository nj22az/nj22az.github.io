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e7a5fd5374d01" /><Relationship Type="http://schemas.openxmlformats.org/officeDocument/2006/relationships/extended-properties" Target="/docProps/app.xml" Id="R8b33dfbea8ae4f91" /><Relationship Type="http://schemas.openxmlformats.org/officeDocument/2006/relationships/officeDocument" Target="/ppt/presentation.xml" Id="R8a71f08d66b64f8f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9259df899ce4f96"/>
  </p:sldMasterIdLst>
  <p:sldIdLst>
    <p:sldId id="256" r:id="Rf03451f85aca41c5"/>
    <p:sldId id="257" r:id="R5288e01b634049a7"/>
    <p:sldId id="258" r:id="R300954b5db4c4e04"/>
    <p:sldId id="259" r:id="Re05747ab348f4ab6"/>
    <p:sldId id="260" r:id="Rddd14c5aee6045ff"/>
    <p:sldId id="261" r:id="Rec488123b6b74cec"/>
    <p:sldId id="262" r:id="R5aec7186e3684c13"/>
    <p:sldId id="263" r:id="R4ca0017874114e58"/>
    <p:sldId id="264" r:id="R0f21160e69e44c28"/>
    <p:sldId id="265" r:id="Rd58e431576764734"/>
    <p:sldId id="266" r:id="R6b304f48cc414dc2"/>
    <p:sldId id="267" r:id="Rff19480d138d435f"/>
    <p:sldId id="268" r:id="R9fe877c8ba074dce"/>
    <p:sldId id="269" r:id="R1e147eed6a1942b3"/>
    <p:sldId id="270" r:id="Rb2d2b78f81964884"/>
    <p:sldId id="271" r:id="Rffa9567338124192"/>
    <p:sldId id="272" r:id="R2cfd2bf261b947df"/>
    <p:sldId id="273" r:id="R93a203c3e4cf46aa"/>
    <p:sldId id="274" r:id="R6c13782e6ec7404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d593e253538d4900" /><ns0:Relationship Type="http://schemas.openxmlformats.org/officeDocument/2006/relationships/slideMaster" Target="/ppt/slideMasters/slideMaster1.xml" Id="Rf9259df899ce4f96" /><ns0:Relationship Type="http://schemas.openxmlformats.org/officeDocument/2006/relationships/presProps" Target="/ppt/presProps.xml" Id="R70a58587046b4612" /><ns0:Relationship Type="http://schemas.openxmlformats.org/officeDocument/2006/relationships/viewProps" Target="/ppt/viewProps.xml" Id="Rf9c77a5e81b341a4" /><ns0:Relationship Type="http://schemas.openxmlformats.org/officeDocument/2006/relationships/tableStyles" Target="/ppt/tableStyles.xml" Id="Rcc19634b461a412d" /><ns0:Relationship Type="http://schemas.openxmlformats.org/officeDocument/2006/relationships/slide" Target="/ppt/slides/slide1.xml" Id="Rf03451f85aca41c5" /><ns0:Relationship Type="http://schemas.openxmlformats.org/officeDocument/2006/relationships/slide" Target="/ppt/slides/slide2.xml" Id="R5288e01b634049a7" /><ns0:Relationship Type="http://schemas.openxmlformats.org/officeDocument/2006/relationships/slide" Target="/ppt/slides/slide3.xml" Id="R300954b5db4c4e04" /><ns0:Relationship Type="http://schemas.openxmlformats.org/officeDocument/2006/relationships/slide" Target="/ppt/slides/slide4.xml" Id="Re05747ab348f4ab6" /><ns0:Relationship Type="http://schemas.openxmlformats.org/officeDocument/2006/relationships/slide" Target="/ppt/slides/slide5.xml" Id="Rddd14c5aee6045ff" /><ns0:Relationship Type="http://schemas.openxmlformats.org/officeDocument/2006/relationships/slide" Target="/ppt/slides/slide6.xml" Id="Rec488123b6b74cec" /><ns0:Relationship Type="http://schemas.openxmlformats.org/officeDocument/2006/relationships/slide" Target="/ppt/slides/slide7.xml" Id="R5aec7186e3684c13" /><ns0:Relationship Type="http://schemas.openxmlformats.org/officeDocument/2006/relationships/slide" Target="/ppt/slides/slide8.xml" Id="R4ca0017874114e58" /><ns0:Relationship Type="http://schemas.openxmlformats.org/officeDocument/2006/relationships/slide" Target="/ppt/slides/slide9.xml" Id="R0f21160e69e44c28" /><ns0:Relationship Type="http://schemas.openxmlformats.org/officeDocument/2006/relationships/slide" Target="/ppt/slides/slide10.xml" Id="Rd58e431576764734" /><ns0:Relationship Type="http://schemas.openxmlformats.org/officeDocument/2006/relationships/slide" Target="/ppt/slides/slide11.xml" Id="R6b304f48cc414dc2" /><ns0:Relationship Type="http://schemas.openxmlformats.org/officeDocument/2006/relationships/slide" Target="/ppt/slides/slide12.xml" Id="Rff19480d138d435f" /><ns0:Relationship Type="http://schemas.openxmlformats.org/officeDocument/2006/relationships/slide" Target="/ppt/slides/slide13.xml" Id="R9fe877c8ba074dce" /><ns0:Relationship Type="http://schemas.openxmlformats.org/officeDocument/2006/relationships/slide" Target="/ppt/slides/slide14.xml" Id="R1e147eed6a1942b3" /><ns0:Relationship Type="http://schemas.openxmlformats.org/officeDocument/2006/relationships/slide" Target="/ppt/slides/slide15.xml" Id="Rb2d2b78f81964884" /><ns0:Relationship Type="http://schemas.openxmlformats.org/officeDocument/2006/relationships/slide" Target="/ppt/slides/slide16.xml" Id="Rffa9567338124192" /><ns0:Relationship Type="http://schemas.openxmlformats.org/officeDocument/2006/relationships/slide" Target="/ppt/slides/slide17.xml" Id="R2cfd2bf261b947df" /><ns0:Relationship Type="http://schemas.openxmlformats.org/officeDocument/2006/relationships/slide" Target="/ppt/slides/slide18.xml" Id="R93a203c3e4cf46aa" /><ns0:Relationship Type="http://schemas.openxmlformats.org/officeDocument/2006/relationships/slide" Target="/ppt/slides/slide19.xml" Id="R6c13782e6ec74044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d95d2853f48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e9c20302143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1ac7eabbe44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af2c33d3f4a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b31f6b3a548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946c62d1b40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52c96241041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96ac9c6b949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3d76b21ea45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f3eae63c046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559f827f3452d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E03F21-4269-4E54-9029-80A22D9452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93FA81-8ED4-417A-BEDB-ADD969C080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3D054E-7F21-48E1-A6F0-8CE273EEE3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1955A4-95F3-47B6-A8AD-91BE32BC30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B11F6-B51F-4320-A078-96FAFEB616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D02C89-501A-436E-B51D-9E5059B84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0E6F43-9A90-4F8D-B3F1-CA1DCB82F7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03B6AB-04EE-4A29-9C23-0BB9B99AD7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E8F719-7B9C-4C6B-9FAA-991B57567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4836D-BBCE-4982-A136-1483996293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6EE0A9-F67E-4157-AFF7-7B379E60F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E9C449-CCF5-4FB3-AD4C-1DDD11F1D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79FAB0-2B0B-4FD3-89A1-650CB5A648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1982F-E923-40C2-8BCE-E9CA80D03C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66C562-FA95-4C5C-A1BA-6364B129F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E44648-ACDF-44BD-8C9C-D05AED081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389286-3B89-4A2D-8F92-AB60B91187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F02897A-05D3-4160-B8FD-3FF4374D5F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C502E0-E7DF-4851-A190-83DB0B6CA8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9A973A-2530-4CA3-970E-469242B5A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C61FB7-F839-48A5-B748-4BE3AA75AD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D67BAF-7694-48F1-A60B-EB82F3664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C7FA17-6400-4787-A402-73543016D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A163047-F380-4F55-AC9B-9D72F3FAB4B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EDF3730-28E1-4661-B103-E7C89E5EE4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F03C5F2-FE04-4880-A7FD-E050D5F0E2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67223DE-1F9D-4D3B-B5AA-7F6AB81A7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FDA0550-F899-4ACF-B16A-F832BBE9ED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A2D3D17-A546-4288-AE42-2E292D34C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F3D6E9-3E68-4541-83B0-5B2BE2FC9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4A3EDD1-11FD-4347-A275-70AC64A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BC325D7-05E8-452D-8EF4-D5167020E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78E541C-1820-45BB-AAF7-C18A1D2B81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9D9F2E4-9B5A-411C-B0EB-7D831247E8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17F1F9-A16B-4A47-87E5-235FD3D9ED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FCA22E-D902-4B4B-86BB-D0BA804A45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BF6BF-B739-4DEF-8D46-CD8425C23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317424-0606-42AD-8E8E-EC44462F01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F5D5CD9-5047-4641-9059-BD4D0444D9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E8DC1A-FD10-4F97-98B9-93B5190780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070CC1-6C3D-49F9-93C9-52F643870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FB32D2-1DF4-43B5-AB84-6A00A5E6E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013433-D47D-424D-AAED-EA4BBDACC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B81341A-36E4-4EA3-AD2E-BC58121996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F7B925-587C-47AE-90E5-3B7BD9C4EA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BB7A31C-9496-4144-9F65-C8BD1DD2C0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27864E-28AD-4BA4-B78E-AAA1A96702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719006-4196-4DF6-BF0A-3DE3CFA5BE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8F2E7-FAFC-4B32-9D7A-2D14265C3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5D8F4B-F7B3-4B7E-8791-EAD31421D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52DE23-603A-4EA4-9538-0531C2FE88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09360F-EA7E-4574-BB5A-35653A527C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0D2A8E-18E3-4F78-81C4-4CB49AAC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D72135F-77F3-4C0B-A7C8-16D7663AE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E15589-F73C-4E89-BDBA-5D5E4F72D4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E127F-3051-4972-BD9D-7A8607B3AF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73636C-612F-42A8-885D-D5599840F7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8647D5-C4BA-433F-8F7E-967200C3D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599573d134cbd" /><Relationship Type="http://schemas.openxmlformats.org/officeDocument/2006/relationships/slideLayout" Target="/ppt/slideLayouts/slideLayout1.xml" Id="R1323180194d042db" /><Relationship Type="http://schemas.openxmlformats.org/officeDocument/2006/relationships/slideLayout" Target="/ppt/slideLayouts/slideLayout2.xml" Id="Rdf547ade2cfc4df9" /><Relationship Type="http://schemas.openxmlformats.org/officeDocument/2006/relationships/slideLayout" Target="/ppt/slideLayouts/slideLayout3.xml" Id="R68b393c7353f4cf0" /><Relationship Type="http://schemas.openxmlformats.org/officeDocument/2006/relationships/slideLayout" Target="/ppt/slideLayouts/slideLayout4.xml" Id="R1c4a539498fe47d2" /><Relationship Type="http://schemas.openxmlformats.org/officeDocument/2006/relationships/slideLayout" Target="/ppt/slideLayouts/slideLayout5.xml" Id="Raa6dad934a34415d" /><Relationship Type="http://schemas.openxmlformats.org/officeDocument/2006/relationships/slideLayout" Target="/ppt/slideLayouts/slideLayout6.xml" Id="Ra2b6038c1fb54c96" /><Relationship Type="http://schemas.openxmlformats.org/officeDocument/2006/relationships/slideLayout" Target="/ppt/slideLayouts/slideLayout7.xml" Id="R23e7966119064357" /><Relationship Type="http://schemas.openxmlformats.org/officeDocument/2006/relationships/slideLayout" Target="/ppt/slideLayouts/slideLayout8.xml" Id="Rae6ee4906a3f4060" /><Relationship Type="http://schemas.openxmlformats.org/officeDocument/2006/relationships/slideLayout" Target="/ppt/slideLayouts/slideLayout9.xml" Id="R4c2c33e877654039" /><Relationship Type="http://schemas.openxmlformats.org/officeDocument/2006/relationships/slideLayout" Target="/ppt/slideLayouts/slideLayout10.xml" Id="R3a040183e3394fce" /><Relationship Type="http://schemas.openxmlformats.org/officeDocument/2006/relationships/slideLayout" Target="/ppt/slideLayouts/slideLayout11.xml" Id="R969d483e2cf54b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5130888-FFB8-4F7B-9C31-9BE3E3AA2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50F4E00-4113-429D-918B-0096B37F09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E07760-805E-47B4-89D4-6F94AB41D70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FF3353-3971-4810-A12E-282FCF2006A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CA8F08-EF9E-48AF-A8A8-58B034FF0CC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3180194d042db"/>
    <p:sldLayoutId xmlns:r="http://schemas.openxmlformats.org/officeDocument/2006/relationships" id="2147483650" r:id="Rdf547ade2cfc4df9"/>
    <p:sldLayoutId xmlns:r="http://schemas.openxmlformats.org/officeDocument/2006/relationships" id="2147483651" r:id="R68b393c7353f4cf0"/>
    <p:sldLayoutId xmlns:r="http://schemas.openxmlformats.org/officeDocument/2006/relationships" id="2147483652" r:id="R1c4a539498fe47d2"/>
    <p:sldLayoutId xmlns:r="http://schemas.openxmlformats.org/officeDocument/2006/relationships" id="2147483653" r:id="Raa6dad934a34415d"/>
    <p:sldLayoutId xmlns:r="http://schemas.openxmlformats.org/officeDocument/2006/relationships" id="2147483654" r:id="Ra2b6038c1fb54c96"/>
    <p:sldLayoutId xmlns:r="http://schemas.openxmlformats.org/officeDocument/2006/relationships" id="2147483655" r:id="R23e7966119064357"/>
    <p:sldLayoutId xmlns:r="http://schemas.openxmlformats.org/officeDocument/2006/relationships" id="2147483656" r:id="Rae6ee4906a3f4060"/>
    <p:sldLayoutId xmlns:r="http://schemas.openxmlformats.org/officeDocument/2006/relationships" id="2147483657" r:id="R4c2c33e877654039"/>
    <p:sldLayoutId xmlns:r="http://schemas.openxmlformats.org/officeDocument/2006/relationships" id="2147483658" r:id="R3a040183e3394fce"/>
    <p:sldLayoutId xmlns:r="http://schemas.openxmlformats.org/officeDocument/2006/relationships" id="2147483659" r:id="R969d483e2cf54be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ca985d77a37489c" /><ns0:Relationship Type="http://schemas.openxmlformats.org/officeDocument/2006/relationships/image" Target="/ppt/media/image.jpeg" Id="R0ffdbd75ac344117" /><ns0:Relationship Type="http://schemas.openxmlformats.org/officeDocument/2006/relationships/image" Target="/ppt/media/image2.jpeg" Id="R9374dec19c304fa2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f780f104a6044fd" /><ns0:Relationship Type="http://schemas.openxmlformats.org/officeDocument/2006/relationships/image" Target="/ppt/media/image.jpeg" Id="Rbde6bb8a440949a9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6f30650ceed415a" /><ns0:Relationship Type="http://schemas.openxmlformats.org/officeDocument/2006/relationships/image" Target="/ppt/media/image.jpeg" Id="R0fe4d3048231460c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d5a08f350d94e31" /><ns0:Relationship Type="http://schemas.openxmlformats.org/officeDocument/2006/relationships/image" Target="/ppt/media/image.jpeg" Id="R197e4a3b9e1b4f9f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dc77d38efc84d75" /><ns0:Relationship Type="http://schemas.openxmlformats.org/officeDocument/2006/relationships/image" Target="/ppt/media/image.jpeg" Id="Refa6743f74384ff0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1409baddba44db9" /><ns0:Relationship Type="http://schemas.openxmlformats.org/officeDocument/2006/relationships/image" Target="/ppt/media/image.jpeg" Id="R03a52bdd83b64545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53cb8e918904ece" /><ns0:Relationship Type="http://schemas.openxmlformats.org/officeDocument/2006/relationships/image" Target="/ppt/media/image.jpeg" Id="R4b574d67ba694dd6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3334f9d569a4cbd" /><ns0:Relationship Type="http://schemas.openxmlformats.org/officeDocument/2006/relationships/image" Target="/ppt/media/image.jpeg" Id="R0c36eb4d8115441f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b13b4a85de643b8" /><ns0:Relationship Type="http://schemas.openxmlformats.org/officeDocument/2006/relationships/image" Target="/ppt/media/image.jpeg" Id="R20ca72b903154ae1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71d89d430ed4975" /><ns0:Relationship Type="http://schemas.openxmlformats.org/officeDocument/2006/relationships/image" Target="/ppt/media/image.jpeg" Id="Rc74baaf01c7b46c1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06d1e9cb6064d9a" /><ns0:Relationship Type="http://schemas.openxmlformats.org/officeDocument/2006/relationships/image" Target="/ppt/media/image.jpeg" Id="R1e1423f4c5914198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dae338b2b614075" /><ns0:Relationship Type="http://schemas.openxmlformats.org/officeDocument/2006/relationships/image" Target="/ppt/media/image.jpeg" Id="R358deed92ca64f61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672bf56cc954025" /><ns0:Relationship Type="http://schemas.openxmlformats.org/officeDocument/2006/relationships/image" Target="/ppt/media/image.jpeg" Id="R7742d23bec5945c4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604326e61624594" /><ns0:Relationship Type="http://schemas.openxmlformats.org/officeDocument/2006/relationships/image" Target="/ppt/media/image.jpeg" Id="Rb0b3a32f2b6c437d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227c7623fd54bab" /><ns0:Relationship Type="http://schemas.openxmlformats.org/officeDocument/2006/relationships/image" Target="/ppt/media/image.jpeg" Id="Ra8868f85b24443ee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e4cf9864da44c76" /><ns0:Relationship Type="http://schemas.openxmlformats.org/officeDocument/2006/relationships/image" Target="/ppt/media/image.jpeg" Id="R5062fe0b5e9f4ba7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d3f2568f81544dc" /><ns0:Relationship Type="http://schemas.openxmlformats.org/officeDocument/2006/relationships/image" Target="/ppt/media/image.jpeg" Id="R74eab3c1bd63472d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1003b1c094e4fec" /><ns0:Relationship Type="http://schemas.openxmlformats.org/officeDocument/2006/relationships/image" Target="/ppt/media/image.jpeg" Id="R53555acf24ab4112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1cbdd8372e944ce" /><ns0:Relationship Type="http://schemas.openxmlformats.org/officeDocument/2006/relationships/image" Target="/ppt/media/image.jpeg" Id="Rf2c2ade842ef41fe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dbd75ac344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9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dec19c30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"/>
            <a:ext cx="757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Frånskiljning och mätteknik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3DAC9-8B8A-40D4-A360-CF1E4984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381750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· 14–18 september 2026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Elteknik och ellära · 45 YHP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6bb8a4409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Kursmål 1, 2, 3, 6, 7, 9.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Läs riskmallen och instrumentkorten M1/M2 och arbetsordningsbilden.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arbetsberedning för en träningsrigg samt instrumentval med motivering.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Veckans mål och arbete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1140-6C87-44FE-9FF1-90973CF1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2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4d3048231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last kan matas av nät, generator, UPS eller batteri.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Reservmatning och fjärrstart kan återföra energi.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Kondensatorer och roterande maskiner kan lagra energi.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Alla matningsvägar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F33E8-0A6D-42E7-8B2C-25AD6F69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3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e4a3b9e1b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brytare bryter inte alltid allt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8367B-7158-4AD2-99D8-2EE3137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2190750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3CFEC-9B9A-4F95-B877-0799A1A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" y="228219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A</a:t>
            </a:r>
          </a:p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07980-8A10-40EA-8DD1-7155D7C1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3973830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C1AF3-5199-429C-907D-2CEE89C1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" y="406527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B</a:t>
            </a:r>
          </a:p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Reservmatning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36BEC-6D0C-411B-BF85-E4687C1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55" y="296799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F39F7-B5DB-45A2-AD6B-45702D8F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095" y="305943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Val A / 0 / B</a:t>
            </a:r>
          </a:p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Förreglad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250C1-12DE-42DB-9AD4-ACE2F8DE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015" y="3013710"/>
            <a:ext cx="15087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9192C-FF96-45AC-BEF8-485D124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455" y="3105150"/>
            <a:ext cx="1325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E82B0-090A-4EAA-9CDC-778B344F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260223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8D802-A7D6-47C8-9D93-319430B9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2602230"/>
            <a:ext cx="953" cy="640080"/>
          </a:xfrm>
          <a:custGeom xmlns:a="http://schemas.openxmlformats.org/drawingml/2006/main">
            <a:pathLst>
              <a:path w="953" h="640080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66CCE-EB48-49FE-B729-CA809522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324231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E3ABF-91A4-4477-B010-18272834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438531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73F23-5986-4BB4-B1F5-F418F4D4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3608070"/>
            <a:ext cx="953" cy="777240"/>
          </a:xfrm>
          <a:custGeom xmlns:a="http://schemas.openxmlformats.org/drawingml/2006/main">
            <a:pathLst>
              <a:path w="953" h="777240">
                <a:moveTo>
                  <a:pt x="0" y="7772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76375-7DF6-45E8-BE79-2B4E7D5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3608070"/>
            <a:ext cx="502920" cy="953"/>
          </a:xfrm>
          <a:custGeom xmlns:a="http://schemas.openxmlformats.org/drawingml/2006/main">
            <a:pathLst>
              <a:path w="502920" h="953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1142E-6E71-4029-A0D8-C682450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15" y="3425190"/>
            <a:ext cx="914400" cy="953"/>
          </a:xfrm>
          <a:custGeom xmlns:a="http://schemas.openxmlformats.org/drawingml/2006/main">
            <a:pathLst>
              <a:path w="914400" h="953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EA6F2-745F-46F9-9873-09134FD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16830"/>
            <a:ext cx="768096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Princip: källorna får inte parallellkopplas av denna omkopplare.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AA391-D4BE-49B5-8308-ABF34ED0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E5150-FF4B-4DF8-A841-A2EF8CF1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4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6743f74384f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Frånskilj och säkra mot tillkoppling.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Kontrollera spänningslöshet med lämplig metod.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Jorda och kortslut när arbetsmetoden kräver det.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Skydda mot närbelägna spänningsförande delar.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Arbete utan spänning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FF4DA-B18A-4828-88EF-6E14D413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5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52bdd83b6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Vanliga komponenter och symboler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D274-A804-426E-86F4-0972CE7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" y="251079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865FB-3CEC-4AB5-B959-6C6CEC4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" y="238277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E928F-1BCE-4C31-9240-B2375901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23" y="251079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F543B-1A3F-4C84-AD48-662F2ED8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7870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R: motstånd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FEB67-7BDA-4E84-93CB-FF6ED87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895" y="2510790"/>
            <a:ext cx="182880" cy="953"/>
          </a:xfrm>
          <a:custGeom xmlns:a="http://schemas.openxmlformats.org/drawingml/2006/main">
            <a:pathLst>
              <a:path w="182880" h="953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4328D-AD02-4403-BC06-01680FA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43" y="2483358"/>
            <a:ext cx="54864" cy="548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2723B-59D6-4F9E-9966-9ED23D1C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983" y="2483358"/>
            <a:ext cx="54864" cy="548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95547-E848-49FD-BE34-49D21C69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36470"/>
            <a:ext cx="548640" cy="274320"/>
          </a:xfrm>
          <a:custGeom xmlns:a="http://schemas.openxmlformats.org/drawingml/2006/main">
            <a:pathLst>
              <a:path w="548640" h="274320">
                <a:moveTo>
                  <a:pt x="0" y="274320"/>
                </a:moveTo>
                <a:lnTo>
                  <a:pt x="5486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F123C-28C4-4A72-8550-F080CB6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510790"/>
            <a:ext cx="182880" cy="953"/>
          </a:xfrm>
          <a:custGeom xmlns:a="http://schemas.openxmlformats.org/drawingml/2006/main">
            <a:pathLst>
              <a:path w="182880" h="953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8E9CE-5A1B-4626-80ED-F435B76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07286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S: NO-kontakt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C3B47-5E69-41AC-83FC-BAD353B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863" y="2209038"/>
            <a:ext cx="603504" cy="6035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19519-0E62-45D0-BBFD-1EF2B5F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463" y="236448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E3917-1453-4130-9478-8A83D97D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96799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Spänningsmätare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3BF03-4DEF-40C3-A8AC-14170E29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" y="397383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4D1F2-69BE-46A5-8314-58AC4391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" y="4110990"/>
            <a:ext cx="1097280" cy="953"/>
          </a:xfrm>
          <a:custGeom xmlns:a="http://schemas.openxmlformats.org/drawingml/2006/main">
            <a:pathLst>
              <a:path w="1097280" h="953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D9CFA-3772-44E9-8473-1CB262C7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" y="447675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F: säkring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9FF2C-5E71-42B3-842E-E652857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055" y="3882390"/>
            <a:ext cx="685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73482-6102-4DDD-BA78-B9D63E7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95" y="3973830"/>
            <a:ext cx="502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36D04-8B95-4763-98B8-7585A63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447675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K: reläspole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FD183-7F3E-4B6F-873A-419C194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863" y="3763518"/>
            <a:ext cx="603504" cy="6035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48FC8-8F99-459C-A998-E79C7387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463" y="391896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BA30C-7BAE-43EB-A06A-0CA19BC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655" y="4476750"/>
            <a:ext cx="20116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Strömmätare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5E80F-9F16-4AC0-9403-9FBD84F9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3A721-D1F9-4792-AAD3-1297B5E8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6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74d67ba69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Från uppgift till verifierat avslut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9F696-0424-4EE9-BAF2-DD737B3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6215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FBA4D-8A8C-47FC-8BF0-8E092C39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" y="205359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1. Planera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2F03F-0C02-45DE-B993-737983F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" y="258394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System, risk, ansvar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ECCD8-B2DA-4885-A329-7CF44B8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196215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0499A-FDA0-4647-9B39-340026D8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205359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2. Förbered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88857-BBC2-4E4E-A9F4-9EAB7960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743" y="258394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Metod, instrument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BB2C2-F601-4A90-AB72-5A6B0D9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196215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C48CE-23DE-47F2-A489-C5CB71C7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05359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3. Mät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85FF3-D686-46F9-B246-BBC86A84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783" y="258394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Punkt, läge, värde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E2DCC-EF0F-4365-9606-33DD8F1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8239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7D593-DACF-41E1-9EB1-ADDA0A0C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" y="397383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4. Analysera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7521E-8786-4ED8-B4E4-9D0AA9C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" y="450418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Hypotes och bevis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E23D8-16B4-46A9-BE9B-B482F6E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3882390"/>
            <a:ext cx="23774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2D326-F77D-4AC3-9F6F-223B217D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3973830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5. Avsluta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9A880-9C89-437B-9E2C-A05A3E1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743" y="4504182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Återprov, protokoll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46778-92C2-406F-B4AB-207A34E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87D9B-092F-43FB-815C-A9C3010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7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6eb4d8115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Arbetsplanen anger provare, mätpunkter och åtkomst.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Instrumentets funktion kontrolleras före och efter provningen.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Mätning omfattar de ledarkombinationer som systemet kräver.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släckt instrument eller en öppen brytare bevisar inte spänningslöshet.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Kontroll av spänningslöshet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C8A1-79C2-4DE4-9D96-F555DB8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8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a72b90315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Mätstorhet, AC/DC, område och upplösning måste passa frågan.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Mätkategori och märkspänning beskriver olika egenskaper.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Ledningar, prober, ingångar och säkringar ingår i kontrollen.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Instrumentval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7ED88-391A-4137-B631-C3A0C64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9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baaf01c7b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mäts mellan två punkter, parallellt med objektet.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Ström mäts i serie eller med lämplig strömtång.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 mäts på ett spänningslöst objekt med lagrad energi hanterad.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Spänning, ström och resistans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3DEE9-0061-4D9F-BA54-9DB306BA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10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423f4c591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parallellt, ström i serie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E1DA3-14A8-4DA7-93B2-ADCFAE9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3196590"/>
            <a:ext cx="640080" cy="6400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F64A7-DD78-4F98-8576-2FD10D4B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" y="3224022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379B3-709F-4667-B0E0-89E9647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" y="355320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4008A-7E2D-4667-BBFE-DEEF82F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" y="3973830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FCFE5-DA1F-4030-8BF4-C94D549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7910"/>
            <a:ext cx="953" cy="868680"/>
          </a:xfrm>
          <a:custGeom xmlns:a="http://schemas.openxmlformats.org/drawingml/2006/main">
            <a:pathLst>
              <a:path w="953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47D36-B0B1-4D29-BE75-70C4A35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36670"/>
            <a:ext cx="953" cy="868680"/>
          </a:xfrm>
          <a:custGeom xmlns:a="http://schemas.openxmlformats.org/drawingml/2006/main">
            <a:pathLst>
              <a:path w="953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43E30-DA50-4AB3-9BB2-7679EAB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05350"/>
            <a:ext cx="5943600" cy="953"/>
          </a:xfrm>
          <a:custGeom xmlns:a="http://schemas.openxmlformats.org/drawingml/2006/main">
            <a:pathLst>
              <a:path w="5943600" h="953">
                <a:moveTo>
                  <a:pt x="0" y="0"/>
                </a:moveTo>
                <a:lnTo>
                  <a:pt x="594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DE94E-889D-460B-8964-9C339CC7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7910"/>
            <a:ext cx="953" cy="2377440"/>
          </a:xfrm>
          <a:custGeom xmlns:a="http://schemas.openxmlformats.org/drawingml/2006/main">
            <a:pathLst>
              <a:path w="953" h="2377440">
                <a:moveTo>
                  <a:pt x="0" y="0"/>
                </a:moveTo>
                <a:lnTo>
                  <a:pt x="0" y="237744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E4272-4255-4C40-B024-144750E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7910"/>
            <a:ext cx="1600200" cy="953"/>
          </a:xfrm>
          <a:custGeom xmlns:a="http://schemas.openxmlformats.org/drawingml/2006/main">
            <a:pathLst>
              <a:path w="1600200" h="953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8E319-43F4-49E2-B3D5-F790B34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695" y="2053590"/>
            <a:ext cx="548640" cy="5486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2A873-D44E-47EE-93FD-B631BABF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863" y="218160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6A988-84C9-4FEC-99EA-D2954E9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335" y="2327910"/>
            <a:ext cx="1645920" cy="953"/>
          </a:xfrm>
          <a:custGeom xmlns:a="http://schemas.openxmlformats.org/drawingml/2006/main">
            <a:pathLst>
              <a:path w="1645920" h="953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38B34-696A-46A1-A75C-C9C1165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255" y="232791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8F39C-7818-4162-8BDB-9908231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847" y="219989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9ED5D-D292-4872-9C79-63F14D5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063" y="232791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188D5-5FAF-4ED2-BB71-8DB64D7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1824990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5DE00-9B9E-4640-B7D9-C1B718F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655" y="2327910"/>
            <a:ext cx="1188720" cy="953"/>
          </a:xfrm>
          <a:custGeom xmlns:a="http://schemas.openxmlformats.org/drawingml/2006/main">
            <a:pathLst>
              <a:path w="1188720" h="953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DD919-921D-48F2-BA3D-95E7A19B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27910"/>
            <a:ext cx="953" cy="1097280"/>
          </a:xfrm>
          <a:custGeom xmlns:a="http://schemas.openxmlformats.org/drawingml/2006/main">
            <a:pathLst>
              <a:path w="953" h="1097280">
                <a:moveTo>
                  <a:pt x="0" y="0"/>
                </a:moveTo>
                <a:lnTo>
                  <a:pt x="0" y="10972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790BF-C402-4C0A-97CE-A9C30942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5" y="2327910"/>
            <a:ext cx="953" cy="1097280"/>
          </a:xfrm>
          <a:custGeom xmlns:a="http://schemas.openxmlformats.org/drawingml/2006/main">
            <a:pathLst>
              <a:path w="953" h="1097280">
                <a:moveTo>
                  <a:pt x="0" y="0"/>
                </a:moveTo>
                <a:lnTo>
                  <a:pt x="0" y="109728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4AB8A-40A3-41F0-8A71-C8425940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25190"/>
            <a:ext cx="438912" cy="953"/>
          </a:xfrm>
          <a:custGeom xmlns:a="http://schemas.openxmlformats.org/drawingml/2006/main">
            <a:pathLst>
              <a:path w="438912" h="953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266A5-9AC7-4627-B643-E6126823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287" y="3132582"/>
            <a:ext cx="585216" cy="58521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C170C-4ABE-4F9D-92CB-BA835D88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743" y="327888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D93B8-E6F6-498B-94C4-42369FF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3425190"/>
            <a:ext cx="393192" cy="953"/>
          </a:xfrm>
          <a:custGeom xmlns:a="http://schemas.openxmlformats.org/drawingml/2006/main">
            <a:pathLst>
              <a:path w="393192" h="953">
                <a:moveTo>
                  <a:pt x="0" y="0"/>
                </a:moveTo>
                <a:lnTo>
                  <a:pt x="3931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77254-ECD2-4A88-9DFF-5B6BC4B1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799" y="2291334"/>
            <a:ext cx="73152" cy="731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1330C-7410-46EA-9C20-620D6F3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119" y="2291334"/>
            <a:ext cx="73152" cy="731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146E2-7C04-44FA-ADED-FA54E8E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535" y="2830830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 i serie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6838D-8ACF-43BF-AB8F-EEAD227A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7383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 parallellt över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CDB470-4E69-4460-9C39-5D761FD1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0381D-5D39-4725-B45F-06EFE50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11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deed92ca6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Resistansmätning på frånskild krets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EDCCC-8896-4BC1-A1C1-866047CE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2227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75FF5-56B6-44AE-A253-E10CF02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367" y="279425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B2066-374F-4D6E-B4DF-106AEE7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583" y="2922270"/>
            <a:ext cx="164592" cy="953"/>
          </a:xfrm>
          <a:custGeom xmlns:a="http://schemas.openxmlformats.org/drawingml/2006/main">
            <a:pathLst>
              <a:path w="164592" h="953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F478B-DD71-42A1-979E-0D788502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335" y="2419350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9CDB4-0B35-422C-9571-76F599D7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2922270"/>
            <a:ext cx="274320" cy="953"/>
          </a:xfrm>
          <a:custGeom xmlns:a="http://schemas.openxmlformats.org/drawingml/2006/main">
            <a:pathLst>
              <a:path w="274320" h="953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20985-F7B0-4F64-9C9D-4210A0A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22270"/>
            <a:ext cx="548640" cy="953"/>
          </a:xfrm>
          <a:custGeom xmlns:a="http://schemas.openxmlformats.org/drawingml/2006/main">
            <a:pathLst>
              <a:path w="548640" h="953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4DB40-1FAA-41F7-9AB5-523ED5E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2922270"/>
            <a:ext cx="953" cy="1600200"/>
          </a:xfrm>
          <a:custGeom xmlns:a="http://schemas.openxmlformats.org/drawingml/2006/main">
            <a:pathLst>
              <a:path w="953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E0ECB-D104-4429-83AF-D5BF63A5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2922270"/>
            <a:ext cx="953" cy="1600200"/>
          </a:xfrm>
          <a:custGeom xmlns:a="http://schemas.openxmlformats.org/drawingml/2006/main">
            <a:pathLst>
              <a:path w="953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CD7E6-24A8-45C3-A069-4635BB00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5" y="4522470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FB415-A8F4-4940-B7AA-1835723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943" y="4129278"/>
            <a:ext cx="786384" cy="7863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33006-66A1-4E8F-A47C-EA6E043F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983" y="4376166"/>
            <a:ext cx="3200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5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F6A4-56C1-4161-807C-2109ABF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327" y="4522470"/>
            <a:ext cx="475488" cy="953"/>
          </a:xfrm>
          <a:custGeom xmlns:a="http://schemas.openxmlformats.org/drawingml/2006/main">
            <a:pathLst>
              <a:path w="475488" h="953">
                <a:moveTo>
                  <a:pt x="0" y="0"/>
                </a:moveTo>
                <a:lnTo>
                  <a:pt x="4754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32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AF4CF-01D0-4006-B9D4-E15EBD1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5" y="1916430"/>
            <a:ext cx="493776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6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16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Ingen extern matning ansluten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1EE1F-08DB-4F9A-917A-A034AF41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255" y="401955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Mätobjektet är avgränsat.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BDCED-6095-46F7-8CF4-50A02AB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ECE5A-B0A9-4754-A458-7AF808C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12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2d23bec59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Ange instrument-ID, mätområde och mätpunkter.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Skriv värde med enhet och relevant antal siffror.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Jämför med beräknat värde och instrumentets specifikation.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Mätvärdets kvalitet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3B20A-CB72-423B-AD74-09979862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13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3a32f2b6c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Isolation skiljer ledande delar åt och kan försämras av fukt.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Isolationsprovning kan skada elektronik om provningen planeras fel.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Testspänning och acceptanskrav hämtas ur tillämpligt underlag.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Isolation och jordfel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38E22-7CA8-47AA-B4BC-C71277B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14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68f85b24443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Tavlan kan matas från två håll och innehåller lagrad energi.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Vilken dokumentation och kompetens behöver ansvarig person?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Vilka spärrar, förreglingar och arbetsgränser måste planen beskriva?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Högspänningsfall: reservmatad tavla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793A3-B91E-48CC-B37E-9C7B0A4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15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2fe0b5e9f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Fartygstyp, trafik och installationens funktion styr regelvalet.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Föreskrift, allmänt råd och standard har olika roller.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Källförteckningen ska visa utgåva, avsnitt och hur kravet verifieras.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Regler och standarder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AAD6-851B-41B4-8D59-80A0313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16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ab3c1bd6347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På träningsriggen står instrumentet kvar i strömläge.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uppgift är att mäta spänningen över källan.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Beskriv kontrollen före anslutning och den möjliga konsekvensen.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Övning: fel instrumentläge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4902E-7477-49B0-B27F-8EB9663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17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55acf24ab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arbetsberedning för en träningsrigg samt instrumentval med motivering.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Använd veckans elevuppgifter och lämna ett eget svar.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Visa metod, enheter och vad slutsatsen bygger på.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Veckans övning och leverans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F2A8-8363-4E76-BAD3-357182E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18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2ade842ef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8096250" cy="414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Nämn två möjliga bakmatningar.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Vad måste kontrolleras utöver displayläget?</a:t>
            </a:r>
          </a:p>
          <a:p xmlns:a="http://schemas.openxmlformats.org/drawingml/2006/main">
            <a:pPr marL="228600" indent="-152400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Vad gör du om ritningen och riggen skiljer sig?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Exitfrågor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F86E0-96CD-40D2-B135-B1B598B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429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Vecka 2  ·  19 / 19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19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2026-09-09T22:03:35.1470000Z</dcterms:created>
  <dcterms:modified xsi:type="dcterms:W3CDTF">2026-09-09T22:03:35.1470000Z</dcterms:modified>
</coreProperties>
</file>