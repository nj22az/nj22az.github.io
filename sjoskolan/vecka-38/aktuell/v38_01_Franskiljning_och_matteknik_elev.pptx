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60e7a5fd5374d01" Type="http://schemas.openxmlformats.org/package/2006/relationships/metadata/core-properties" Target="docProps/core.xml"/><Relationship Id="R8a71f08d66b64f8f" Type="http://schemas.openxmlformats.org/officeDocument/2006/relationships/officeDocument" Target="ppt/presentation.xml"/><Relationship Id="R8b33dfbea8ae4f9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f9259df899ce4f96"/>
  </p:sldMasterIdLst>
  <p:sldIdLst>
    <p:sldId id="256" r:id="Rf03451f85aca41c5"/>
    <p:sldId id="257" r:id="R5288e01b634049a7"/>
    <p:sldId id="258" r:id="R300954b5db4c4e04"/>
    <p:sldId id="259" r:id="Re05747ab348f4ab6"/>
    <p:sldId id="260" r:id="Rddd14c5aee6045ff"/>
    <p:sldId id="261" r:id="Rec488123b6b74cec"/>
    <p:sldId id="262" r:id="R5aec7186e3684c13"/>
    <p:sldId id="263" r:id="R4ca0017874114e58"/>
    <p:sldId id="264" r:id="R0f21160e69e44c28"/>
    <p:sldId id="265" r:id="Rd58e431576764734"/>
    <p:sldId id="266" r:id="R6b304f48cc414dc2"/>
    <p:sldId id="267" r:id="Rff19480d138d435f"/>
    <p:sldId id="268" r:id="R9fe877c8ba074dce"/>
    <p:sldId id="269" r:id="R1e147eed6a1942b3"/>
    <p:sldId id="270" r:id="Rb2d2b78f81964884"/>
    <p:sldId id="271" r:id="Rffa9567338124192"/>
    <p:sldId id="272" r:id="R2cfd2bf261b947df"/>
    <p:sldId id="273" r:id="R93a203c3e4cf46aa"/>
    <p:sldId id="274" r:id="R6c13782e6ec7404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f21160e69e44c28" Type="http://schemas.openxmlformats.org/officeDocument/2006/relationships/slide" Target="slides/slide9.xml"/><Relationship Id="R1e147eed6a1942b3" Type="http://schemas.openxmlformats.org/officeDocument/2006/relationships/slide" Target="slides/slide14.xml"/><Relationship Id="R2cfd2bf261b947df" Type="http://schemas.openxmlformats.org/officeDocument/2006/relationships/slide" Target="slides/slide17.xml"/><Relationship Id="R300954b5db4c4e04" Type="http://schemas.openxmlformats.org/officeDocument/2006/relationships/slide" Target="slides/slide3.xml"/><Relationship Id="R4ca0017874114e58" Type="http://schemas.openxmlformats.org/officeDocument/2006/relationships/slide" Target="slides/slide8.xml"/><Relationship Id="R5288e01b634049a7" Type="http://schemas.openxmlformats.org/officeDocument/2006/relationships/slide" Target="slides/slide2.xml"/><Relationship Id="R5aec7186e3684c13" Type="http://schemas.openxmlformats.org/officeDocument/2006/relationships/slide" Target="slides/slide7.xml"/><Relationship Id="R6b304f48cc414dc2" Type="http://schemas.openxmlformats.org/officeDocument/2006/relationships/slide" Target="slides/slide11.xml"/><Relationship Id="R6c13782e6ec74044" Type="http://schemas.openxmlformats.org/officeDocument/2006/relationships/slide" Target="slides/slide19.xml"/><Relationship Id="R70a58587046b4612" Type="http://schemas.openxmlformats.org/officeDocument/2006/relationships/presProps" Target="presProps.xml"/><Relationship Id="R93a203c3e4cf46aa" Type="http://schemas.openxmlformats.org/officeDocument/2006/relationships/slide" Target="slides/slide18.xml"/><Relationship Id="R9fe877c8ba074dce" Type="http://schemas.openxmlformats.org/officeDocument/2006/relationships/slide" Target="slides/slide13.xml"/><Relationship Id="Rb2d2b78f81964884" Type="http://schemas.openxmlformats.org/officeDocument/2006/relationships/slide" Target="slides/slide15.xml"/><Relationship Id="Rcc19634b461a412d" Type="http://schemas.openxmlformats.org/officeDocument/2006/relationships/tableStyles" Target="tableStyles.xml"/><Relationship Id="Rd58e431576764734" Type="http://schemas.openxmlformats.org/officeDocument/2006/relationships/slide" Target="slides/slide10.xml"/><Relationship Id="Rd593e253538d4900" Type="http://schemas.openxmlformats.org/officeDocument/2006/relationships/theme" Target="theme/theme1.xml"/><Relationship Id="Rddd14c5aee6045ff" Type="http://schemas.openxmlformats.org/officeDocument/2006/relationships/slide" Target="slides/slide5.xml"/><Relationship Id="Re05747ab348f4ab6" Type="http://schemas.openxmlformats.org/officeDocument/2006/relationships/slide" Target="slides/slide4.xml"/><Relationship Id="Rec488123b6b74cec" Type="http://schemas.openxmlformats.org/officeDocument/2006/relationships/slide" Target="slides/slide6.xml"/><Relationship Id="Rf03451f85aca41c5" Type="http://schemas.openxmlformats.org/officeDocument/2006/relationships/slide" Target="slides/slide1.xml"/><Relationship Id="Rf9259df899ce4f96" Type="http://schemas.openxmlformats.org/officeDocument/2006/relationships/slideMaster" Target="slideMasters/slideMaster1.xml"/><Relationship Id="Rf9c77a5e81b341a4" Type="http://schemas.openxmlformats.org/officeDocument/2006/relationships/viewProps" Target="viewProps.xml"/><Relationship Id="Rff19480d138d435f" Type="http://schemas.openxmlformats.org/officeDocument/2006/relationships/slide" Target="slides/slide12.xml"/><Relationship Id="Rffa956733812419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c63d95d2853f48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4be9c20302143d7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d31ac7eabbe44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05af2c33d3f4ab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73b31f6b3a5489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24946c62d1b400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9952c96241041e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bc96ac9c6b9494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893d76b21ea45e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5bf3eae63c046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cf559f827f3452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E03F21-4269-4E54-9029-80A22D94523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93FA81-8ED4-417A-BEDB-ADD969C080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A3D054E-7F21-48E1-A6F0-8CE273EEE3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1955A4-95F3-47B6-A8AD-91BE32BC30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CB11F6-B51F-4320-A078-96FAFEB61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D02C89-501A-436E-B51D-9E5059B849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60E6F43-9A90-4F8D-B3F1-CA1DCB82F73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03B6AB-04EE-4A29-9C23-0BB9B99AD7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E8F719-7B9C-4C6B-9FAA-991B575671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B94836D-BBCE-4982-A136-1483996293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6EE0A9-F67E-4157-AFF7-7B379E60F3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E9C449-CCF5-4FB3-AD4C-1DDD11F1D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79FAB0-2B0B-4FD3-89A1-650CB5A648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31982F-E923-40C2-8BCE-E9CA80D03C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66C562-FA95-4C5C-A1BA-6364B129F4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E44648-ACDF-44BD-8C9C-D05AED081C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389286-3B89-4A2D-8F92-AB60B91187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F02897A-05D3-4160-B8FD-3FF4374D5F4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3C502E0-E7DF-4851-A190-83DB0B6CA8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9A973A-2530-4CA3-970E-469242B5AB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7C61FB7-F839-48A5-B748-4BE3AA75AD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D67BAF-7694-48F1-A60B-EB82F36649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C7FA17-6400-4787-A402-73543016DE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163047-F380-4F55-AC9B-9D72F3FAB4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EDF3730-28E1-4661-B103-E7C89E5EE46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F03C5F2-FE04-4880-A7FD-E050D5F0E23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67223DE-1F9D-4D3B-B5AA-7F6AB81A7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FDA0550-F899-4ACF-B16A-F832BBE9ED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A2D3D17-A546-4288-AE42-2E292D34C0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F3D6E9-3E68-4541-83B0-5B2BE2FC95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4A3EDD1-11FD-4347-A275-70AC64A8E9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BC325D7-05E8-452D-8EF4-D5167020E7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78E541C-1820-45BB-AAF7-C18A1D2B8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9D9F2E4-9B5A-411C-B0EB-7D831247E8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517F1F9-A16B-4A47-87E5-235FD3D9ED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FCA22E-D902-4B4B-86BB-D0BA804A45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3BF6BF-B739-4DEF-8D46-CD8425C23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5317424-0606-42AD-8E8E-EC44462F01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F5D5CD9-5047-4641-9059-BD4D0444D9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0E8DC1A-FD10-4F97-98B9-93B5190780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070CC1-6C3D-49F9-93C9-52F6438709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FB32D2-1DF4-43B5-AB84-6A00A5E6E5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013433-D47D-424D-AAED-EA4BBDACC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B81341A-36E4-4EA3-AD2E-BC581219960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8F7B925-587C-47AE-90E5-3B7BD9C4EAD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BB7A31C-9496-4144-9F65-C8BD1DD2C0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27864E-28AD-4BA4-B78E-AAA1A96702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B719006-4196-4DF6-BF0A-3DE3CFA5BE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28F2E7-FAFC-4B32-9D7A-2D14265C34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5D8F4B-F7B3-4B7E-8791-EAD31421DA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52DE23-603A-4EA4-9538-0531C2FE88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09360F-EA7E-4574-BB5A-35653A527C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0D2A8E-18E3-4F78-81C4-4CB49AAC7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D72135F-77F3-4C0B-A7C8-16D7663AEC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9E15589-F73C-4E89-BDBA-5D5E4F72D4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E127F-3051-4972-BD9D-7A8607B3AF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73636C-612F-42A8-885D-D5599840F71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8647D5-C4BA-433F-8F7E-967200C3D9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323180194d042db" Type="http://schemas.openxmlformats.org/officeDocument/2006/relationships/slideLayout" Target="../slideLayouts/slideLayout1.xml"/><Relationship Id="R1c4a539498fe47d2" Type="http://schemas.openxmlformats.org/officeDocument/2006/relationships/slideLayout" Target="../slideLayouts/slideLayout4.xml"/><Relationship Id="R23e7966119064357" Type="http://schemas.openxmlformats.org/officeDocument/2006/relationships/slideLayout" Target="../slideLayouts/slideLayout7.xml"/><Relationship Id="R3a040183e3394fce" Type="http://schemas.openxmlformats.org/officeDocument/2006/relationships/slideLayout" Target="../slideLayouts/slideLayout10.xml"/><Relationship Id="R4c2c33e877654039" Type="http://schemas.openxmlformats.org/officeDocument/2006/relationships/slideLayout" Target="../slideLayouts/slideLayout9.xml"/><Relationship Id="R68b393c7353f4cf0" Type="http://schemas.openxmlformats.org/officeDocument/2006/relationships/slideLayout" Target="../slideLayouts/slideLayout3.xml"/><Relationship Id="R929599573d134cbd" Type="http://schemas.openxmlformats.org/officeDocument/2006/relationships/theme" Target="theme/theme2.xml"/><Relationship Id="R969d483e2cf54bee" Type="http://schemas.openxmlformats.org/officeDocument/2006/relationships/slideLayout" Target="../slideLayouts/slideLayout11.xml"/><Relationship Id="Ra2b6038c1fb54c96" Type="http://schemas.openxmlformats.org/officeDocument/2006/relationships/slideLayout" Target="../slideLayouts/slideLayout6.xml"/><Relationship Id="Raa6dad934a34415d" Type="http://schemas.openxmlformats.org/officeDocument/2006/relationships/slideLayout" Target="../slideLayouts/slideLayout5.xml"/><Relationship Id="Rae6ee4906a3f4060" Type="http://schemas.openxmlformats.org/officeDocument/2006/relationships/slideLayout" Target="../slideLayouts/slideLayout8.xml"/><Relationship Id="Rdf547ade2cfc4df9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5130888-FFB8-4F7B-9C31-9BE3E3AA2A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50F4E00-4113-429D-918B-0096B37F09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0E07760-805E-47B4-89D4-6F94AB41D70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FF3353-3971-4810-A12E-282FCF2006A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CA8F08-EF9E-48AF-A8A8-58B034FF0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23180194d042db"/>
    <p:sldLayoutId xmlns:r="http://schemas.openxmlformats.org/officeDocument/2006/relationships" id="2147483650" r:id="Rdf547ade2cfc4df9"/>
    <p:sldLayoutId xmlns:r="http://schemas.openxmlformats.org/officeDocument/2006/relationships" id="2147483651" r:id="R68b393c7353f4cf0"/>
    <p:sldLayoutId xmlns:r="http://schemas.openxmlformats.org/officeDocument/2006/relationships" id="2147483652" r:id="R1c4a539498fe47d2"/>
    <p:sldLayoutId xmlns:r="http://schemas.openxmlformats.org/officeDocument/2006/relationships" id="2147483653" r:id="Raa6dad934a34415d"/>
    <p:sldLayoutId xmlns:r="http://schemas.openxmlformats.org/officeDocument/2006/relationships" id="2147483654" r:id="Ra2b6038c1fb54c96"/>
    <p:sldLayoutId xmlns:r="http://schemas.openxmlformats.org/officeDocument/2006/relationships" id="2147483655" r:id="R23e7966119064357"/>
    <p:sldLayoutId xmlns:r="http://schemas.openxmlformats.org/officeDocument/2006/relationships" id="2147483656" r:id="Rae6ee4906a3f4060"/>
    <p:sldLayoutId xmlns:r="http://schemas.openxmlformats.org/officeDocument/2006/relationships" id="2147483657" r:id="R4c2c33e877654039"/>
    <p:sldLayoutId xmlns:r="http://schemas.openxmlformats.org/officeDocument/2006/relationships" id="2147483658" r:id="R3a040183e3394fce"/>
    <p:sldLayoutId xmlns:r="http://schemas.openxmlformats.org/officeDocument/2006/relationships" id="2147483659" r:id="R969d483e2cf54be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fdbd75ac344117" Type="http://schemas.openxmlformats.org/officeDocument/2006/relationships/image" Target="../media/image.jpeg"/><Relationship Id="R6ca985d77a37489c" Type="http://schemas.openxmlformats.org/officeDocument/2006/relationships/slideLayout" Target="../slideLayouts/slideLayout1.xml"/><Relationship Id="R9374dec19c304fa2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bde6bb8a440949a9" Type="http://schemas.openxmlformats.org/officeDocument/2006/relationships/image" Target="../media/image.jpeg"/><Relationship Id="Rff780f104a6044fd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fe4d3048231460c" Type="http://schemas.openxmlformats.org/officeDocument/2006/relationships/image" Target="../media/image.jpeg"/><Relationship Id="R86f30650ceed415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97e4a3b9e1b4f9f" Type="http://schemas.openxmlformats.org/officeDocument/2006/relationships/image" Target="../media/image.jpeg"/><Relationship Id="R2d5a08f350d94e3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8dc77d38efc84d75" Type="http://schemas.openxmlformats.org/officeDocument/2006/relationships/slideLayout" Target="../slideLayouts/slideLayout1.xml"/><Relationship Id="Refa6743f74384ff0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03a52bdd83b64545" Type="http://schemas.openxmlformats.org/officeDocument/2006/relationships/image" Target="../media/image.jpeg"/><Relationship Id="R81409baddba44db9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4b574d67ba694dd6" Type="http://schemas.openxmlformats.org/officeDocument/2006/relationships/image" Target="../media/image.jpeg"/><Relationship Id="Rc53cb8e918904ec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c36eb4d8115441f" Type="http://schemas.openxmlformats.org/officeDocument/2006/relationships/image" Target="../media/image.jpeg"/><Relationship Id="R33334f9d569a4cb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0ca72b903154ae1" Type="http://schemas.openxmlformats.org/officeDocument/2006/relationships/image" Target="../media/image.jpeg"/><Relationship Id="Rdb13b4a85de643b8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071d89d430ed4975" Type="http://schemas.openxmlformats.org/officeDocument/2006/relationships/slideLayout" Target="../slideLayouts/slideLayout1.xml"/><Relationship Id="Rc74baaf01c7b46c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e1423f4c5914198" Type="http://schemas.openxmlformats.org/officeDocument/2006/relationships/image" Target="../media/image.jpeg"/><Relationship Id="R306d1e9cb6064d9a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358deed92ca64f61" Type="http://schemas.openxmlformats.org/officeDocument/2006/relationships/image" Target="../media/image.jpeg"/><Relationship Id="R8dae338b2b614075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7672bf56cc954025" Type="http://schemas.openxmlformats.org/officeDocument/2006/relationships/slideLayout" Target="../slideLayouts/slideLayout1.xml"/><Relationship Id="R7742d23bec5945c4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b0b3a32f2b6c437d" Type="http://schemas.openxmlformats.org/officeDocument/2006/relationships/image" Target="../media/image.jpeg"/><Relationship Id="Rd604326e61624594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227c7623fd54bab" Type="http://schemas.openxmlformats.org/officeDocument/2006/relationships/slideLayout" Target="../slideLayouts/slideLayout1.xml"/><Relationship Id="Ra8868f85b24443ee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1e4cf9864da44c76" Type="http://schemas.openxmlformats.org/officeDocument/2006/relationships/slideLayout" Target="../slideLayouts/slideLayout1.xml"/><Relationship Id="R5062fe0b5e9f4ba7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74eab3c1bd63472d" Type="http://schemas.openxmlformats.org/officeDocument/2006/relationships/image" Target="../media/image.jpeg"/><Relationship Id="R9d3f2568f81544dc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1003b1c094e4fec" Type="http://schemas.openxmlformats.org/officeDocument/2006/relationships/slideLayout" Target="../slideLayouts/slideLayout1.xml"/><Relationship Id="R53555acf24ab4112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21cbdd8372e944ce" Type="http://schemas.openxmlformats.org/officeDocument/2006/relationships/slideLayout" Target="../slideLayouts/slideLayout1.xml"/><Relationship Id="Rf2c2ade842ef41fe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fdbd75ac3441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9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74dec19c30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74544BD4-6AE6-4192-694C-0230831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619125"/>
            <a:ext cx="7572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Frånskiljning och mätteknik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3DAC9-8B8A-40D4-A360-CF1E4984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6381750"/>
            <a:ext cx="5953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vecka 40 · måndag 28 september 2026</a:t>
            </a:r>
          </a:p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Elteknik och ellära · 45 YHP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6bb8a440949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Kursmål 1, 2, 3, 6, 7, 9.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Läs riskmallen och instrumentkorten M1/M2 och arbetsordningsbilden.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arbetsberedning för en träningsrigg samt instrumentval med motivering.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Veckans mål och arbete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D1140-6C87-44FE-9FF1-90973CF1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2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4d304823146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last kan matas av nät, generator, UPS eller batteri.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Reservmatning och fjärrstart kan återföra energi.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Kondensatorer och roterande maskiner kan lagra energi.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Alla matningsvägar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EF33E8-0A6D-42E7-8B2C-25AD6F69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3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e4a3b9e1b4f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brytare bryter inte alltid allt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1EA6F2-745F-46F9-9873-09134FDA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116830"/>
            <a:ext cx="768096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Princip: källorna får inte parallellkopplas av denna omkopplare.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0AA391-D4BE-49B5-8308-ABF34ED0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4E5150-FF4B-4DF8-A841-A2EF8CF1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4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schema-bild04" descr="Två källor via förreglad omkopplare A / 0 / B till laste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42" y="1600200"/>
            <a:ext cx="812131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6743f74384f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Frånskilj och säkra mot tillkoppling.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Kontrollera spänningslöshet med lämplig metod.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Jorda och kortslut när arbetsmetoden kräver det.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Skydda mot närbelägna spänningsförande delar.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Arbete utan spänning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FF4DA-B18A-4828-88EF-6E14D413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5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a52bdd83b645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Vanliga komponenter och symboler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C5E80F-9F16-4AC0-9403-9FBD84F9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93A721-D1F9-4792-AAD3-1297B5E8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6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bild06" descr="Sex symboler i två rader med förklaring und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8229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74d67ba694d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 uppgift till verifierat avslut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9F696-0424-4EE9-BAF2-DD737B3B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FFBA4D-8A8C-47FC-8BF0-8E092C39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1. Planera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2F03F-0C02-45DE-B993-737983FA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System, risk, ansvar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ECCD8-B2DA-4885-A329-7CF44B8F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1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0499A-FDA0-4647-9B39-340026D8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2. Förbered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C88857-BBC2-4E4E-A9F4-9EAB7960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74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Metod, instrument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BB2C2-F601-4A90-AB72-5A6B0D9C6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4055" y="196215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C48CE-23DE-47F2-A489-C5CB71C7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495" y="205359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3. Mät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85FF3-D686-46F9-B246-BBC86A84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3783" y="258394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Punkt, läge, värde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BE2DCC-EF0F-4365-9606-33DD8F12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88239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7D593-DACF-41E1-9EB1-ADDA0A0C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" y="397383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4. Analysera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7521E-8786-4ED8-B4E4-9D0AA9C4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3" y="450418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och bevis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FE23D8-16B4-46A9-BE9B-B482F6ED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15" y="3882390"/>
            <a:ext cx="237744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32D326-F77D-4AC3-9F6F-223B217D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9455" y="3973830"/>
            <a:ext cx="2194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5. Avsluta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09A880-9C89-437B-9E2C-A05A3E11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743" y="4504182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Återprov, protokoll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746778-92C2-406F-B4AB-207A34E4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887D9B-092F-43FB-815C-A9C3010A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7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6eb4d811544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Arbetsplanen anger provare, mätpunkter och åtkomst.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Instrumentets funktion kontrolleras före och efter provningen.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Mätning omfattar de ledarkombinationer som systemet kräver.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släckt instrument eller en öppen brytare bevisar inte spänningslöshet.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 av spänningslöshet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0C8A1-79C2-4DE4-9D96-F555DB88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8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a72b903154a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Mätstorhet, AC/DC, område och upplösning måste passa frågan.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Mätkategori och märkspänning beskriver olika egenskaper.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Ledningar, prober, ingångar och säkringar ingår i kontrollen.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7ED88-391A-4137-B631-C3A0C64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9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baaf01c7b46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mäts mellan två punkter, parallellt med objektet.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Ström mäts i serie eller med lämplig strömtång.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 mäts på ett spänningslöst objekt med lagrad energi hanterad.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3DEE9-0061-4D9F-BA54-9DB306BA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10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423f4c5914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parallellt, ström i serie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CDB470-4E69-4460-9C39-5D761FD1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80381D-5D39-4725-B45F-06EFE504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11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schema-bild11" descr="12 V DC, amperemeter i serie, R = 1 kΩ, voltmeter parallellt över R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00200"/>
            <a:ext cx="8229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deed92ca6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Resistansmätning på frånskild krets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BDCED-6095-46F7-8CF4-50A02ABA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24550"/>
            <a:ext cx="7858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ECE5A-B0A9-4754-A458-7AF808C6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12 / 19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schema-bild12" descr="Avgränsat motstånd och ohmmeter i en sluten slinga, ingen matning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00200"/>
            <a:ext cx="8229600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2d23bec59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Ange instrument-ID, mätområde och mätpunkter.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 värde med enhet och relevant antal siffror.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Jämför med beräknat värde och instrumentets specifikation.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Mätvärdets kvalitet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3B20A-CB72-423B-AD74-09979862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13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b3a32f2b6c43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 skiljer ledande delar åt och kan försämras av fukt.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Isolationsprovning kan skada elektronik om provningen planeras fel.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Testspänning och acceptanskrav hämtas ur tillämpligt underlag.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Isolation och jordfel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38E22-7CA8-47AA-B4BC-C71277BC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14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68f85b244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Tavlan kan matas från två håll och innehåller lagrad energi.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Vilken dokumentation och kompetens behöver ansvarig person?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Vilka spärrar, förreglingar och arbetsgränser måste planen beskriva?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Högspänningsfall: reservmatad tavla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793A3-B91E-48CC-B37E-9C7B0A4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15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2fe0b5e9f4b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Fartygstyp, trafik och installationens funktion styr regelvalet.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Föreskrift, allmänt råd och standard har olika roller.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Källförteckningen ska visa utgåva, avsnitt och hur kravet verifieras.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Regler och standarder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3AAD6-851B-41B4-8D59-80A0313A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16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ab3c1bd63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 träningsriggen står instrumentet kvar i strömläge.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Nästa uppgift är att mäta spänningen över källan.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Beskriv kontrollen före anslutning och den möjliga konsekvensen.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Övning: fel instrumentläge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A4902E-7477-49B0-B27F-8EB96636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17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55acf24ab4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arbetsberedning för en träningsrigg samt instrumentval med motivering.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Använd veckans elevuppgifter och lämna ett eget svar.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Visa metod, enheter och vad slutsatsen bygger på.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Veckans övning och leverans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BF2A8-8363-4E76-BAD3-357182E7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18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2ade842ef41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latshållare för text 2">
            <a:extLst xmlns:a="http://schemas.openxmlformats.org/drawingml/2006/main"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8096250" cy="414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Nämn två möjliga bakmatningar.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måste kontrolleras utöver displayläget?</a:t>
            </a:r>
          </a:p>
          <a:p xmlns:a="http://schemas.openxmlformats.org/drawingml/2006/main"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gör du om ritningen och riggen skiljer sig?</a:t>
            </a:r>
          </a:p>
        </p:txBody>
      </p:sp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28625"/>
            <a:ext cx="8572500" cy="1066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Exitfrågor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F86E0-96CD-40D2-B135-B1B598BC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6429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Kursvecka 3 · v. 40  ·  19 / 19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19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2026-09-09T22:03:35.1470000Z</dcterms:created>
  <dcterms:modified xsi:type="dcterms:W3CDTF">2026-09-09T22:03:35.1470000Z</dcterms:modified>
</coreProperties>
</file>