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a385097ff2a498e" Type="http://schemas.openxmlformats.org/package/2006/relationships/metadata/core-properties" Target="docProps/core.xml"/><Relationship Id="R9e679e704c894915" Type="http://schemas.openxmlformats.org/officeDocument/2006/relationships/extended-properties" Target="docProps/app.xml"/><Relationship Id="Rb2f8b7e05e0a4a9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9df48e2314fe6" Type="http://schemas.openxmlformats.org/officeDocument/2006/relationships/theme" Target="theme/theme1.xml"/><Relationship Id="R0a03502166f44a50" Type="http://schemas.openxmlformats.org/officeDocument/2006/relationships/slide" Target="slides/slide33.xml"/><Relationship Id="R0d998e0ebd5d4a43" Type="http://schemas.openxmlformats.org/officeDocument/2006/relationships/viewProps" Target="viewProps.xml"/><Relationship Id="R124b4a52b84f4f58" Type="http://schemas.openxmlformats.org/officeDocument/2006/relationships/slide" Target="slides/slide6.xml"/><Relationship Id="R17707bb845c54061" Type="http://schemas.openxmlformats.org/officeDocument/2006/relationships/slide" Target="slides/slide7.xml"/><Relationship Id="R1b36ac446a5a4fea" Type="http://schemas.openxmlformats.org/officeDocument/2006/relationships/tableStyles" Target="tableStyles.xml"/><Relationship Id="R1ed02f33b0f64ae5" Type="http://schemas.openxmlformats.org/officeDocument/2006/relationships/presProps" Target="presProps.xml"/><Relationship Id="R29ae7c870c9d4d7b" Type="http://schemas.openxmlformats.org/officeDocument/2006/relationships/slide" Target="slides/slide29.xml"/><Relationship Id="R349c6a8765b34566" Type="http://schemas.openxmlformats.org/officeDocument/2006/relationships/slide" Target="slides/slide1.xml"/><Relationship Id="R3727ce3f32614111" Type="http://schemas.openxmlformats.org/officeDocument/2006/relationships/slide" Target="slides/slide13.xml"/><Relationship Id="R388fb8a4c7bd41b9" Type="http://schemas.openxmlformats.org/officeDocument/2006/relationships/slide" Target="slides/slide36.xml"/><Relationship Id="R3d808d6cc6ef445b" Type="http://schemas.openxmlformats.org/officeDocument/2006/relationships/slide" Target="slides/slide22.xml"/><Relationship Id="R40d2f34c22234776" Type="http://schemas.openxmlformats.org/officeDocument/2006/relationships/slide" Target="slides/slide10.xml"/><Relationship Id="R49c68b4e526c49cf" Type="http://schemas.openxmlformats.org/officeDocument/2006/relationships/slide" Target="slides/slide9.xml"/><Relationship Id="R68d893ed00f147a2" Type="http://schemas.openxmlformats.org/officeDocument/2006/relationships/slide" Target="slides/slide14.xml"/><Relationship Id="R6e3eda4f37b644d9" Type="http://schemas.openxmlformats.org/officeDocument/2006/relationships/slide" Target="slides/slide15.xml"/><Relationship Id="R7e6330b712b049a0" Type="http://schemas.openxmlformats.org/officeDocument/2006/relationships/slide" Target="slides/slide3.xml"/><Relationship Id="R8087815bdded4908" Type="http://schemas.openxmlformats.org/officeDocument/2006/relationships/slide" Target="slides/slide23.xml"/><Relationship Id="R822a34f454154def" Type="http://schemas.openxmlformats.org/officeDocument/2006/relationships/slide" Target="slides/slide8.xml"/><Relationship Id="R8fedca857828436c" Type="http://schemas.openxmlformats.org/officeDocument/2006/relationships/slideMaster" Target="slideMasters/slideMaster1.xml"/><Relationship Id="R95f635f938b74d02" Type="http://schemas.openxmlformats.org/officeDocument/2006/relationships/slide" Target="slides/slide2.xml"/><Relationship Id="R98679caad43148b0" Type="http://schemas.openxmlformats.org/officeDocument/2006/relationships/slide" Target="slides/slide27.xml"/><Relationship Id="R9eb09122628c41df" Type="http://schemas.openxmlformats.org/officeDocument/2006/relationships/slide" Target="slides/slide35.xml"/><Relationship Id="Ra735f35b73884c17" Type="http://schemas.openxmlformats.org/officeDocument/2006/relationships/slide" Target="slides/slide31.xml"/><Relationship Id="Rb0af39f318754c8e" Type="http://schemas.openxmlformats.org/officeDocument/2006/relationships/slide" Target="slides/slide25.xml"/><Relationship Id="Rb4bde1e978f14f23" Type="http://schemas.openxmlformats.org/officeDocument/2006/relationships/slide" Target="slides/slide4.xml"/><Relationship Id="Rc0466d97b8b44caa" Type="http://schemas.openxmlformats.org/officeDocument/2006/relationships/slide" Target="slides/slide28.xml"/><Relationship Id="Rc26a87144a814103" Type="http://schemas.openxmlformats.org/officeDocument/2006/relationships/slide" Target="slides/slide20.xml"/><Relationship Id="Rc5cf5c54e34844a8" Type="http://schemas.openxmlformats.org/officeDocument/2006/relationships/slide" Target="slides/slide18.xml"/><Relationship Id="Rc85397470bb849b4" Type="http://schemas.openxmlformats.org/officeDocument/2006/relationships/slide" Target="slides/slide34.xml"/><Relationship Id="Rcb773bad39a24bb0" Type="http://schemas.openxmlformats.org/officeDocument/2006/relationships/slide" Target="slides/slide19.xml"/><Relationship Id="Rcc7cbf522bf94766" Type="http://schemas.openxmlformats.org/officeDocument/2006/relationships/slide" Target="slides/slide12.xml"/><Relationship Id="Rd3c5c1c0981b40a0" Type="http://schemas.openxmlformats.org/officeDocument/2006/relationships/slide" Target="slides/slide26.xml"/><Relationship Id="Rd6290f3c7a5841dc" Type="http://schemas.openxmlformats.org/officeDocument/2006/relationships/slide" Target="slides/slide17.xml"/><Relationship Id="Rd8280c5cbf5748d3" Type="http://schemas.openxmlformats.org/officeDocument/2006/relationships/slide" Target="slides/slide24.xml"/><Relationship Id="Rdf704a86ef354f9e" Type="http://schemas.openxmlformats.org/officeDocument/2006/relationships/slide" Target="slides/slide30.xml"/><Relationship Id="Re864b5e7ede2434e" Type="http://schemas.openxmlformats.org/officeDocument/2006/relationships/slide" Target="slides/slide11.xml"/><Relationship Id="Rf61a0c7f69304fb3" Type="http://schemas.openxmlformats.org/officeDocument/2006/relationships/slide" Target="slides/slide5.xml"/><Relationship Id="Rf6eab5a4108b46ee" Type="http://schemas.openxmlformats.org/officeDocument/2006/relationships/slide" Target="slides/slide32.xml"/><Relationship Id="Rf8ed752cb7eb45a4" Type="http://schemas.openxmlformats.org/officeDocument/2006/relationships/slide" Target="slides/slide21.xml"/><Relationship Id="Rfad4b41d542042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83c416ce21ec47c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64a7650784640c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1c104847ebc4de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32a66de38344ee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7e7a473419483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14c10f6db5411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fb5682ec3f448a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c4150ca01c4b1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b34873c77d544d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b3a5a960bfb472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fc10d6e2aa04fa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6db52551e0f458d" Type="http://schemas.openxmlformats.org/officeDocument/2006/relationships/slideLayout" Target="../slideLayouts/slideLayout2.xml"/><Relationship Id="R5d94113fb6cf4137" Type="http://schemas.openxmlformats.org/officeDocument/2006/relationships/slideLayout" Target="../slideLayouts/slideLayout8.xml"/><Relationship Id="R64d7228cd90d498a" Type="http://schemas.openxmlformats.org/officeDocument/2006/relationships/slideLayout" Target="../slideLayouts/slideLayout6.xml"/><Relationship Id="R65823ef6c44348eb" Type="http://schemas.openxmlformats.org/officeDocument/2006/relationships/slideLayout" Target="../slideLayouts/slideLayout7.xml"/><Relationship Id="R7e25507f6b5743e7" Type="http://schemas.openxmlformats.org/officeDocument/2006/relationships/slideLayout" Target="../slideLayouts/slideLayout5.xml"/><Relationship Id="R7e6694d36f0d402d" Type="http://schemas.openxmlformats.org/officeDocument/2006/relationships/slideLayout" Target="../slideLayouts/slideLayout10.xml"/><Relationship Id="R7eee5f98a34f46e2" Type="http://schemas.openxmlformats.org/officeDocument/2006/relationships/slideLayout" Target="../slideLayouts/slideLayout11.xml"/><Relationship Id="Rb33bf1b71e984a15" Type="http://schemas.openxmlformats.org/officeDocument/2006/relationships/slideLayout" Target="../slideLayouts/slideLayout3.xml"/><Relationship Id="Rb4693d9f4a544297" Type="http://schemas.openxmlformats.org/officeDocument/2006/relationships/theme" Target="theme/theme2.xml"/><Relationship Id="Rb6cf7fc34ffa4470" Type="http://schemas.openxmlformats.org/officeDocument/2006/relationships/slideLayout" Target="../slideLayouts/slideLayout1.xml"/><Relationship Id="Rc8b6caf24dd3448f" Type="http://schemas.openxmlformats.org/officeDocument/2006/relationships/slideLayout" Target="../slideLayouts/slideLayout9.xml"/><Relationship Id="Rd0e181fedddf4fea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a71d343dc9e94183" Type="http://schemas.openxmlformats.org/officeDocument/2006/relationships/image" Target="../media/image.jpeg"/><Relationship Id="Rcafe8d1ffbe64972" Type="http://schemas.openxmlformats.org/officeDocument/2006/relationships/image" Target="../media/image.png"/><Relationship Id="Rd3010d62854f44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b22ba4344cbb46ec" Type="http://schemas.openxmlformats.org/officeDocument/2006/relationships/image" Target="../media/image.jpeg"/><Relationship Id="Rd8fd72d6a82f447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bb22ff41d34fe5" Type="http://schemas.openxmlformats.org/officeDocument/2006/relationships/slideLayout" Target="../slideLayouts/slideLayout1.xml"/><Relationship Id="Rfed4b7b05cf34f0c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b2252e9ae95e4bce" Type="http://schemas.openxmlformats.org/officeDocument/2006/relationships/image" Target="../media/image.jpeg"/><Relationship Id="Rffcc37610d7f45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2a194a94cac46b3" Type="http://schemas.openxmlformats.org/officeDocument/2006/relationships/image" Target="../media/image.jpeg"/><Relationship Id="R9aa75ddeace54ef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10e1193d714c50" Type="http://schemas.openxmlformats.org/officeDocument/2006/relationships/slideLayout" Target="../slideLayouts/slideLayout1.xml"/><Relationship Id="R78d4e345205c470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929eaf1966e4810" Type="http://schemas.openxmlformats.org/officeDocument/2006/relationships/slideLayout" Target="../slideLayouts/slideLayout1.xml"/><Relationship Id="R7a06aae37a57456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58f4dbd000d41d3" Type="http://schemas.openxmlformats.org/officeDocument/2006/relationships/image" Target="../media/image.jpeg"/><Relationship Id="R56ba043c4c914d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51a906212fa4e7b" Type="http://schemas.openxmlformats.org/officeDocument/2006/relationships/slideLayout" Target="../slideLayouts/slideLayout1.xml"/><Relationship Id="Rb0a6604250de4da3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f0447e189f342a8" Type="http://schemas.openxmlformats.org/officeDocument/2006/relationships/slideLayout" Target="../slideLayouts/slideLayout1.xml"/><Relationship Id="R55f8530423be49b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072b3b4347549eb" Type="http://schemas.openxmlformats.org/officeDocument/2006/relationships/image" Target="../media/image.jpeg"/><Relationship Id="R5127a26118824a0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8242edbe7b42ec" Type="http://schemas.openxmlformats.org/officeDocument/2006/relationships/image" Target="../media/image.jpeg"/><Relationship Id="R7b69ca254c9e488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1d4d1f0afe743e5" Type="http://schemas.openxmlformats.org/officeDocument/2006/relationships/image" Target="../media/image.jpeg"/><Relationship Id="Rf640ad223a174d8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640067c8bad4c78" Type="http://schemas.openxmlformats.org/officeDocument/2006/relationships/image" Target="../media/image.jpeg"/><Relationship Id="Rb2bc7657052c40a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2f098647b44b92" Type="http://schemas.openxmlformats.org/officeDocument/2006/relationships/slideLayout" Target="../slideLayouts/slideLayout1.xml"/><Relationship Id="R9ffee07bf1de4bb5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3420256df5ca4d40" Type="http://schemas.openxmlformats.org/officeDocument/2006/relationships/slideLayout" Target="../slideLayouts/slideLayout1.xml"/><Relationship Id="R6cbf1b8ee34e44aa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db9ee0b448430f" Type="http://schemas.openxmlformats.org/officeDocument/2006/relationships/slideLayout" Target="../slideLayouts/slideLayout1.xml"/><Relationship Id="Re166789a33ac4fb1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292461fb52184ad5" Type="http://schemas.openxmlformats.org/officeDocument/2006/relationships/slideLayout" Target="../slideLayouts/slideLayout1.xml"/><Relationship Id="Ra1c576ac751941a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697e19666c24fa3" Type="http://schemas.openxmlformats.org/officeDocument/2006/relationships/image" Target="../media/image.jpeg"/><Relationship Id="Rd439ade04c6f4bb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31a32ed4c374491" Type="http://schemas.openxmlformats.org/officeDocument/2006/relationships/image" Target="../media/image.jpeg"/><Relationship Id="Re83395e0cebe4c1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6ebcdc72470451d" Type="http://schemas.openxmlformats.org/officeDocument/2006/relationships/slideLayout" Target="../slideLayouts/slideLayout1.xml"/><Relationship Id="R815286ece7374412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e760f37ef8fe45ce" Type="http://schemas.openxmlformats.org/officeDocument/2006/relationships/slideLayout" Target="../slideLayouts/slideLayout1.xml"/><Relationship Id="Ree29964bc3ae4abc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02e565394f7437c" Type="http://schemas.openxmlformats.org/officeDocument/2006/relationships/image" Target="../media/image.jpeg"/><Relationship Id="R9f4c6f849ec94f43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50599f439cae4adb" Type="http://schemas.openxmlformats.org/officeDocument/2006/relationships/image" Target="../media/image.jpeg"/><Relationship Id="R55551811922d450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d921ae11c982415f" Type="http://schemas.openxmlformats.org/officeDocument/2006/relationships/image" Target="../media/image.jpeg"/><Relationship Id="Re153a2caafc1499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7d2511d4d7c0437a" Type="http://schemas.openxmlformats.org/officeDocument/2006/relationships/slideLayout" Target="../slideLayouts/slideLayout1.xml"/><Relationship Id="R84f52339140a44f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488c6d6e0d604eb1" Type="http://schemas.openxmlformats.org/officeDocument/2006/relationships/slideLayout" Target="../slideLayouts/slideLayout1.xml"/><Relationship Id="R7bd6973d63714c2b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c5d21651f4a42de" Type="http://schemas.openxmlformats.org/officeDocument/2006/relationships/image" Target="../media/image.jpeg"/><Relationship Id="R4e7a076d960b4d3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08d6565413d4593" Type="http://schemas.openxmlformats.org/officeDocument/2006/relationships/slideLayout" Target="../slideLayouts/slideLayout1.xml"/><Relationship Id="Rd295fd946d36404f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72fc33040d004514" Type="http://schemas.openxmlformats.org/officeDocument/2006/relationships/image" Target="../media/image.jpeg"/><Relationship Id="R8f88d5ebc16b4f66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9df228892754c6f" Type="http://schemas.openxmlformats.org/officeDocument/2006/relationships/slideLayout" Target="../slideLayouts/slideLayout1.xml"/><Relationship Id="R8ee2b70a10d4416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90e9ffa280f4aa3" Type="http://schemas.openxmlformats.org/officeDocument/2006/relationships/slideLayout" Target="../slideLayouts/slideLayout1.xml"/><Relationship Id="R8601bf21a763454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c39cabd73f34409" Type="http://schemas.openxmlformats.org/officeDocument/2006/relationships/slideLayout" Target="../slideLayouts/slideLayout1.xml"/><Relationship Id="R94bb47ae66a5466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87605dec9a50477e" Type="http://schemas.openxmlformats.org/officeDocument/2006/relationships/image" Target="../media/image.jpeg"/><Relationship Id="Rfbb24f0a4f4c485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01c49885f34edc" Type="http://schemas.openxmlformats.org/officeDocument/2006/relationships/image" Target="../media/image.jpeg"/><Relationship Id="R3fa65d4cacff419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a8222e8dde1488e" Type="http://schemas.openxmlformats.org/officeDocument/2006/relationships/hyperlink" Target="https://dam-assets.fluke.com.cn/s3fs-public/2100079_6003_ENG_D_W.PDF" TargetMode="External"/><Relationship Id="R17f2c3263f4a49f5" Type="http://schemas.openxmlformats.org/officeDocument/2006/relationships/image" Target="../media/image.jpeg"/><Relationship Id="R2f706671006d4648" Type="http://schemas.openxmlformats.org/officeDocument/2006/relationships/hyperlink" Target="https://www.tek.com/en/documents/whitepaper/abcs-probes-primer" TargetMode="External"/><Relationship Id="Rca5bb007e3d14992" Type="http://schemas.openxmlformats.org/officeDocument/2006/relationships/slideLayout" Target="../slideLayouts/slideLayout1.xml"/><Relationship Id="Rdc95cec4e6384225" Type="http://schemas.openxmlformats.org/officeDocument/2006/relationships/hyperlink" Target="https://www.fluke.com/en-us/learn/blog/clamps/using-accessory-current-clamps-with-fluke-dmms" TargetMode="External"/><Relationship Id="Rf2fc8c2ef8584230" Type="http://schemas.openxmlformats.org/officeDocument/2006/relationships/hyperlink" Target="https://www.megger.com/en-gb/et-online/november-2007/a-guide-to-earth-testing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Differensström: alla aktiva ledare genom tången, faserna och N om den finns, men inte PE.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en läckströmstång för mA-området. Vid omriktare: true RMS, mät på nätsidan.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runt en ledare visar lastström" descr="Strömtång runt en ledare visar lastströmmen, runt fram- och returledaren nästan noll, och runt L1–L3 och N men inte PE differensströmmen (läckströmme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9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Verifiera spänningslöshet. Koppla bort isolationsvakt, omriktare och elektronik.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 enligt utrustningens anvisning, för 440 V-utrustning ofta 500 V DC. Urladda till jord efteråt.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solationsprovare mellan kabelns ledare " descr="Isolationsprovare mellan kabelns ledare och skrovet; provspänning och läckström genom isolationsresistans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Strömmarna fram och tillbaka går åt olika håll, så deras magnetfält tar ut varandra när tången omsluter båda ledarna.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någon annan väg. Tången är ideal och passar för strömmen.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strömmarna med tecken och jämför med en mätning runt bara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någon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Utång/k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 och Utång dess utspänning i mV.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Bortse från nollfel och andra instrumentfel.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visningen med känsligheten – mV delat med mV/A ger 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Uprov/Iläck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 och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Isolationen räknas som en ren resistans: 500 V och 0,25 mA. Uppgiften är bara en beräkning.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läckströmmen till A, dela spänningen med strömmen och gör om svaret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isolationsprov med 500 V ger en stabil läckström på 0,25 mA. Beräkna isolationsresistansen.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vägar släpper tillsammans igenom mer läckström än en ensam.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 MΩ. Båda vägarna går mellan samma ledare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och räkna i MΩ hela vägen.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isolationsvägar på 20 MΩ vardera går parallellt från samma ledare till jord. Beräkna den sammanlagda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isolationsvägar på 20 megaohm parall" descr="Två isolationsvägar på 20 megaohm parallellt mellan en aktiv ledare och jord; ekvivalent resistans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V/A ger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0,40 V och 20 mA. Andra bidrag försummas.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mA till A innan du delar.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jordtagsmätning ger 0,40 V vid provströmmen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differentialprob med rätt mätkategori.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IT-nät ger probjord på en fas ett jordfel och larm, och kortslutning om ett annat fel redan finns.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ets probjord är förbunden med" descr="Oscilloskopets probjord är förbunden med skyddsjorden; kopplas den till en spänningssatt ledare blir det kortslutning via skyddsjo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1 % av 50,00 V + 3 steg à 0,01 V ger ±0,53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isning 50,00 V med felgränsen ±0,53 V g" descr="Visning 50,00 V med felgränsen ±0,53 V ger intervallet 49,47 till 50,53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16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 ms. Visad topp är 1,5 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 = rutor · tidsbas     f = 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 = probfaktor · </a:t>
            </a: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18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 = 5 · 2 = 10 ms = 0,010 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 = 1/0,010 = 100 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 = 10 · 1,5 = 15 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Oscilloskopskärm med sinus: en period på" descr="Oscilloskopskärm med sinus: en period på fem rutor vid 2 ms per ruta, 10:1-pro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tid/ruta;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vara i sekunder för att f ska bli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periodtiden i ms, gör om till s och dela sedan 1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tar fyra rutor, och tidsbasen är 5 ms per ruta. Beräkna periodtid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skärm där en period täcker fy" descr="Oscilloskopskärm där en period täcker fyra rutor vid 5 ms per ruta; period och frekvens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35" y="2331720"/>
            <a:ext cx="3811489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ûverklig = probfaktor · ûvisad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innan den når oscilloskopet.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visat toppvärde 2,0 V. Den automatiska omräkningen är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Om oscilloskopet redan räknar om automatiskt får du inte multiplicera igen.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prob med dämpningen 10:1 används. Skärmen visar toppvärdet 2,0 V, och oscilloskopet räknar inte om automatiskt. Bestäm signalens verkliga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procenttalet, n antalet siffror, steg upplösningen och δ den totala felgränsen.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delarna var för sig, lägg ihop dem och räkna ut intervallets båda gränser.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visar 100,0 V. Specifikationen är ±(0,5 % + 2 siffror) och upplösningen 0,1 V. Beräkna felgränsen och intervallet.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xmax − xmin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Medelvärdet visar var värdena ligger, och variationsbredden är största minus minsta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9,8, 10,0 och 10,2 V. Ingen statistisk analys behövs.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värdena och dela med tre. Räkna sedan variationsbredden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mätningar ger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påverkar värdet.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gått från 100 till 10 MΩ, men det står inget om under vilka förhållanden mätningarna gjordes.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förhållanden som måste jämföras innan du drar en slutsats. Håll isär ett lägre mätvärde och en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