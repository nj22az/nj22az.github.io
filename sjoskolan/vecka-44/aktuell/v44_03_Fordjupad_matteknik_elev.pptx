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4/aktuell/Del_3.html" TargetMode="External"/><Relationship Id="rId3" Type="http://schemas.openxmlformats.org/officeDocument/2006/relationships/hyperlink" Target="https://www.fluke.com/en-us/learn/blog/clamps/using-accessory-current-clamps-with-fluke-dmms" TargetMode="External"/><Relationship Id="rId4" Type="http://schemas.openxmlformats.org/officeDocument/2006/relationships/hyperlink" Target="https://www.tek.com/en/documents/whitepaper/abcs-probes-primer" TargetMode="External"/><Relationship Id="rId5" Type="http://schemas.openxmlformats.org/officeDocument/2006/relationships/hyperlink" Target="https://www.megger.com/en-gb/et-online/november-2007/a-guide-to-earth-testing" TargetMode="External"/><Relationship Id="rId6" Type="http://schemas.openxmlformats.org/officeDocument/2006/relationships/hyperlink" Target="https://dam-assets.fluke.com.cn/s3fs-public/2100079_6003_ENG_D_W.PDF" TargetMode="External"/><Relationship Id="rId7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4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Fördjupad mätteknik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Strömtång, isolation, oscilloskop och osäkerhet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44 · Tisdag 27 oktober · 15.00–16.00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3 av 5 · Elteknik och ellära</a:t>
            </a:r>
          </a:p>
        </p:txBody>
      </p:sp>
      <p:sp>
        <p:nvSpPr>
          <p:cNvPr id="8" name="Dag: Tisdag 27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24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Tisdag 27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mäta spänning, ström och resistans i likström, växelström och trefas.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arbetar elsäkert när du mäter, kontrollerar och letar fel.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förstår vad dina mätvärden betyder och drar rätt slutsats.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välja mätprincip för en definierad fråga.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mäta säkert med isolationsprovare och oscilloskop.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tolka mätdata tillsammans med instrumentets begränsningar.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Varför kan en strömtång visa nästan noll runt en kabel där lasten drar 10 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en gissning i chatten, med ett ord om varför.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Mätkedja, strömtång, isolation och jordtag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3.1–3.3 tillsammans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Oscilloskop, felgräns och kalibrering (avsnitt 5–7) och ett exempel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15.55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4" name="Picture 13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Mätkedjan och enheterna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led i mätkedjan påverkar vad visningen betyder.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givare kan omvandla ström till en liten spänning.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Känslighet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i mV/A talar om hur signalen räknas om.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Probfaktor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korrigerar visningen bara om instrumentet inte redan gör det.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Mätmetod, område och driftvillkor behövs för att tolka varje resultat.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Strömtångens mätprincip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Fram- och returström kan ta ut varandra.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En strömtång känner det magnetfält som omslutna strömmar skapar.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För lastström omsluts normalt en ledare.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Differensström: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alla aktiva ledare genom tången, faserna och N om den finns, men inte PE.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Använd en läckströmstång för mA-området. Vid omriktare: true RMS, mät på nätsidan.</a:t>
            </a:r>
          </a:p>
        </p:txBody>
      </p:sp>
      <p:pic>
        <p:nvPicPr>
          <p:cNvPr id="5" name="Figur: Tre strömtänger. Runt en ledare visar tången lastströmmen, runt fram- och returledaren nästan noll och runt L1–L3 och N differensströmmen. Trefas utan N: bara L1–L3. PE hålls alltid utanför." descr="Tre strömtänger. Runt en ledare visar tången lastströmmen, runt fram- och returledaren nästan noll och runt L1–L3 och N differensströmmen. Trefas utan N: bara L1–L3. PE hålls alltid utanfö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44988"/>
            <a:ext cx="3794760" cy="2733783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Isolationsmätning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Provspänning och metod väljs för utrustningen.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Instrumentet lägger på en definierad provspänning och mäter responsen.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Resultatet påverkas av objekt, temperatur, fukt och mättid.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Verifiera spänningslöshet. Koppla bort isolationsvakt, omriktare och elektronik.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Provspänning enligt utrustningens anvisning, för 440 V-utrustning ofta 500 V DC. Urladda till jord efteråt.</a:t>
            </a:r>
          </a:p>
        </p:txBody>
      </p:sp>
      <p:pic>
        <p:nvPicPr>
          <p:cNvPr id="5" name="Figur: Isolationsprovare mellan kabelns ledare och skrovet. Provspänningen driver en läckström genom isolationsresistansen. Objektet är spänningslöst och elektroniken bortkopplad. Urladda efteråt." descr="Isolationsprovare mellan kabelns ledare och skrovet. Provspänningen driver en läckström genom isolationsresistansen. Objektet är spänningslöst och elektroniken bortkopplad. Urladda efterå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00780"/>
            <a:ext cx="3794760" cy="282219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Jordresistansmätning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 = U/I i den förenklade mätmodellen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Metoden behöver skilja jordtagets egenskaper från parallella vägar.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Hjälpelektroder eller selektiva metoder används beroende på systemet.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Mätgeometri och anslutningar påverkar resultatet.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lågt tal utan metodbeskrivning är otillräckligt.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resistans från läckström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En stationär resistiv modell ger 0,10 mA vid 250 V provspänning.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R = U/I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0,10 mA = 0,00010 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R = 250/0,00010 = 2 500 000 Ω.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R = 2,5 MΩ efter division med 1 000 000.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Kontroll: 2 500 000 Ω · 0,00010 A = 250 V. Ingen praktisk provning ingår här.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3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Två ledare i tången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Tångens utgång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Isolationsdata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3.4–3.6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nj22az.github.io/sjoskolan/vecka-44/aktuell/Del_3.html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Oscilloskopets referens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Jordad eller isolerad mätning måste vara planerad.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Ett vanligt bänkinstruments probjord är kopplad till skyddsjord.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Fel anslutning kan skapa en kortslutning mot jord.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Flytande mätningar kräver differentialprob med rätt mätkategori.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I IT-nät ger probjord på en fas ett jordfel och larm, och kortslutning om ett annat fel redan finns.</a:t>
            </a:r>
          </a:p>
        </p:txBody>
      </p:sp>
      <p:pic>
        <p:nvPicPr>
          <p:cNvPr id="5" name="Figur: Oscilloskopets probjord är förbunden med skyddsjorden (PE). Kopplas probjorden till en spänningssatt ledare blir det kortslutning via skyddsjorden. Flytande mätning görs med differentialprob." descr="Oscilloskopets probjord är förbunden med skyddsjorden (PE). Kopplas probjorden till en spänningssatt ledare blir det kortslutning via skyddsjorden. Flytande mätning görs med differentialpro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00780"/>
            <a:ext cx="3794760" cy="282219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Osäkerhet och felgräns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Resultatets intervall behöver följa med slutsatsen.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Upplösning, instrumentspecifikation och spridning är olika bidrag.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Enkel summering kan användas som konservativ gräns i uppgifter.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1 % av 50,00 V + 3 steg à 0,01 V ger ±0,53 V.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full mätosäkerhetsbudget kräver en beskriven modell.</a:t>
            </a:r>
          </a:p>
        </p:txBody>
      </p:sp>
      <p:pic>
        <p:nvPicPr>
          <p:cNvPr id="5" name="Figur: Visningen 50,00 V med felgränsen ±0,53 V ger intervallet 49,47–50,53 V." descr="Visningen 50,00 V med felgränsen ±0,53 V ger intervallet 49,47–50,53 V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52671"/>
            <a:ext cx="3794760" cy="211841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Kalibrering och kontroll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Status, datum, användning och kontrollresultat.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Kalibrering jämför instrumentet med en spårbar referens.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Justering och kalibrering är olika moment.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kalibreringsbevis garanterar inte att instrumentet förblir felfritt efter exempelvis fall, överlast eller skadad ledning.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oscilloskopets skalor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hel period upptar 5 rutor à 2 ms. Visad topp är 1,5 V med 10:1-prob utan automatisk kompensation.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T = rutor · tidsbas; f = 1/T; û = probfaktor · û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visad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1. T = 5 · 2 = 10 ms = 0,010 s.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2. f = 1/0,010 = 100 Hz.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3. û = 10 · 1,5 = 15 V.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Tidsskalan styr frekvensberäkningen. Probfaktorn korrigerar spänning, inte tid.</a:t>
            </a:r>
          </a:p>
        </p:txBody>
      </p:sp>
      <p:pic>
        <p:nvPicPr>
          <p:cNvPr id="6" name="Figur: Oscilloskopskärm med en sinus: 2 ms per ruta, 1 V per ruta och 10:1-prob. En period är fem rutor, och toppen ligger en och en halv ruta över mitten." descr="Oscilloskopskärm med en sinus: 2 ms per ruta, 1 V per ruta och 10:1-prob. En period är fem rutor, och toppen ligger en och en halv ruta över mitt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89400"/>
            <a:ext cx="3794760" cy="282219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  ·  Del 3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Vilken del av en mätning måste dokumenteras utöver det visade talet?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Inlämning 3 (Isolationslabbet) och 4 (analysen av mätdata) bygger på det här: mätvillkor och felgräns hör till resultatet. Inlämningen senast fredag 30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Mätkedjan avgör vad visningen betyder. Strömtången mäter summan av de omslutna strömmarna.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Isolationsprov görs på ett spänningslöst objekt med elektroniken bortkopplad. Oscilloskopets referens planeras före mätningen.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Resultatets intervall följer med slutsatsen. Ett kalibreringsbevis garanterar inte att instrumentet är felfritt efter fall eller överlast.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3: alla sju avsnitt och de två exemplen. Tryck på ”Jag har läst del 3”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3.4–3.6 på delsidan. Övning 3.7–3.10 är extra.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Gör labben Mätaren påverkar i Multimeterlabbet.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Isolationslabbet: gör räkna-först-uppgifterna om isolationsresistans och isolationsprovning och mätning 6–8. Spara protokollet som PDF. Det hör till inlämning 3.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5. Klockan 16.00: del 4, Analys av mätresultat.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Inlämningen, uppgift 1–4, senast fredag 30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44, del 3 Fördjupad mätteknik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4, 6 och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Fluke: mätning med strömtång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Tektronix: oscilloskopprober och säkerhet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Megger: jordresistansmätning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Fluke: multimeterns funktioner och mätning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Fördjupad mätteknik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