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”Över” betyder större än gränsen, inte lika med.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till samma enhet och jämför varje värde med rätt 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bokens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aktiva effekten i W,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linjespänningen i V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linjeströmmen i A.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MW till W och kV till V och sätt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blir strömmen lika många gånger större som spänningen blir lägre.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vid 400 V och kontrollera med kvoten mellan spänningarna.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omsättningen och saknar enhet; 1 är primärsidan och 2 sekundärsidan.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Primärströmmen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A. Uppgiften gäller bara beräkningen.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omsättningen och dela sedan primärströmmen med den.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en signal, skyddsreläet bedömer den och brytaren bryter när den får 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förenklad bild av ett reläskydd.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delarna i ordning från mätning till bortkoppling.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är inte nödvändigtvis gjord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finns inga apparatdata om vad frånskiljaren får bryta.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du vet vad den får användas till.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en förregling stoppar en manöver säger den något om driftläget eller om ett villkor som inte är uppfyllt.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Svara att orsaken ska utredas enligt instruktionen. Beskriv inte hur förreglingen kan förbikopplas.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Avståndet ska räcka även för verktyg, material och de rörelser som kan behövas.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Till ”en meter” finns ingen spänningsnivå och ingen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Det går inte att räkna fram något avstånd med de här uppgifterna.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”en meter brukar räcka”, men nämner varken spänning eller arbetsmetod. Duger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schema över matningar och källor vet du inte hur anläggningen är kopplad eller om spänningen kan komma tillbaka.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aktuellt enlinjeschema och uppgift om reservmatning saknas.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osäkerheter och vilken kontroll var och en gör omöjlig.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ett arbete i en högspänningsanläggning finns varken enlinjeschema eller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Reläinställningar, mätvärden och i vilken ordning brytarna löste visar vad som hände.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fel på ett ställe kopplar bort två felfria fördelningar. Orsaken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mellan fel inställning, fel signal och en brytare som inte fungerade som den skulle.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på ett ställe gör att två felfria fördelningar slocknar. Vad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