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2" r:id="rId42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7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6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”Över” betyder större än gränsen, inte lika med.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till samma enhet och jämför varje värde med rätt 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bokens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aktiva effekten i W,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linjespänningen i V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linjeströmmen i A.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MW till W och kV till V och sätt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blir strömmen lika många gånger större som spänningen blir lägre.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vid 400 V och kontrollera med kvoten mellan spänningarna.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,märk/I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 är omsättningen och saknar enhet; 1 är primärsidan och 2 sekundärsidan.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Primärströmmen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A. Uppgiften gäller bara beräkningen.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omsättningen och dela sedan primärströmmen med den.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 A. Primärströmmen är 120 A. Beräkna sekundärströmmen.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en signal, skyddsreläet bedömer den och brytaren bryter när den får 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förenklad bild av ett reläskydd.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delarna i ordning från mätning till bortkoppling.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 Vad händer om skyddsreläet saknar hjälpspänning?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I₁,märk/I₂,märk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är inte nödvändigtvis gjord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finns inga apparatdata om vad frånskiljaren får bryta.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du vet vad den får användas till.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en förregling stoppar en manöver säger den något om driftläget eller om ett villkor som inte är uppfyllt.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Svara att orsaken ska utredas enligt instruktionen. Beskriv inte hur förreglingen kan förbikopplas.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Avståndet ska räcka även för verktyg, material och de rörelser som kan behövas.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Till ”en meter” finns ingen spänningsnivå och ingen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Det går inte att räkna fram något avstånd med de här uppgifterna.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”en meter brukar räcka”, men nämner varken spänning eller arbetsmetod. Duger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schema över matningar och källor vet du inte hur anläggningen är kopplad eller om spänningen kan komma tillbaka.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aktuellt enlinjeschema och uppgift om reservmatning saknas.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osäkerheter och vilken kontroll var och en gör omöjlig.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ett arbete i en högspänningsanläggning finns varken enlinjeschema eller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Reläinställningar, mätvärden och i vilken ordning brytarna löste visar vad som hände.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fel på ett ställe kopplar bort två felfria fördelningar. Orsaken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mellan fel inställning, fel signal och en brytare som inte fungerade som den skulle.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på ett ställe gör att två felfria fördelningar slocknar. Vad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kyddsfunktioner">
            <a:extLst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Neutralpunktsjordning i HV-nät</a:t>
            </a:r>
          </a:p>
        </p:txBody>
      </p:sp>
      <p:sp>
        <p:nvSpPr>
          <p:cNvPr id="3" name="Överström, jordfel och differentialskydd reagerar på olika felbil">
            <a:extLst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Fartygens 6,6 och 11 kV-nät har ofta neutralpunkten jordad via ett motstånd (NER).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Motståndet begränsar jordfelsströmmen till en bestämd nivå.</a:t>
            </a:r>
          </a:p>
        </p:txBody>
      </p:sp>
      <p:sp>
        <p:nvSpPr>
          <p:cNvPr id="4" name="Inställning och verifiering hör till anläggningens skyddsplan">
            <a:extLst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Jordfelsskyddet larmar eller löser ut</a:t>
            </a:r>
          </a:p>
        </p:txBody>
      </p:sp>
      <p:sp>
        <p:nvSpPr>
          <p:cNvPr id="5" name="Ett skydd som inte löser och ett som löser felaktigt&#10;kan båda hot">
            <a:extLst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Jordfelsreläet larmar eller löser ut enligt skyddsplanen.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många generatorer som har jordad neutralpunkt samtidigt styrs så att felströmmen blir den avsedda.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Generator 6,6 kV med neutralpunkten jord" descr="Generator 6,6 kV med neutralpunkten jordad via ett motstånd och ett jordfelsrelä; ett jordfel på L1 ger en felström genom skrovet och motståndet, begränsad av motstån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