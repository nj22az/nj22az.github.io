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2" r:id="rId42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7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6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69EE2-E26C-493C-B9AB-DA433B4F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33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Källa">
            <a:extLst xmlns:a="http://schemas.openxmlformats.org/drawingml/2006/main">
              <a:ext uri="{FF2B5EF4-FFF2-40B4-BE49-F238E27FC236}">
                <a16:creationId xmlns:a16="http://schemas.microsoft.com/office/drawing/2014/main" id="{A8A2BD37-534A-4074-A56D-AB67A7C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948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BA4A4-C479-4C59-B4D8-4813AC32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2880C-CC6D-456B-934D-A6E7BE4B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648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Skydd">
            <a:extLst xmlns:a="http://schemas.openxmlformats.org/drawingml/2006/main">
              <a:ext uri="{FF2B5EF4-FFF2-40B4-BE49-F238E27FC236}">
                <a16:creationId xmlns:a16="http://schemas.microsoft.com/office/drawing/2014/main" id="{2AE7E3C0-496A-41DC-BBF2-33A582EE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64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A2-C601-491F-BECF-A56EFE1D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52305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4526-9118-4F2E-9519-64EB9D41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164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Fördelning">
            <a:extLst xmlns:a="http://schemas.openxmlformats.org/drawingml/2006/main">
              <a:ext uri="{FF2B5EF4-FFF2-40B4-BE49-F238E27FC236}">
                <a16:creationId xmlns:a16="http://schemas.microsoft.com/office/drawing/2014/main" id="{7C93E7D8-2CBF-4678-BCA0-CE2561B6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980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Fördelning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245C2-37E4-42E4-93E1-15065E51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37820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2E981-1705-4CA7-B5FE-341CA582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Last">
            <a:extLst xmlns:a="http://schemas.openxmlformats.org/drawingml/2006/main">
              <a:ext uri="{FF2B5EF4-FFF2-40B4-BE49-F238E27FC236}">
                <a16:creationId xmlns:a16="http://schemas.microsoft.com/office/drawing/2014/main" id="{4255CAE9-9AB1-4CF7-9A98-345791A3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495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5" name="Enlinjemodell">
            <a:extLst xmlns:a="http://schemas.openxmlformats.org/drawingml/2006/main">
              <a:ext uri="{FF2B5EF4-FFF2-40B4-BE49-F238E27FC236}">
                <a16:creationId xmlns:a16="http://schemas.microsoft.com/office/drawing/2014/main" id="{137C544D-5515-47F5-B9E3-C13615D0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953" y="2474913"/>
            <a:ext cx="35440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3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Enlinjemodell</a:t>
            </a:r>
          </a:p>
        </p:txBody>
      </p:sp>
      <p:sp>
        <p:nvSpPr>
          <p:cNvPr id="16" name="Mätpunkt A">
            <a:extLst xmlns:a="http://schemas.openxmlformats.org/drawingml/2006/main">
              <a:ext uri="{FF2B5EF4-FFF2-40B4-BE49-F238E27FC236}">
                <a16:creationId xmlns:a16="http://schemas.microsoft.com/office/drawing/2014/main" id="{496D3A9A-45CB-4574-8510-D21DAF3A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58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A</a:t>
            </a:r>
          </a:p>
        </p:txBody>
      </p:sp>
      <p:sp>
        <p:nvSpPr>
          <p:cNvPr id="17" name="Mätpunkt B">
            <a:extLst xmlns:a="http://schemas.openxmlformats.org/drawingml/2006/main">
              <a:ext uri="{FF2B5EF4-FFF2-40B4-BE49-F238E27FC236}">
                <a16:creationId xmlns:a16="http://schemas.microsoft.com/office/drawing/2014/main" id="{6B0A73E1-A78A-4143-BB01-EC1E055E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1289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B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kan vara uppbyggda på annat sätt.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Ifel ≈ U/Zfel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felslingan begränsar strömmen, så den kanske inte räcker för att ett överströmsskydd ska lösa ut.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där felströmmen går genom två separata jordtag. Jordfelsbrytaren känner av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felströmmen måste jämföras med skyddets utlösningsström och vad jordfelsbrytaren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det ofta jordfelsbrytaren som måste koppla bort ett fel i ett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Fasledarna är isolerade från jord eller anslutna via en hög impedans, och utsatta delar är skyddsjordade.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principfråga. Ingen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isolationsvakten mäter och varför en försämring måste tas på allvar.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isolationsvakten i ett IT-system, i princip?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rätt byggt IT-system ger det första felet bara en liten ström, men ett andra fel på en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Isolationslarmet är aktivt, men lasten fungerar. Om driften får fortsätta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en last som fungerar inte betyder att isolationen är hel, och vad som behöver göras.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vara jordade på olika sätt och ha olika skydd och 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Det finns inget enlinjeschema.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du behöver för att avgöra jordningssystemet för varje del.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man utan schema säga att hela fartyget har ett och samma jordningssystem?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Iₖ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Iₖ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både fram- och returledaren.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Likspänning: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dra det från källans spänning.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felströmmen,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drivande spänningen och Zs impedansen i hela felslingan.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beräkning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spänningen med slingimpedansen. Svaret räcker inte ensamt för att välja skydd.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beräkning är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 Beräkna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och 2 står för de två fallen. Vid samma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blir strömmen hälften så stor när Zs blir dubbelt så stor.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strömmarna och ange hur mycket strömmen ändras.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Zs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snabbt ett överströmsskydd löser beror på strömmen och skyddets ström–tidkurva.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1 000 A med normal matning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måste kontrolleras i båda fallen. Ange ingen utlösningstid – skyddets data saknas.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normal matning kan felströmmen bli 1 000 A, men vid reservdrift bara 200 A. Vad behöver kontrolleras när skydden planeras?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måste veta vilka funktioner som ska fungera även när något går sönder.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matas från samma fördelning. Fartygsdata och gällande krav är inte kända.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reda på vilka nödlaster som finns, hur de reservmatas och vilka fel som kan slå ut både ordinarie utrustning och nödutrustning samtidigt.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fråga måste dokumentationen svara på innan systemet kan bedömas?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IT-system och övervakning">
            <a:extLst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Landanslutning ombord</a:t>
            </a:r>
          </a:p>
        </p:txBody>
      </p:sp>
      <p:sp>
        <p:nvSpPr>
          <p:cNvPr id="3" name="Källan är isolerad från jord eller ansluten genom hög impedans.&#10;U">
            <a:extLst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Landström är ofta 400 V/50 Hz, fartygets nät ofta 440 V/60 Hz.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frekvens måste passa innan laster kopplas in.</a:t>
            </a:r>
          </a:p>
        </p:txBody>
      </p:sp>
      <p:sp>
        <p:nvSpPr>
          <p:cNvPr id="4" name="Första isolationsfelet ska upptäckas och hanteras">
            <a:extLst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 inkoppling</a:t>
            </a:r>
          </a:p>
        </p:txBody>
      </p:sp>
      <p:sp>
        <p:nvSpPr>
          <p:cNvPr id="5" name="Isolationsövervakningen ger information om försämrad isolation.&#10;F">
            <a:extLst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Fasföljd, spänning och frekvens. Skyddsjord och potentialutjämning ansluts först.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 mot generatordrift. Landnätets jordning kan skilja sig från fartygets. HV-landström: IEC/IEEE 80005-1.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Landanslutning: landström 400 V 50 Hz gå" descr="Landanslutning: landström 400 V 50 Hz går via anpassning av spänning och frekvens till huvudtavlan 440 V 60 Hz; skyddsjord och potentialutjämning ansluts först; förregling mot generatorer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