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enlinje" descr="Enlinjeschema: källa, skydd, fördelning och last i en kedja, med mätpunkt A och B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38" y="2395728"/>
            <a:ext cx="792292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felslingan begränsar strömmen, så den kanske inte räcker för att ett överströmsskydd ska lösa ut.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Fasledarna är isolerade från jord eller anslutna via en hög impedans, och utsatta delar är skyddsjordade.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isolationsvakten i ett IT-system, i princip?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Iₖ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Zs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fallen. Vid samma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strömmen hälften så stor när Zs blir dubbelt så stor.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snabbt ett överströmsskydd löser beror på strömmen och skyddets ström–tidkurva.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normal matning kan felströmmen bli 1 000 A, men vid reservdrift bara 200 A. Vad behöver kontrolleras när skydden planeras?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reda på vilka nödlaster som finns, hur de reservmatas och vilka fel som kan slå ut både ordinarie utrustning och nödutrustning samtidigt.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fråga måste dokumentationen svara på innan systemet kan bedömas?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