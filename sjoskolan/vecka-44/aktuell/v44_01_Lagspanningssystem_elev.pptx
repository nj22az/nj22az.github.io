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enlinje" descr="Enlinjeschema: källa, skydd, fördelning och last i en kedja, med mätpunkt A och B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38" y="2395728"/>
            <a:ext cx="792292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 och PE i normal drift och vid fel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Läs genomgången del 1, avsnitt 3: TN-system.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ledarna gör i normal drift och vid fel. Titta på vad de gör, inte på vilken spänning de har.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TT går felströmmen genom jorden mellan två jordtag. Jordtagen har resistans. Tänk på vad det gör med strömmens storlek.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Isolationsövervakning i IT-nät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IT-nät är faserna inte direkt kopplade till skrovet. Metallhöljen på apparaterna är kopplade till skrovet.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IT-nät har en isolationsvakt. Vad mäter den?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Isolationsvakten i ett IT-nät larmar. Lasten går ändå som vanligt. Varför får du inte strunta i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TN-system i land.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s,1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s,2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fallen, före och efter ändringen.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samma i båda fallen.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löser snabbare när strömmen är stor. Hur snabbt står i skyddets ström–tidskurva, ett diagram från tillverkaren.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ett fel blir strömmen 1 000 A med vanlig matning. På reservkraft blir den bara 200 A. Vad måste du kontrollera hos skyddet?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Tänk på vad som händer med nödutrustningen om just den här fördelningen slutar fungera.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fördelning matar både vanlig utrustning och nödutrustning. Vad måste du ta reda på i ritningar och dokument innan du kan säga om det är säkert?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