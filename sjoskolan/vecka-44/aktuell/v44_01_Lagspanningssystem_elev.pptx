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enlinje" descr="Enlinjeschema: källa, skydd, fördelning och last i en kedja, med mätpunkt A och B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38" y="2395728"/>
            <a:ext cx="792292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U/Z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TN-system i land.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