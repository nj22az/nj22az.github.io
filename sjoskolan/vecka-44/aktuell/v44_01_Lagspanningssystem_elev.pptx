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be863b27647f6" Type="http://schemas.openxmlformats.org/officeDocument/2006/relationships/extended-properties" Target="docProps/app.xml"/><Relationship Id="R7edcb1eac807460d" Type="http://schemas.openxmlformats.org/package/2006/relationships/metadata/core-properties" Target="docProps/core.xml"/><Relationship Id="Ra73b419f54124f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3a0cdb025648f8" Type="http://schemas.openxmlformats.org/officeDocument/2006/relationships/slide" Target="slides/slide19.xml"/><Relationship Id="R02384dce8f0943cb" Type="http://schemas.openxmlformats.org/officeDocument/2006/relationships/slide" Target="slides/slide22.xml"/><Relationship Id="R0d10d8f8b6334206" Type="http://schemas.openxmlformats.org/officeDocument/2006/relationships/slide" Target="slides/slide15.xml"/><Relationship Id="R0ec863902be6455d" Type="http://schemas.openxmlformats.org/officeDocument/2006/relationships/slideMaster" Target="slideMasters/slideMaster1.xml"/><Relationship Id="R19cc633d9c1a4904" Type="http://schemas.openxmlformats.org/officeDocument/2006/relationships/slide" Target="slides/slide29.xml"/><Relationship Id="R243008a0129642f0" Type="http://schemas.openxmlformats.org/officeDocument/2006/relationships/slide" Target="slides/slide14.xml"/><Relationship Id="R25f2c3a9aa3d487f" Type="http://schemas.openxmlformats.org/officeDocument/2006/relationships/slide" Target="slides/slide6.xml"/><Relationship Id="R27ee5d567f0d4964" Type="http://schemas.openxmlformats.org/officeDocument/2006/relationships/slide" Target="slides/slide16.xml"/><Relationship Id="R2bc0f3855e014040" Type="http://schemas.openxmlformats.org/officeDocument/2006/relationships/slide" Target="slides/slide13.xml"/><Relationship Id="R301e5d10c8834775" Type="http://schemas.openxmlformats.org/officeDocument/2006/relationships/slide" Target="slides/slide24.xml"/><Relationship Id="R3221c4f692594c06" Type="http://schemas.openxmlformats.org/officeDocument/2006/relationships/slide" Target="slides/slide34.xml"/><Relationship Id="R326aa4c2d8a540ce" Type="http://schemas.openxmlformats.org/officeDocument/2006/relationships/tableStyles" Target="tableStyles.xml"/><Relationship Id="R3777a79eddc44cf8" Type="http://schemas.openxmlformats.org/officeDocument/2006/relationships/slide" Target="slides/slide9.xml"/><Relationship Id="R3c522af630644f3f" Type="http://schemas.openxmlformats.org/officeDocument/2006/relationships/slide" Target="slides/slide30.xml"/><Relationship Id="R53b616370a3241b2" Type="http://schemas.openxmlformats.org/officeDocument/2006/relationships/slide" Target="slides/slide10.xml"/><Relationship Id="R55788bd762a24476" Type="http://schemas.openxmlformats.org/officeDocument/2006/relationships/slide" Target="slides/slide8.xml"/><Relationship Id="R5a2670a785934cef" Type="http://schemas.openxmlformats.org/officeDocument/2006/relationships/slide" Target="slides/slide18.xml"/><Relationship Id="R663ed1261eab4559" Type="http://schemas.openxmlformats.org/officeDocument/2006/relationships/slide" Target="slides/slide36.xml"/><Relationship Id="R78943d83b9894870" Type="http://schemas.openxmlformats.org/officeDocument/2006/relationships/slide" Target="slides/slide20.xml"/><Relationship Id="R7d290482ed10424f" Type="http://schemas.openxmlformats.org/officeDocument/2006/relationships/slide" Target="slides/slide23.xml"/><Relationship Id="R88e592f1655d4701" Type="http://schemas.openxmlformats.org/officeDocument/2006/relationships/viewProps" Target="viewProps.xml"/><Relationship Id="R8b4032ab9e2847ed" Type="http://schemas.openxmlformats.org/officeDocument/2006/relationships/slide" Target="slides/slide21.xml"/><Relationship Id="R940a761d04574bc7" Type="http://schemas.openxmlformats.org/officeDocument/2006/relationships/slide" Target="slides/slide28.xml"/><Relationship Id="R98f1de492ec148a1" Type="http://schemas.openxmlformats.org/officeDocument/2006/relationships/slide" Target="slides/slide17.xml"/><Relationship Id="R9a851aa03c644752" Type="http://schemas.openxmlformats.org/officeDocument/2006/relationships/slide" Target="slides/slide31.xml"/><Relationship Id="R9b8c5f886f50406a" Type="http://schemas.openxmlformats.org/officeDocument/2006/relationships/slide" Target="slides/slide4.xml"/><Relationship Id="Ra1f99114c2ba45fb" Type="http://schemas.openxmlformats.org/officeDocument/2006/relationships/slide" Target="slides/slide32.xml"/><Relationship Id="Rabf79db79473419f" Type="http://schemas.openxmlformats.org/officeDocument/2006/relationships/slide" Target="slides/slide35.xml"/><Relationship Id="Raea60bec9e80424e" Type="http://schemas.openxmlformats.org/officeDocument/2006/relationships/slide" Target="slides/slide33.xml"/><Relationship Id="Rb12d4793aa7a4cb0" Type="http://schemas.openxmlformats.org/officeDocument/2006/relationships/slide" Target="slides/slide2.xml"/><Relationship Id="Rc20f763b47cf4697" Type="http://schemas.openxmlformats.org/officeDocument/2006/relationships/slide" Target="slides/slide12.xml"/><Relationship Id="Rccccc3fce8314eee" Type="http://schemas.openxmlformats.org/officeDocument/2006/relationships/slide" Target="slides/slide1.xml"/><Relationship Id="Rd358d9abf11e4057" Type="http://schemas.openxmlformats.org/officeDocument/2006/relationships/slide" Target="slides/slide3.xml"/><Relationship Id="Rd35c7b22acc04da7" Type="http://schemas.openxmlformats.org/officeDocument/2006/relationships/slide" Target="slides/slide26.xml"/><Relationship Id="Rd9efcf2a7c6b45d6" Type="http://schemas.openxmlformats.org/officeDocument/2006/relationships/presProps" Target="presProps.xml"/><Relationship Id="Re753f2c33962445e" Type="http://schemas.openxmlformats.org/officeDocument/2006/relationships/slide" Target="slides/slide27.xml"/><Relationship Id="Ree6d2649c03542a5" Type="http://schemas.openxmlformats.org/officeDocument/2006/relationships/slide" Target="slides/slide25.xml"/><Relationship Id="Reea69d6a2d904e86" Type="http://schemas.openxmlformats.org/officeDocument/2006/relationships/slide" Target="slides/slide7.xml"/><Relationship Id="Reed0df337af44bd6" Type="http://schemas.openxmlformats.org/officeDocument/2006/relationships/slide" Target="slides/slide11.xml"/><Relationship Id="Rfbebf5e35f004733" Type="http://schemas.openxmlformats.org/officeDocument/2006/relationships/slide" Target="slides/slide5.xml"/><Relationship Id="Rfef21d0e5d924742" Type="http://schemas.openxmlformats.org/officeDocument/2006/relationships/theme" Target="theme/theme1.xml"/></Relationships>
</file>

<file path=ppt/slideLayouts/_rels/slideLayout1.xml.rels><?xml version='1.0' encoding='UTF-8' standalone='yes'?>
<Relationships xmlns="http://schemas.openxmlformats.org/package/2006/relationships"><Relationship Id="R0728487ea2674c7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3edc361bd40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b40fb434b13499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c3ac771eff04f7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ca60ad0a7e346c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3896f6b40a4e9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e96c30856b84b2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122a440501647a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d08ccf44d2f474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10528924712486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164ccf884b9e420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a1fe208043845bd" Type="http://schemas.openxmlformats.org/officeDocument/2006/relationships/slideLayout" Target="../slideLayouts/slideLayout8.xml"/><Relationship Id="R411e5e12b6e14150" Type="http://schemas.openxmlformats.org/officeDocument/2006/relationships/slideLayout" Target="../slideLayouts/slideLayout7.xml"/><Relationship Id="R43d154a04b384877" Type="http://schemas.openxmlformats.org/officeDocument/2006/relationships/slideLayout" Target="../slideLayouts/slideLayout3.xml"/><Relationship Id="R59a20608f0bb42d0" Type="http://schemas.openxmlformats.org/officeDocument/2006/relationships/slideLayout" Target="../slideLayouts/slideLayout11.xml"/><Relationship Id="R5d2e9e3637024530" Type="http://schemas.openxmlformats.org/officeDocument/2006/relationships/slideLayout" Target="../slideLayouts/slideLayout9.xml"/><Relationship Id="R7f3b644349f6420f" Type="http://schemas.openxmlformats.org/officeDocument/2006/relationships/slideLayout" Target="../slideLayouts/slideLayout2.xml"/><Relationship Id="Rba8afe4ec83b4c84" Type="http://schemas.openxmlformats.org/officeDocument/2006/relationships/slideLayout" Target="../slideLayouts/slideLayout1.xml"/><Relationship Id="Rc1937ae207dc4dcb" Type="http://schemas.openxmlformats.org/officeDocument/2006/relationships/slideLayout" Target="../slideLayouts/slideLayout4.xml"/><Relationship Id="Rcf5a2489ef064cdd" Type="http://schemas.openxmlformats.org/officeDocument/2006/relationships/slideLayout" Target="../slideLayouts/slideLayout6.xml"/><Relationship Id="Rd2b9bd62d3ab4009" Type="http://schemas.openxmlformats.org/officeDocument/2006/relationships/slideLayout" Target="../slideLayouts/slideLayout5.xml"/><Relationship Id="Re8691e0c4dae484a" Type="http://schemas.openxmlformats.org/officeDocument/2006/relationships/theme" Target="theme/theme2.xml"/><Relationship Id="Rfca3ee4a88284522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6fac7f147f4451" Type="http://schemas.openxmlformats.org/officeDocument/2006/relationships/image" Target="../media/image.png"/><Relationship Id="R694c5771e7f54004" Type="http://schemas.openxmlformats.org/officeDocument/2006/relationships/image" Target="../media/image.jpeg"/><Relationship Id="Rf18355fcc2e845f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89877d6e41649d9" Type="http://schemas.openxmlformats.org/officeDocument/2006/relationships/slideLayout" Target="../slideLayouts/slideLayout1.xml"/><Relationship Id="Ra60771e78823435f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36ea98cc15c240cc" Type="http://schemas.openxmlformats.org/officeDocument/2006/relationships/slideLayout" Target="../slideLayouts/slideLayout1.xml"/><Relationship Id="Rd8901db6bc0d4f0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73dc65e097b84918" Type="http://schemas.openxmlformats.org/officeDocument/2006/relationships/slideLayout" Target="../slideLayouts/slideLayout1.xml"/><Relationship Id="R92f4023a45694f9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399c48fd56f4a0f" Type="http://schemas.openxmlformats.org/officeDocument/2006/relationships/slideLayout" Target="../slideLayouts/slideLayout1.xml"/><Relationship Id="R9ee7f74c3f564c4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17f97b528b074bb0" Type="http://schemas.openxmlformats.org/officeDocument/2006/relationships/image" Target="../media/image.jpeg"/><Relationship Id="R96de0af8a82e456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8ffd530539b4c8c" Type="http://schemas.openxmlformats.org/officeDocument/2006/relationships/image" Target="../media/image.jpeg"/><Relationship Id="R676aebb9a4ce47e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c5eed8df0c54082" Type="http://schemas.openxmlformats.org/officeDocument/2006/relationships/slideLayout" Target="../slideLayouts/slideLayout1.xml"/><Relationship Id="Rf90216e2a3af4bfc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78845bc750a446b3" Type="http://schemas.openxmlformats.org/officeDocument/2006/relationships/image" Target="../media/image.jpeg"/><Relationship Id="Rc679cd327ad547f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59d90d01acc4147" Type="http://schemas.openxmlformats.org/officeDocument/2006/relationships/image" Target="../media/image.jpeg"/><Relationship Id="Rea10b8dc85fb42c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ae6a6dafd3a4732" Type="http://schemas.openxmlformats.org/officeDocument/2006/relationships/slideLayout" Target="../slideLayouts/slideLayout1.xml"/><Relationship Id="R1c171be557cf4669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9807b6a9d2144f9f" Type="http://schemas.openxmlformats.org/officeDocument/2006/relationships/slideLayout" Target="../slideLayouts/slideLayout1.xml"/><Relationship Id="Rb9b05be65bea49c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af727066b314d1a" Type="http://schemas.openxmlformats.org/officeDocument/2006/relationships/slideLayout" Target="../slideLayouts/slideLayout1.xml"/><Relationship Id="Re557bdcd6bea4592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32f45964eb9743f1" Type="http://schemas.openxmlformats.org/officeDocument/2006/relationships/image" Target="../media/image.jpeg"/><Relationship Id="R89dbd3fc50d746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3505b245a0942d4" Type="http://schemas.openxmlformats.org/officeDocument/2006/relationships/image" Target="../media/image.jpeg"/><Relationship Id="Ra8d393bda2d043c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0b5b45bebc2544db" Type="http://schemas.openxmlformats.org/officeDocument/2006/relationships/image" Target="../media/image.jpeg"/><Relationship Id="R12a65bef15614e1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44de39bd0c4b14" Type="http://schemas.openxmlformats.org/officeDocument/2006/relationships/image" Target="../media/image.jpeg"/><Relationship Id="R3874bc7bbe4e49e7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d27df01b11e4a8f" Type="http://schemas.openxmlformats.org/officeDocument/2006/relationships/slideLayout" Target="../slideLayouts/slideLayout1.xml"/><Relationship Id="R5faa66a27f60412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2dd09d0138e4f96" Type="http://schemas.openxmlformats.org/officeDocument/2006/relationships/slideLayout" Target="../slideLayouts/slideLayout1.xml"/><Relationship Id="R16029e7c470049a1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69e34348521e4c36" Type="http://schemas.openxmlformats.org/officeDocument/2006/relationships/image" Target="../media/image.jpeg"/><Relationship Id="Rd1a4681b70e44b8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8d5da1389234df5" Type="http://schemas.openxmlformats.org/officeDocument/2006/relationships/slideLayout" Target="../slideLayouts/slideLayout1.xml"/><Relationship Id="Re8325551d58f4a0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64703142481f4c41" Type="http://schemas.openxmlformats.org/officeDocument/2006/relationships/image" Target="../media/image.jpeg"/><Relationship Id="R7448282ed733493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470499dec2e842d6" Type="http://schemas.openxmlformats.org/officeDocument/2006/relationships/image" Target="../media/image.jpeg"/><Relationship Id="Rbe7b7c1e791b412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0094ec4bd3c445a" Type="http://schemas.openxmlformats.org/officeDocument/2006/relationships/slideLayout" Target="../slideLayouts/slideLayout1.xml"/><Relationship Id="Rdbb3225eb287486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4943b10d084f458f" Type="http://schemas.openxmlformats.org/officeDocument/2006/relationships/slideLayout" Target="../slideLayouts/slideLayout1.xml"/><Relationship Id="R8d17d0ef7e7e4df2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a3807934003465d" Type="http://schemas.openxmlformats.org/officeDocument/2006/relationships/image" Target="../media/image.jpeg"/><Relationship Id="R1ec4fc83ad324106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80c7d4ada94c4667" Type="http://schemas.openxmlformats.org/officeDocument/2006/relationships/slideLayout" Target="../slideLayouts/slideLayout1.xml"/><Relationship Id="R8340f6d4f1854b3f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bc281abc4b664b20" Type="http://schemas.openxmlformats.org/officeDocument/2006/relationships/slideLayout" Target="../slideLayouts/slideLayout1.xml"/><Relationship Id="Rdaab840de27749da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615fa4c1bab943a5" Type="http://schemas.openxmlformats.org/officeDocument/2006/relationships/image" Target="../media/image.jpeg"/><Relationship Id="R91dd96e5ea7d4a2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66a57e7aece471b" Type="http://schemas.openxmlformats.org/officeDocument/2006/relationships/image" Target="../media/image.jpeg"/><Relationship Id="Rdf21a0468db145ee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cd828a2e537442d" Type="http://schemas.openxmlformats.org/officeDocument/2006/relationships/image" Target="../media/image.jpeg"/><Relationship Id="R9b2cf31e20214165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eef232b26af34c96" Type="http://schemas.openxmlformats.org/officeDocument/2006/relationships/image" Target="../media/image.jpeg"/><Relationship Id="Rf786395b141645a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48d2d51a0514df0" Type="http://schemas.openxmlformats.org/officeDocument/2006/relationships/image" Target="../media/image.jpeg"/><Relationship Id="R893cb134b4b3479c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dc55528662143e2" Type="http://schemas.openxmlformats.org/officeDocument/2006/relationships/image" Target="../media/image.jpeg"/><Relationship Id="Rcbbf039a0cba4ff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5fa4506fa9164c35" Type="http://schemas.openxmlformats.org/officeDocument/2006/relationships/slideLayout" Target="../slideLayouts/slideLayout1.xml"/><Relationship Id="Rc31c418783f44cb7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028a458df304058" Type="http://schemas.openxmlformats.org/officeDocument/2006/relationships/image" Target="../media/image.jpeg"/><Relationship Id="R151888338d284140" Type="http://schemas.openxmlformats.org/officeDocument/2006/relationships/slideLayout" Target="../slideLayouts/slideLayout1.xml"/><Relationship Id="R7e3a53b9408143ff" Type="http://schemas.openxmlformats.org/officeDocument/2006/relationships/hyperlink" Target="https://www.transportstyrelsen.se/sv/sjofart/Fartyg/Fartygskonstruktion/Elinstallationer/Lagar-foreskrifter-och-standarder/" TargetMode="External"/><Relationship Id="R8b87b7cc612e4c1f" Type="http://schemas.openxmlformats.org/officeDocument/2006/relationships/hyperlink" Target="https://www.electrical-installation.org/enwiki/Characteristics_of_TT%2C_TN_and_IT_systems" TargetMode="External"/><Relationship Id="R98e3217e45a54fe0" Type="http://schemas.openxmlformats.org/officeDocument/2006/relationships/hyperlink" Target="https://www.electrical-installation.org/enwiki/IT_system_-_Principle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69EE2-E26C-493C-B9AB-DA433B4F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133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5" name="Källa">
            <a:extLst xmlns:a="http://schemas.openxmlformats.org/drawingml/2006/main">
              <a:ext uri="{FF2B5EF4-FFF2-40B4-BE49-F238E27FC236}">
                <a16:creationId xmlns:a16="http://schemas.microsoft.com/office/drawing/2014/main" id="{A8A2BD37-534A-4074-A56D-AB67A7C0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948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BA4A4-C479-4C59-B4D8-4813AC32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2880C-CC6D-456B-934D-A6E7BE4B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648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8" name="Skydd">
            <a:extLst xmlns:a="http://schemas.openxmlformats.org/drawingml/2006/main">
              <a:ext uri="{FF2B5EF4-FFF2-40B4-BE49-F238E27FC236}">
                <a16:creationId xmlns:a16="http://schemas.microsoft.com/office/drawing/2014/main" id="{2AE7E3C0-496A-41DC-BBF2-33A582EE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64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703A2-C601-491F-BECF-A56EFE1D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52305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64526-9118-4F2E-9519-64EB9D41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164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1" name="Fördelning">
            <a:extLst xmlns:a="http://schemas.openxmlformats.org/drawingml/2006/main">
              <a:ext uri="{FF2B5EF4-FFF2-40B4-BE49-F238E27FC236}">
                <a16:creationId xmlns:a16="http://schemas.microsoft.com/office/drawing/2014/main" id="{7C93E7D8-2CBF-4678-BCA0-CE2561B6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980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Fördelning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245C2-37E4-42E4-93E1-15065E51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37820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2E981-1705-4CA7-B5FE-341CA582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4" name="Last">
            <a:extLst xmlns:a="http://schemas.openxmlformats.org/drawingml/2006/main">
              <a:ext uri="{FF2B5EF4-FFF2-40B4-BE49-F238E27FC236}">
                <a16:creationId xmlns:a16="http://schemas.microsoft.com/office/drawing/2014/main" id="{4255CAE9-9AB1-4CF7-9A98-345791A3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5495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5" name="Enlinjemodell">
            <a:extLst xmlns:a="http://schemas.openxmlformats.org/drawingml/2006/main">
              <a:ext uri="{FF2B5EF4-FFF2-40B4-BE49-F238E27FC236}">
                <a16:creationId xmlns:a16="http://schemas.microsoft.com/office/drawing/2014/main" id="{137C544D-5515-47F5-B9E3-C13615D0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953" y="2474913"/>
            <a:ext cx="35440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3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Enlinjemodell</a:t>
            </a:r>
          </a:p>
        </p:txBody>
      </p:sp>
      <p:sp>
        <p:nvSpPr>
          <p:cNvPr id="16" name="Mätpunkt A">
            <a:extLst xmlns:a="http://schemas.openxmlformats.org/drawingml/2006/main">
              <a:ext uri="{FF2B5EF4-FFF2-40B4-BE49-F238E27FC236}">
                <a16:creationId xmlns:a16="http://schemas.microsoft.com/office/drawing/2014/main" id="{496D3A9A-45CB-4574-8510-D21DAF3A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58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A</a:t>
            </a:r>
          </a:p>
        </p:txBody>
      </p:sp>
      <p:sp>
        <p:nvSpPr>
          <p:cNvPr id="17" name="Mätpunkt B">
            <a:extLst xmlns:a="http://schemas.openxmlformats.org/drawingml/2006/main">
              <a:ext uri="{FF2B5EF4-FFF2-40B4-BE49-F238E27FC236}">
                <a16:creationId xmlns:a16="http://schemas.microsoft.com/office/drawing/2014/main" id="{6B0A73E1-A78A-4143-BB01-EC1E055E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1289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B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N-S-system: källan med L1, L2, L3, N oc" descr="TN-S-system: källan med L1, L2, L3, N och PE; ett fel mellan L1 och höljet ger en felslinga via PE tillbaka till kä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 överströmsskydd ensamt inte ger avsedd bortkoppling.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 är ovanliga ombord.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T-system: källans systemjord RB och ins" descr="TT-system: källans systemjord RB och installationens jordtag RA; felströmmen går genom jorden mellan jordt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 leder normal returström, PE har skyddsfunktion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TN-S är neutralledare N och skyddsledare PE separata längs den berörda delen av systemet.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får inte antas ha samma uppbyggnad.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ledarnas uppgift i normaldrift och vid fel. Skilj funktion från ett tillfälligt lika potentialvärde.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 impedans i jordfelsslingan begränsar strömmen. Ett överströmsskydd kan då sakna tillräcklig utlösningsström.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med jordningsväg genom separata jordtag. Jordfelsfunktionen kan upptäcka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 och skyddets utlösning måste jämföras, och vad jordfelsfunktionen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jordfelsbrytare ofta avgörande för felbortkoppling i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IT-systemets isolation övervakas mot jord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ledare är isolerade från jord eller anslutna via hög impedans. Utsatta delar har skyddsförbindelse.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Principfråga om isolationsövervakningsdon. Ingen viss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donet övervakar och varför en försämring ska uppmärksammas.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övervakar ett isolationsövervakningsdon i ett IT-system på principiell nivå?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fel kan ge liten ström i ett korrekt utformat IT-system. Ett andra fel på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 föreligger, men lasten fungerar. Fortsatt drift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fungerande last inte betyder felfri isolation. Ange behov av felhantering.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Isolationslarmet går i ett IT-system men lasten fortsätter. Varför är detta ingen grund för att ignorera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ha olika relation till jord, olika skydd och olika matningskällor.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Enlinjeschema saknas i frågan.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som behövs för att klassificera varje del. Undvik att anta ett system för hela fartyget.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hela fartyget klassas som ett enda jordningssystem utan schema?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ombord: källan isolerad från s" descr="IT-system ombord: källan isolerad från skrovet, isolationsvakt mellan systemet och skrovet; första jordfelet ger liten ström och l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med ett andra jordfel på en an" descr="IT-system med ett andra jordfel på en annan fas: kortslutning mellan L1 och L2 via skro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0,32 Ω ger cirka 720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U₀ = 230 V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0,575 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Iₖ ≈ 230/0,575 = 400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till 2,3 Ω blir Iₖ ≈ 230/2,3 = 100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5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Felström som funktion av slingimpedans: " descr="Felström som funktion av slingimpedans: 0,575 ohm ger 400 A och 2,3 ohm ger 10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omfattar både fram- och returväg. U och ΔU anges i V, I i A och R i Ω.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Konstant DC: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 = 6 A,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fallet i slingan och subtrahera det från källspänningen.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V-last tar 6 A. Slingresistansen i matningen är 0,15 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matning till en last som tar 6 A vi" descr="24 V-matning till en last som tar 6 A via ledningar med slingresistansen 0,15 ohm; spänningsfall och lastspänning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Iₖ är beräknad felström, U₀ drivande spänning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hela felströmsslingans impedansbelopp.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modell: U₀ = 230 V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spänningen med hela slingimpedansen. Resultatet räcker inte ensamt för skyddsdimensionering.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felström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beräkningsmodell är U₀ = 230 V och 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0,46 Ω. Beräkna Iₖ.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enklad felströmsslinga med U0 = 230 V" descr="Förenklad felströmsslinga med U0 = 230 V och Zs = 0,46 ohm; fe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U₀/Zs₁     I₂ = U₀/Zs₂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Index 1 och 2 betecknar två fall. Vid samma U₀ är strömmen omvänt proportionell mot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U₀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strömmarna eller jämför impedanskvoten. Ange ändring och nytt belopp.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överströmsskydds tid beror på strömmen och dess ström–tidsegenskap.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är 1 000 A på nät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kontroll som måste göras i båda fallen. Bestäm ingen exakt utlösningstid utan skyddsdata.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nätmatning är möjlig felström 1 000 A, vid reservdrift 200 A. Vad behöver kontrolleras i skyddsplaneringen?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fel eller bortfall får inte bedömas utan att veta vilka funktioner som måste kunna fortsätta.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delar en fördelning. Fartygsdata och tillämpliga krav saknas.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behövda nödlasters funktion, reservmatning och möjliga gemensamma felpunkter.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fördelning matar både ordinarie utrustning och nödutrustning. Vilken dokumentationsfråga är viktig innan systemet bedöms?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