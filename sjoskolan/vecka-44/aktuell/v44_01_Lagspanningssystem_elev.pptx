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dcb1eac807460d" /><Relationship Type="http://schemas.openxmlformats.org/officeDocument/2006/relationships/extended-properties" Target="/docProps/app.xml" Id="R06bbe863b27647f6" /><Relationship Type="http://schemas.openxmlformats.org/officeDocument/2006/relationships/officeDocument" Target="/ppt/presentation.xml" Id="Ra73b419f54124f7a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fef21d0e5d924742" /><ns0:Relationship Type="http://schemas.openxmlformats.org/officeDocument/2006/relationships/slideMaster" Target="/ppt/slideMasters/slideMaster1.xml" Id="R0ec863902be6455d" /><ns0:Relationship Type="http://schemas.openxmlformats.org/officeDocument/2006/relationships/presProps" Target="/ppt/presProps.xml" Id="Rd9efcf2a7c6b45d6" /><ns0:Relationship Type="http://schemas.openxmlformats.org/officeDocument/2006/relationships/viewProps" Target="/ppt/viewProps.xml" Id="R88e592f1655d4701" /><ns0:Relationship Type="http://schemas.openxmlformats.org/officeDocument/2006/relationships/tableStyles" Target="/ppt/tableStyles.xml" Id="R326aa4c2d8a540ce" /><ns0:Relationship Type="http://schemas.openxmlformats.org/officeDocument/2006/relationships/slide" Target="/ppt/slides/slide1.xml" Id="Rccccc3fce8314eee" /><ns0:Relationship Type="http://schemas.openxmlformats.org/officeDocument/2006/relationships/slide" Target="/ppt/slides/slide2.xml" Id="Rb12d4793aa7a4cb0" /><ns0:Relationship Type="http://schemas.openxmlformats.org/officeDocument/2006/relationships/slide" Target="/ppt/slides/slide3.xml" Id="Rd358d9abf11e4057" /><ns0:Relationship Type="http://schemas.openxmlformats.org/officeDocument/2006/relationships/slide" Target="/ppt/slides/slide4.xml" Id="R9b8c5f886f50406a" /><ns0:Relationship Type="http://schemas.openxmlformats.org/officeDocument/2006/relationships/slide" Target="/ppt/slides/slide5.xml" Id="Rfbebf5e35f004733" /><ns0:Relationship Type="http://schemas.openxmlformats.org/officeDocument/2006/relationships/slide" Target="/ppt/slides/slide6.xml" Id="R25f2c3a9aa3d487f" /><ns0:Relationship Type="http://schemas.openxmlformats.org/officeDocument/2006/relationships/slide" Target="/ppt/slides/slide7.xml" Id="Reea69d6a2d904e86" /><ns0:Relationship Type="http://schemas.openxmlformats.org/officeDocument/2006/relationships/slide" Target="/ppt/slides/slide8.xml" Id="R55788bd762a24476" /><ns0:Relationship Type="http://schemas.openxmlformats.org/officeDocument/2006/relationships/slide" Target="/ppt/slides/slide9.xml" Id="R3777a79eddc44cf8" /><ns0:Relationship Type="http://schemas.openxmlformats.org/officeDocument/2006/relationships/slide" Target="/ppt/slides/slide10.xml" Id="R53b616370a3241b2" /><ns0:Relationship Type="http://schemas.openxmlformats.org/officeDocument/2006/relationships/slide" Target="/ppt/slides/slide11.xml" Id="Reed0df337af44bd6" /><ns0:Relationship Type="http://schemas.openxmlformats.org/officeDocument/2006/relationships/slide" Target="/ppt/slides/slide12.xml" Id="Rc20f763b47cf4697" /><ns0:Relationship Type="http://schemas.openxmlformats.org/officeDocument/2006/relationships/slide" Target="/ppt/slides/slide13.xml" Id="R2bc0f3855e014040" /><ns0:Relationship Type="http://schemas.openxmlformats.org/officeDocument/2006/relationships/slide" Target="/ppt/slides/slide14.xml" Id="R243008a0129642f0" /><ns0:Relationship Type="http://schemas.openxmlformats.org/officeDocument/2006/relationships/slide" Target="/ppt/slides/slide15.xml" Id="R0d10d8f8b6334206" /><ns0:Relationship Type="http://schemas.openxmlformats.org/officeDocument/2006/relationships/slide" Target="/ppt/slides/slide16.xml" Id="R27ee5d567f0d4964" /><ns0:Relationship Type="http://schemas.openxmlformats.org/officeDocument/2006/relationships/slide" Target="/ppt/slides/slide17.xml" Id="R98f1de492ec148a1" /><ns0:Relationship Type="http://schemas.openxmlformats.org/officeDocument/2006/relationships/slide" Target="/ppt/slides/slide18.xml" Id="R5a2670a785934cef" /><ns0:Relationship Type="http://schemas.openxmlformats.org/officeDocument/2006/relationships/slide" Target="/ppt/slides/slide19.xml" Id="R003a0cdb025648f8" /><ns0:Relationship Type="http://schemas.openxmlformats.org/officeDocument/2006/relationships/slide" Target="/ppt/slides/slide20.xml" Id="R78943d83b9894870" /><ns0:Relationship Type="http://schemas.openxmlformats.org/officeDocument/2006/relationships/slide" Target="/ppt/slides/slide21.xml" Id="R8b4032ab9e2847ed" /><ns0:Relationship Type="http://schemas.openxmlformats.org/officeDocument/2006/relationships/slide" Target="/ppt/slides/slide22.xml" Id="R02384dce8f0943cb" /><ns0:Relationship Type="http://schemas.openxmlformats.org/officeDocument/2006/relationships/slide" Target="/ppt/slides/slide23.xml" Id="R7d290482ed10424f" /><ns0:Relationship Type="http://schemas.openxmlformats.org/officeDocument/2006/relationships/slide" Target="/ppt/slides/slide24.xml" Id="R301e5d10c8834775" /><ns0:Relationship Type="http://schemas.openxmlformats.org/officeDocument/2006/relationships/slide" Target="/ppt/slides/slide25.xml" Id="Ree6d2649c03542a5" /><ns0:Relationship Type="http://schemas.openxmlformats.org/officeDocument/2006/relationships/slide" Target="/ppt/slides/slide26.xml" Id="Rd35c7b22acc04da7" /><ns0:Relationship Type="http://schemas.openxmlformats.org/officeDocument/2006/relationships/slide" Target="/ppt/slides/slide27.xml" Id="Re753f2c33962445e" /><ns0:Relationship Type="http://schemas.openxmlformats.org/officeDocument/2006/relationships/slide" Target="/ppt/slides/slide28.xml" Id="R940a761d04574bc7" /><ns0:Relationship Type="http://schemas.openxmlformats.org/officeDocument/2006/relationships/slide" Target="/ppt/slides/slide29.xml" Id="R19cc633d9c1a4904" /><ns0:Relationship Type="http://schemas.openxmlformats.org/officeDocument/2006/relationships/slide" Target="/ppt/slides/slide30.xml" Id="R3c522af630644f3f" /><ns0:Relationship Type="http://schemas.openxmlformats.org/officeDocument/2006/relationships/slide" Target="/ppt/slides/slide31.xml" Id="R9a851aa03c644752" /><ns0:Relationship Type="http://schemas.openxmlformats.org/officeDocument/2006/relationships/slide" Target="/ppt/slides/slide32.xml" Id="Ra1f99114c2ba45fb" /><ns0:Relationship Type="http://schemas.openxmlformats.org/officeDocument/2006/relationships/slide" Target="/ppt/slides/slide33.xml" Id="Raea60bec9e80424e" /><ns0:Relationship Type="http://schemas.openxmlformats.org/officeDocument/2006/relationships/slide" Target="/ppt/slides/slide34.xml" Id="R3221c4f692594c06" /><ns0:Relationship Type="http://schemas.openxmlformats.org/officeDocument/2006/relationships/slide" Target="/ppt/slides/slide35.xml" Id="Rabf79db79473419f" /><ns0:Relationship Type="http://schemas.openxmlformats.org/officeDocument/2006/relationships/slide" Target="/ppt/slides/slide36.xml" Id="R663ed1261eab4559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8487ea2674c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23edc361bd40b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40fb434b13499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3ac771eff04f7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a60ad0a7e346c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3896f6b40a4e9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96c30856b84b2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22a440501647a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8ccf44d2f474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0528924712486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4ccf884b9e420b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691e0c4dae484a" /><Relationship Type="http://schemas.openxmlformats.org/officeDocument/2006/relationships/slideLayout" Target="/ppt/slideLayouts/slideLayout1.xml" Id="Rba8afe4ec83b4c84" /><Relationship Type="http://schemas.openxmlformats.org/officeDocument/2006/relationships/slideLayout" Target="/ppt/slideLayouts/slideLayout2.xml" Id="R7f3b644349f6420f" /><Relationship Type="http://schemas.openxmlformats.org/officeDocument/2006/relationships/slideLayout" Target="/ppt/slideLayouts/slideLayout3.xml" Id="R43d154a04b384877" /><Relationship Type="http://schemas.openxmlformats.org/officeDocument/2006/relationships/slideLayout" Target="/ppt/slideLayouts/slideLayout4.xml" Id="Rc1937ae207dc4dcb" /><Relationship Type="http://schemas.openxmlformats.org/officeDocument/2006/relationships/slideLayout" Target="/ppt/slideLayouts/slideLayout5.xml" Id="Rd2b9bd62d3ab4009" /><Relationship Type="http://schemas.openxmlformats.org/officeDocument/2006/relationships/slideLayout" Target="/ppt/slideLayouts/slideLayout6.xml" Id="Rcf5a2489ef064cdd" /><Relationship Type="http://schemas.openxmlformats.org/officeDocument/2006/relationships/slideLayout" Target="/ppt/slideLayouts/slideLayout7.xml" Id="R411e5e12b6e14150" /><Relationship Type="http://schemas.openxmlformats.org/officeDocument/2006/relationships/slideLayout" Target="/ppt/slideLayouts/slideLayout8.xml" Id="R1a1fe208043845bd" /><Relationship Type="http://schemas.openxmlformats.org/officeDocument/2006/relationships/slideLayout" Target="/ppt/slideLayouts/slideLayout9.xml" Id="R5d2e9e3637024530" /><Relationship Type="http://schemas.openxmlformats.org/officeDocument/2006/relationships/slideLayout" Target="/ppt/slideLayouts/slideLayout10.xml" Id="Rfca3ee4a88284522" /><Relationship Type="http://schemas.openxmlformats.org/officeDocument/2006/relationships/slideLayout" Target="/ppt/slideLayouts/slideLayout11.xml" Id="R59a20608f0bb42d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8355fcc2e845fc" /><ns0:Relationship Type="http://schemas.openxmlformats.org/officeDocument/2006/relationships/image" Target="/ppt/media/image.jpeg" Id="R694c5771e7f54004" /><ns0:Relationship Type="http://schemas.openxmlformats.org/officeDocument/2006/relationships/image" Target="/ppt/media/image.png" Id="R546fac7f147f4451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9877d6e41649d9" /><ns0:Relationship Type="http://schemas.openxmlformats.org/officeDocument/2006/relationships/image" Target="/ppt/media/image.jpeg" Id="Ra60771e78823435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6ea98cc15c240cc" /><ns0:Relationship Type="http://schemas.openxmlformats.org/officeDocument/2006/relationships/image" Target="/ppt/media/image.jpeg" Id="Rd8901db6bc0d4f07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3dc65e097b84918" /><ns0:Relationship Type="http://schemas.openxmlformats.org/officeDocument/2006/relationships/image" Target="/ppt/media/image.jpeg" Id="R92f4023a45694f9d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399c48fd56f4a0f" /><ns0:Relationship Type="http://schemas.openxmlformats.org/officeDocument/2006/relationships/image" Target="/ppt/media/image.jpeg" Id="R9ee7f74c3f564c4c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6de0af8a82e456b" /><ns0:Relationship Type="http://schemas.openxmlformats.org/officeDocument/2006/relationships/image" Target="/ppt/media/image.jpeg" Id="R17f97b528b074bb0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6aebb9a4ce47ea" /><ns0:Relationship Type="http://schemas.openxmlformats.org/officeDocument/2006/relationships/image" Target="/ppt/media/image.jpeg" Id="R18ffd530539b4c8c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5eed8df0c54082" /><ns0:Relationship Type="http://schemas.openxmlformats.org/officeDocument/2006/relationships/image" Target="/ppt/media/image.jpeg" Id="Rf90216e2a3af4bfc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79cd327ad547f3" /><ns0:Relationship Type="http://schemas.openxmlformats.org/officeDocument/2006/relationships/image" Target="/ppt/media/image.jpeg" Id="R78845bc750a446b3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10b8dc85fb42ca" /><ns0:Relationship Type="http://schemas.openxmlformats.org/officeDocument/2006/relationships/image" Target="/ppt/media/image.jpeg" Id="Ra59d90d01acc4147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e6a6dafd3a4732" /><ns0:Relationship Type="http://schemas.openxmlformats.org/officeDocument/2006/relationships/image" Target="/ppt/media/image.jpeg" Id="R1c171be557cf4669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07b6a9d2144f9f" /><ns0:Relationship Type="http://schemas.openxmlformats.org/officeDocument/2006/relationships/image" Target="/ppt/media/image.jpeg" Id="Rb9b05be65bea49cb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af727066b314d1a" /><ns0:Relationship Type="http://schemas.openxmlformats.org/officeDocument/2006/relationships/image" Target="/ppt/media/image.jpeg" Id="Re557bdcd6bea4592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dbd3fc50d74641" /><ns0:Relationship Type="http://schemas.openxmlformats.org/officeDocument/2006/relationships/image" Target="/ppt/media/image.jpeg" Id="R32f45964eb9743f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d393bda2d043cd" /><ns0:Relationship Type="http://schemas.openxmlformats.org/officeDocument/2006/relationships/image" Target="/ppt/media/image.jpeg" Id="R83505b245a0942d4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2a65bef15614e19" /><ns0:Relationship Type="http://schemas.openxmlformats.org/officeDocument/2006/relationships/image" Target="/ppt/media/image.jpeg" Id="R0b5b45bebc2544db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74bc7bbe4e49e7" /><ns0:Relationship Type="http://schemas.openxmlformats.org/officeDocument/2006/relationships/image" Target="/ppt/media/image.jpeg" Id="R2e44de39bd0c4b1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27df01b11e4a8f" /><ns0:Relationship Type="http://schemas.openxmlformats.org/officeDocument/2006/relationships/image" Target="/ppt/media/image.jpeg" Id="R5faa66a27f60412c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dd09d0138e4f96" /><ns0:Relationship Type="http://schemas.openxmlformats.org/officeDocument/2006/relationships/image" Target="/ppt/media/image.jpeg" Id="R16029e7c470049a1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1a4681b70e44b81" /><ns0:Relationship Type="http://schemas.openxmlformats.org/officeDocument/2006/relationships/image" Target="/ppt/media/image.jpeg" Id="R69e34348521e4c36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d5da1389234df5" /><ns0:Relationship Type="http://schemas.openxmlformats.org/officeDocument/2006/relationships/image" Target="/ppt/media/image.jpeg" Id="Re8325551d58f4a04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48282ed7334937" /><ns0:Relationship Type="http://schemas.openxmlformats.org/officeDocument/2006/relationships/image" Target="/ppt/media/image.jpeg" Id="R64703142481f4c41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e7b7c1e791b412f" /><ns0:Relationship Type="http://schemas.openxmlformats.org/officeDocument/2006/relationships/image" Target="/ppt/media/image.jpeg" Id="R470499dec2e842d6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094ec4bd3c445a" /><ns0:Relationship Type="http://schemas.openxmlformats.org/officeDocument/2006/relationships/image" Target="/ppt/media/image.jpeg" Id="Rdbb3225eb2874865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943b10d084f458f" /><ns0:Relationship Type="http://schemas.openxmlformats.org/officeDocument/2006/relationships/image" Target="/ppt/media/image.jpeg" Id="R8d17d0ef7e7e4df2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c4fc83ad324106" /><ns0:Relationship Type="http://schemas.openxmlformats.org/officeDocument/2006/relationships/image" Target="/ppt/media/image.jpeg" Id="R1a3807934003465d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c7d4ada94c4667" /><ns0:Relationship Type="http://schemas.openxmlformats.org/officeDocument/2006/relationships/image" Target="/ppt/media/image.jpeg" Id="R8340f6d4f1854b3f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281abc4b664b20" /><ns0:Relationship Type="http://schemas.openxmlformats.org/officeDocument/2006/relationships/image" Target="/ppt/media/image.jpeg" Id="Rdaab840de27749da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1dd96e5ea7d4a21" /><ns0:Relationship Type="http://schemas.openxmlformats.org/officeDocument/2006/relationships/image" Target="/ppt/media/image.jpeg" Id="R615fa4c1bab943a5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21a0468db145ee" /><ns0:Relationship Type="http://schemas.openxmlformats.org/officeDocument/2006/relationships/image" Target="/ppt/media/image.jpeg" Id="R066a57e7aece471b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2cf31e20214165" /><ns0:Relationship Type="http://schemas.openxmlformats.org/officeDocument/2006/relationships/image" Target="/ppt/media/image.jpeg" Id="R3cd828a2e537442d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86395b141645a3" /><ns0:Relationship Type="http://schemas.openxmlformats.org/officeDocument/2006/relationships/image" Target="/ppt/media/image.jpeg" Id="Reef232b26af34c96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3cb134b4b3479c" /><ns0:Relationship Type="http://schemas.openxmlformats.org/officeDocument/2006/relationships/image" Target="/ppt/media/image.jpeg" Id="R848d2d51a0514df0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bbf039a0cba4ff0" /><ns0:Relationship Type="http://schemas.openxmlformats.org/officeDocument/2006/relationships/image" Target="/ppt/media/image.jpeg" Id="R6dc55528662143e2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a4506fa9164c35" /><ns0:Relationship Type="http://schemas.openxmlformats.org/officeDocument/2006/relationships/image" Target="/ppt/media/image.jpeg" Id="Rc31c418783f44cb7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1888338d284140" /><ns0:Relationship Type="http://schemas.openxmlformats.org/officeDocument/2006/relationships/image" Target="/ppt/media/image.jpeg" Id="R0028a458df304058" /><ns0:Relationship Type="http://schemas.openxmlformats.org/officeDocument/2006/relationships/hyperlink" Target="https://www.electrical-installation.org/enwiki/Characteristics_of_TT%2C_TN_and_IT_systems" TargetMode="External" Id="R8b87b7cc612e4c1f" /><ns0:Relationship Type="http://schemas.openxmlformats.org/officeDocument/2006/relationships/hyperlink" Target="https://www.electrical-installation.org/enwiki/IT_system_-_Principle" TargetMode="External" Id="R98e3217e45a54fe0" /><ns0:Relationship Type="http://schemas.openxmlformats.org/officeDocument/2006/relationships/hyperlink" Target="https://www.transportstyrelsen.se/sv/sjofart/Fartyg/Fartygskonstruktion/Elinstallationer/Lagar-foreskrifter-och-standarder/" TargetMode="External" Id="R7e3a53b9408143ff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69EE2-E26C-493C-B9AB-DA433B4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33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5" name="Källa">
            <a:extLst xmlns:a="http://schemas.openxmlformats.org/drawingml/2006/main">
              <a:ext uri="{FF2B5EF4-FFF2-40B4-BE49-F238E27FC236}">
                <a16:creationId xmlns:a16="http://schemas.microsoft.com/office/drawing/2014/main" id="{A8A2BD37-534A-4074-A56D-AB67A7C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948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BA4A4-C479-4C59-B4D8-4813AC32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2880C-CC6D-456B-934D-A6E7BE4B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648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8" name="Skydd">
            <a:extLst xmlns:a="http://schemas.openxmlformats.org/drawingml/2006/main">
              <a:ext uri="{FF2B5EF4-FFF2-40B4-BE49-F238E27FC236}">
                <a16:creationId xmlns:a16="http://schemas.microsoft.com/office/drawing/2014/main" id="{2AE7E3C0-496A-41DC-BBF2-33A582EE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64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A2-C601-491F-BECF-A56EFE1D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52305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4526-9118-4F2E-9519-64EB9D4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164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1" name="Fördelning">
            <a:extLst xmlns:a="http://schemas.openxmlformats.org/drawingml/2006/main">
              <a:ext uri="{FF2B5EF4-FFF2-40B4-BE49-F238E27FC236}">
                <a16:creationId xmlns:a16="http://schemas.microsoft.com/office/drawing/2014/main" id="{7C93E7D8-2CBF-4678-BCA0-CE2561B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980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Fördelning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245C2-37E4-42E4-93E1-15065E51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37820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2E981-1705-4CA7-B5FE-341CA582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</p:sp>
      <p:sp>
        <p:nvSpPr>
          <p:cNvPr id="14" name="Last">
            <a:extLst xmlns:a="http://schemas.openxmlformats.org/drawingml/2006/main">
              <a:ext uri="{FF2B5EF4-FFF2-40B4-BE49-F238E27FC236}">
                <a16:creationId xmlns:a16="http://schemas.microsoft.com/office/drawing/2014/main" id="{4255CAE9-9AB1-4CF7-9A98-345791A3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495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5" name="Enlinjemodell">
            <a:extLst xmlns:a="http://schemas.openxmlformats.org/drawingml/2006/main">
              <a:ext uri="{FF2B5EF4-FFF2-40B4-BE49-F238E27FC236}">
                <a16:creationId xmlns:a16="http://schemas.microsoft.com/office/drawing/2014/main" id="{137C544D-5515-47F5-B9E3-C13615D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953" y="2474913"/>
            <a:ext cx="35440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3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Enlinjemodell</a:t>
            </a:r>
          </a:p>
        </p:txBody>
      </p:sp>
      <p:sp>
        <p:nvSpPr>
          <p:cNvPr id="16" name="Mätpunkt A">
            <a:extLst xmlns:a="http://schemas.openxmlformats.org/drawingml/2006/main">
              <a:ext uri="{FF2B5EF4-FFF2-40B4-BE49-F238E27FC236}">
                <a16:creationId xmlns:a16="http://schemas.microsoft.com/office/drawing/2014/main" id="{496D3A9A-45CB-4574-8510-D21DAF3A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58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A</a:t>
            </a:r>
          </a:p>
        </p:txBody>
      </p:sp>
      <p:sp>
        <p:nvSpPr>
          <p:cNvPr id="17" name="Mätpunkt B">
            <a:extLst xmlns:a="http://schemas.openxmlformats.org/drawingml/2006/main">
              <a:ext uri="{FF2B5EF4-FFF2-40B4-BE49-F238E27FC236}">
                <a16:creationId xmlns:a16="http://schemas.microsoft.com/office/drawing/2014/main" id="{6B0A73E1-A78A-4143-BB01-EC1E055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1289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B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överströmsskydd ensamt inte ger avsedd bortkoppling.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får inte antas ha samma uppbyggnad.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U/Zfel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jordfelsslingan begränsar strömmen. Ett överströmsskydd kan då sakna tillräcklig utlösningsström.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med jordningsväg genom separata jordtag. Jordfelsfunktionen kan upptäcka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 och skyddets utlösning måste jämföras, och vad jordfelsfunktionen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jordfelsbrytare ofta avgörande för felbortkoppling i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ledare är isolerade från jord eller anslutna via hög impedans. Utsatta delar har skyddsförbindelse.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Principfråga om isolationsövervakningsdon. Ingen viss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donet övervakar och varför en försämring ska uppmärksammas.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ett isolationsövervakningsdon i ett IT-system på principiell nivå?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fel kan ge liten ström i ett korrekt utformat IT-system. Ett andra fel på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 föreligger, men lasten fungerar. Fortsatt drift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fungerande last inte betyder felfri isolation. Ange behov av felhantering.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ha olika relation till jord, olika skydd och olika matningskällor.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Enlinjeschema saknas i frågan.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som behövs för att klassificera varje del. Undvik att anta ett system för hela fartyget.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hela fartyget klassas som ett enda jordningssystem utan schema?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U₀/Zs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Zs = 0,46 Ω ger cirka 500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 = 230 V och Zs = 0,575 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U₀/Zs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 = 400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Zs fördubblas till 1,15 Ω blir Iₖ ≈ 230/1,15 = 200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Zs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Rslinga     Ulast = Ukälla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Rslinga omfattar både fram- och returväg. U och ΔU anges i V, I i A och R i Ω.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Konstant DC: Ukälla = 24 V, I = 6 A, Rslinga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fallet i slingan och subtrahera det från källspänningen.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 V-last tar 6 A. Slingresistansen i matningen är 0,15 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U₀/Zs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Iₖ är beräknad felström, U₀ drivande spänning och Zs hela felströmsslingans impedansbelopp.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modell: U₀ = 230 V och Zs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spänningen med hela slingimpedansen. Resultatet räcker inte ensamt för skyddsdimensionering.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kortslutningsström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beräkningsmodell är U₀ = 230 V och Zs = 0,46 Ω. Beräkna Iₖ.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U₀/Zs₁     I₂ = U₀/Zs₂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Index 1 och 2 betecknar två fall. Vid samma U₀ är strömmen omvänt proportionell mot Zs.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båda strömmarna eller jämför impedanskvoten. Ange ändring och nytt belopp.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överströmsskydds tid beror på strömmen och dess ström–tidsegenskap.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är 1 000 A på nät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vilken kontroll som måste göras i båda fallen. Bestäm ingen exakt utlösningstid utan skyddsdata.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nätmatning är möjlig felström 1 000 A, vid reservdrift 200 A. Vad behöver kontrolleras i skyddsplaneringen?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fel eller bortfall får inte bedömas utan att veta vilka funktioner som måste kunna fortsätta.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delar en fördelning. Fartygsdata och tillämpliga krav saknas.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Identifiera behövda nödlasters funktion, reservmatning och möjliga gemensamma felpunkter.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dokumentationsfråga är viktig innan systemet bedöms?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A84445C5-569D-4416-85E7-DFE62B84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