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37c34ddacd4546b1" Type="http://schemas.openxmlformats.org/officeDocument/2006/relationships/officeDocument" Target="ppt/presentation.xml"/><Relationship Id="R861db07599aa41dd" Type="http://schemas.openxmlformats.org/officeDocument/2006/relationships/extended-properties" Target="docProps/app.xml"/><Relationship Id="Rd8cf384cba124e90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a38d8fb4f6ec40e4"/>
  </p:sldMasterIdLst>
  <p:sldIdLst/>
  <p:sldSz cx="9144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0ed11355ea2543db" Type="http://schemas.openxmlformats.org/officeDocument/2006/relationships/theme" Target="theme/theme1.xml"/><Relationship Id="R4a30431852bc4203" Type="http://schemas.openxmlformats.org/officeDocument/2006/relationships/presProps" Target="presProps.xml"/><Relationship Id="R59b04d653c184694" Type="http://schemas.openxmlformats.org/officeDocument/2006/relationships/tableStyles" Target="tableStyles.xml"/><Relationship Id="Ra38d8fb4f6ec40e4" Type="http://schemas.openxmlformats.org/officeDocument/2006/relationships/slideMaster" Target="slideMasters/slideMaster1.xml"/><Relationship Id="Rba35c611fa944afe" Type="http://schemas.openxmlformats.org/officeDocument/2006/relationships/viewProps" Target="viewProps.xml"/></Relationships>
</file>

<file path=ppt/slideLayouts/_rels/slideLayout1.xml.rels><?xml version='1.0' encoding='UTF-8' standalone='yes'?>
<Relationships xmlns="http://schemas.openxmlformats.org/package/2006/relationships"><Relationship Id="Re9bbca99fd0e4bfe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dbed5ff74e9b4304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8d90e2e815ac47ca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3599dc8b372340a0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57876e5b8ebd4956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d9291271a5e94ac2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0c894096355d4803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08fa3bb3d3b84b8b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8b9ffc4a04cc45db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7db49676138543fe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fd61dd6cc9ae4a5f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 preserve="1">
  <p:cSld name="Rubrikbil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171AF29-9BF1-473B-AFA6-17086F16A420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1122363"/>
            <a:ext cx="77724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E8C47869-AB2E-4353-993A-C5F3CBCD7A5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43000" y="3602038"/>
            <a:ext cx="6858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E4BDD63-2879-4553-A7D4-C8B90F66944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47559E2-D642-40B2-A622-29E6C6C0906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CBCBF1D-E8D4-4C02-B339-40A7E12B7A5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Rubrik och innehål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722FDD0-541F-4732-A589-6E09DA58B3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A9FD4EB-ED93-4F84-9A20-8F3AF861C5D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87B3B2F-39C7-4AB3-B336-4AA52F53712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C14936C-5A60-4749-9BA4-077B860C97E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C221E00-8DF1-4F1B-832D-71DC043B581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Avsnittsrubri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42DB1BD-E287-4420-8511-29126B0618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3888" y="1709739"/>
            <a:ext cx="78867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9B11597-97EC-49B5-A400-7D26520A3C0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3888" y="4589464"/>
            <a:ext cx="78867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F742E12-71EE-4A0A-A25A-482AF08CB59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B99B004-C36A-4FB2-9F9D-CE473319A95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07C9783-743E-4094-A2AE-9E44E3D473E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vå dela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8C4FC59-7B72-4123-8378-0EA5088432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37F9AEE-67E4-463F-959F-E9E3A1B888F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28650" y="1825625"/>
            <a:ext cx="38862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6354C6D0-6530-44C0-8216-34BD311A97A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29150" y="1825625"/>
            <a:ext cx="38862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6428CFC9-6708-459E-B81E-1E9C1425772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76003C71-1529-40B2-8C48-8F715F571DC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643222D-12A8-4E31-8062-7D5BCCBAB7A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Jämförels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97D2405-3A74-4011-A349-9548796B9D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65126"/>
            <a:ext cx="78867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E78F98B1-4335-49A0-A5DC-F7821F48D4D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2" y="1681163"/>
            <a:ext cx="3868340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3911721C-4555-47B9-A29D-0F448969C4F8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29842" y="2505075"/>
            <a:ext cx="3868340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C2D7DE53-B347-45DD-AFFA-3E8BE03250CE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29150" y="1681163"/>
            <a:ext cx="3887391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EF97C298-A28D-4A26-BDCA-B098B846E554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29150" y="2505075"/>
            <a:ext cx="3887391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09775CF6-BCDA-455B-8823-96F499D329B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E36C5186-AD15-4D60-94C6-61F1173F250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C9823F44-4193-4A09-BFAF-ED3CD7668FF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Endast rubri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8F9FE2D-754C-44B3-B95C-26D7D5C751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6BD55E16-C4C4-4E3D-A0B4-2831B64AB90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38325CBA-1C76-41B1-899E-BE2E85DBB7E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D41280AB-E4E6-40DF-AAAA-D319DDAE7A3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4AB46744-49A1-4DBC-9FD7-6DAC1E5B0DC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18BE22B4-F4D3-45EC-8704-71421CA0A1E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707804CA-1F56-49BC-A4BE-414873B51DD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Text med bild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CC616F8-21C9-44E4-AE61-31E60C0068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457200"/>
            <a:ext cx="2949178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23E4261-CE3E-4ACE-850C-97041401DE2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887391" y="987426"/>
            <a:ext cx="462915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70EF0A03-62CA-44B8-B680-52B1168AC43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2057400"/>
            <a:ext cx="2949178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B26F306-817F-41C5-8A16-96C7343CE1C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F2F4B232-2E06-41D6-B343-B9F33434424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845369E5-14C4-43E7-8C70-94F9D8946D0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Bild med bild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4D77C1B-88A0-480F-A3F3-2C46ED54C1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457200"/>
            <a:ext cx="2949178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A0DD105B-4990-483D-9F9F-A9235A346E70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3887391" y="987426"/>
            <a:ext cx="4629150" cy="4873625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r>
              <a:t>Click icon to add picture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2A207939-C386-457A-BB29-427E4DC69A2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2057400"/>
            <a:ext cx="2949178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F3222363-8D26-4BF7-AEF5-9A8D193537F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1AD7074-23A8-4F9E-B387-FF125010E36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974EEA3-8E26-4876-9CCC-AEB28DB192D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Rubrik och lodrät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2C1926D-3764-4E58-9CFE-1C39C0C5990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E1EA9798-D720-420B-B587-FB2D341F8B8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B280F96-07A9-471D-BB10-6FD8F834C84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765504D-A0FC-4E9E-8009-F569A5C9842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9C1D87B-E274-4EF8-9A16-0DB1EAB639A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Lodrät rubrik och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24ED1D95-F8F3-4745-B8E4-98B6A31BFB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543675" y="365125"/>
            <a:ext cx="1971675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893952F-F53B-42A5-B3B5-39F8406C721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365125"/>
            <a:ext cx="5800725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B05298D-E759-46A6-B3C3-B7B73450F0E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3DC9778-2E8A-4C7F-84B7-05E3D6E2377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066A76-6749-4154-81E1-81287255579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162cd79811f54438" Type="http://schemas.openxmlformats.org/officeDocument/2006/relationships/slideLayout" Target="../slideLayouts/slideLayout10.xml"/><Relationship Id="R170b8970d5204efa" Type="http://schemas.openxmlformats.org/officeDocument/2006/relationships/slideLayout" Target="../slideLayouts/slideLayout9.xml"/><Relationship Id="R7099d2b2aa324873" Type="http://schemas.openxmlformats.org/officeDocument/2006/relationships/theme" Target="theme/theme2.xml"/><Relationship Id="R7be85162f4ec45ce" Type="http://schemas.openxmlformats.org/officeDocument/2006/relationships/slideLayout" Target="../slideLayouts/slideLayout8.xml"/><Relationship Id="R82b356f2f0c249f8" Type="http://schemas.openxmlformats.org/officeDocument/2006/relationships/slideLayout" Target="../slideLayouts/slideLayout4.xml"/><Relationship Id="R83d3169839ae4a0d" Type="http://schemas.openxmlformats.org/officeDocument/2006/relationships/slideLayout" Target="../slideLayouts/slideLayout7.xml"/><Relationship Id="Ra1c6ad5e34ce4900" Type="http://schemas.openxmlformats.org/officeDocument/2006/relationships/slideLayout" Target="../slideLayouts/slideLayout5.xml"/><Relationship Id="Rb613688b8cb2457e" Type="http://schemas.openxmlformats.org/officeDocument/2006/relationships/slideLayout" Target="../slideLayouts/slideLayout1.xml"/><Relationship Id="Rc5987082cc9f429b" Type="http://schemas.openxmlformats.org/officeDocument/2006/relationships/slideLayout" Target="../slideLayouts/slideLayout2.xml"/><Relationship Id="Re60a86bc3ab141e2" Type="http://schemas.openxmlformats.org/officeDocument/2006/relationships/slideLayout" Target="../slideLayouts/slideLayout3.xml"/><Relationship Id="Rf39fc677f541417c" Type="http://schemas.openxmlformats.org/officeDocument/2006/relationships/slideLayout" Target="../slideLayouts/slideLayout11.xml"/><Relationship Id="Rf7c405d8b6a04f8d" Type="http://schemas.openxmlformats.org/officeDocument/2006/relationships/slideLayout" Target="../slideLayouts/slideLayout6.xml"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A772F057-7340-4065-8845-BB8E9AD557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365126"/>
            <a:ext cx="78867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Klicka här för att ändra mall för rubrikformat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7DE1F7C-60E1-400E-B38F-52BF24F21A7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825625"/>
            <a:ext cx="78867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Klicka här för att ändra format på bakgrundstexten</a:t>
            </a:r>
          </a:p>
          <a:p xmlns:a="http://schemas.openxmlformats.org/drawingml/2006/main">
            <a:pPr lvl="1">
              <a:buNone/>
            </a:pPr>
            <a:r>
              <a:t>Nivå två</a:t>
            </a:r>
          </a:p>
          <a:p xmlns:a="http://schemas.openxmlformats.org/drawingml/2006/main">
            <a:pPr lvl="2">
              <a:buNone/>
            </a:pPr>
            <a:r>
              <a:t>Nivå tre</a:t>
            </a:r>
          </a:p>
          <a:p xmlns:a="http://schemas.openxmlformats.org/drawingml/2006/main">
            <a:pPr lvl="3">
              <a:buNone/>
            </a:pPr>
            <a:r>
              <a:t>Nivå fyra</a:t>
            </a:r>
          </a:p>
          <a:p xmlns:a="http://schemas.openxmlformats.org/drawingml/2006/main">
            <a:pPr lvl="4">
              <a:buNone/>
            </a:pPr>
            <a:r>
              <a:t>Nivå fem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B15F1D9-83F8-4DB0-BD2B-BDD3E158134A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28650" y="6356351"/>
            <a:ext cx="20574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05894D5-5CF7-4EDE-B022-CF2BDFF8D01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028950" y="6356351"/>
            <a:ext cx="30861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720839A-B350-41EB-9FE9-191EB435D5E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457950" y="6356351"/>
            <a:ext cx="20574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613688b8cb2457e"/>
    <p:sldLayoutId xmlns:r="http://schemas.openxmlformats.org/officeDocument/2006/relationships" id="2147483650" r:id="Rc5987082cc9f429b"/>
    <p:sldLayoutId xmlns:r="http://schemas.openxmlformats.org/officeDocument/2006/relationships" id="2147483651" r:id="Re60a86bc3ab141e2"/>
    <p:sldLayoutId xmlns:r="http://schemas.openxmlformats.org/officeDocument/2006/relationships" id="2147483652" r:id="R82b356f2f0c249f8"/>
    <p:sldLayoutId xmlns:r="http://schemas.openxmlformats.org/officeDocument/2006/relationships" id="2147483653" r:id="Ra1c6ad5e34ce4900"/>
    <p:sldLayoutId xmlns:r="http://schemas.openxmlformats.org/officeDocument/2006/relationships" id="2147483654" r:id="Rf7c405d8b6a04f8d"/>
    <p:sldLayoutId xmlns:r="http://schemas.openxmlformats.org/officeDocument/2006/relationships" id="2147483655" r:id="R83d3169839ae4a0d"/>
    <p:sldLayoutId xmlns:r="http://schemas.openxmlformats.org/officeDocument/2006/relationships" id="2147483656" r:id="R7be85162f4ec45ce"/>
    <p:sldLayoutId xmlns:r="http://schemas.openxmlformats.org/officeDocument/2006/relationships" id="2147483657" r:id="R170b8970d5204efa"/>
    <p:sldLayoutId xmlns:r="http://schemas.openxmlformats.org/officeDocument/2006/relationships" id="2147483658" r:id="R162cd79811f54438"/>
    <p:sldLayoutId xmlns:r="http://schemas.openxmlformats.org/officeDocument/2006/relationships" id="2147483659" r:id="Rf39fc677f541417c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-tema">
  <a:themeElements>
    <a:clrScheme name="Office-te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-tema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-tema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1.xml><?xml version="1.0" encoding="utf-8"?>
<a:theme xmlns:a="http://schemas.openxmlformats.org/drawingml/2006/main" name="Office-tema">
  <a:themeElements>
    <a:clrScheme name="Office-te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-tema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-tema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PowerPoint</Application>
  <Slides>36</Slides>
  <Notes>0</Notes>
  <HiddenSlides>0</HiddenSlides>
</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2026-09-20T20:09:37.2430000Z</dcterms:created>
  <dcterms:modified xsi:type="dcterms:W3CDTF">2026-09-20T20:09:37.2430000Z</dcterms:modified>
</coreProperties>
</file>