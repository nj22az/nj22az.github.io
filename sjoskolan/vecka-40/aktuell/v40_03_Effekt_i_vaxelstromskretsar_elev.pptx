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1.xml"/><Relationship Id="R21f957a366e1439b" Type="http://schemas.openxmlformats.org/officeDocument/2006/relationships/slide" Target="slides/slide12.xml"/><Relationship Id="R266c58e04d1b4b81" Type="http://schemas.openxmlformats.org/officeDocument/2006/relationships/slide" Target="slides/slide15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4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9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3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0.xml"/><Relationship Id="Rf4376990998c4de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4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räkning tillsammans, 30 min guidad labb, 15 min återkoppling. Modellen är sinusformad enfas, inte trefas.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Börja med ett bekant resistivt exempel innan reaktiv effekt introduceras.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https://nj22az.github.io/sjoskolan/vecka-40/aktuell/Genomgang.html?del=effekt&amp;avsnitt=resistiv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PF är inte motorns verkningsgrad. Undvik att säga att hälften av energin förbrukas i onödan vid PF = 0,5.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https://nj22az.github.io/sjoskolan/vecka-40/aktuell/Genomgang.html?del=effekt&amp;avsnitt=pf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Skriv hela nämnaren inom parentes i räknaren.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VA från W även när talen råkar vara lika vid PF =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 är inte i sig en förbrukad energi. Den större strömmen kan däremot öka resistiva förluster.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stänger luckan mellan given effektfaktor och reaktiv effekt i räkna-först-uppgifterna.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Ingen kompensering eller kabelresistans behöver justeras för dessa två grunduppgifter.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anläggningens effektbehov från ackumulerad energianvändning.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https://nj22az.github.io/sjoskolan/vecka-40/aktuell/Genomgang.html?del=effekt&amp;avsnitt=energi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ange vad som hålls konstant innan formeln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I = 20,00 A. S = 4 600 VA. P hålls oförändrad i modellen.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kompensationsbehovets positiva belopp från kondensatorns negativa bidrag. Detta är en undervisningsmodell, ingen dimensioneringsanvisning.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https://nj22az.github.io/sjoskolan/vecka-40/aktuell/Genomgang.html?del=effekt&amp;avsnitt=kompensering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Procentsatsen gäller kabelns förlust. Den är inte en besparing på 75 % av hela lastens energibehov.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https://nj22az.github.io/sjoskolan/vecka-40/aktuell/Genomgang.html?del=effekt&amp;avsnitt=forlust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Behåll detta som en uttrycklig begränsning av modellen. Verklig kompensation kräver bedömning av bland annat övertoner och resonans.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https://nj22az.github.io/sjoskolan/vecka-40/aktuell/Genomgang.html?del=effekt&amp;avsnitt=overtoner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Ifyllda rutor eller rätt antal ord visar inte ensamma att eleven förstår.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labben arbetar en enfaslast vid spänningen U = 230 V (effektivvärde). Den aktiva effekten P räknas fram ur ditt namn.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effektfaktorn 1,00 med 0,50. Behåll samma U och P.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vad som händer med strömmen och vad som är oförändrat.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ett värmeelement på 1 380 W vid 230 V har effektfaktorn 1,00: I = P/U = 1 380/230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en pumpmotor på 1 380 W vid 230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1 380/(230 · 1)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1 380/(230 · 0,50) = 12,00 A. Strömmen fördubblas, men den aktiva effekten är fortfarande 1 380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Pumpmotorn vid PF = 0,50: S = 1 380/0,50 = 2 760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12 A = 2 760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1 380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2 390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2 760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2 760 VA och P = 1 380 W ger |Q| ≈ 2 390,23 var. Enheten var betyder voltampere reaktiv.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1 200 W, PF = 0,75 och U = 230 V RMS. Lasten är induktiv och sinusformad.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√(1 600² − 1 200²) ≈ 1 058,30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S/U = 1 600/230 ≈ 6,96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1,00. Läs av och registrera värdet.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2 300 W vid U = 230 V och PF = 0,50.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pumpmotorn P = 1 380 W och PF = 0,80. S = 1 380/0,80 = 1 725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√(1 725² − 1 380²) = +1 035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−1 035 var. Behovets belopp är 1 035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12 A till 6 A återstår (6/12)²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