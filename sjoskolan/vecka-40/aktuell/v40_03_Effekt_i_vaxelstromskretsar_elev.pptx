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27855df901b451a" Type="http://schemas.openxmlformats.org/officeDocument/2006/relationships/extended-properties" Target="docProps/app.xml"/><Relationship Id="R8dd11a9280794af8" Type="http://schemas.openxmlformats.org/package/2006/relationships/metadata/core-properties" Target="docProps/core.xml"/><Relationship Id="R8fa3dca891fa48f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49520aafce4791" Type="http://schemas.openxmlformats.org/officeDocument/2006/relationships/slide" Target="slides/slide5.xml"/><Relationship Id="R20462ad3885c4ed5" Type="http://schemas.openxmlformats.org/officeDocument/2006/relationships/slide" Target="slides/slide11.xml"/><Relationship Id="R21f957a366e1439b" Type="http://schemas.openxmlformats.org/officeDocument/2006/relationships/slide" Target="slides/slide12.xml"/><Relationship Id="R266c58e04d1b4b81" Type="http://schemas.openxmlformats.org/officeDocument/2006/relationships/slide" Target="slides/slide15.xml"/><Relationship Id="R2cf686f955f34a77" Type="http://schemas.openxmlformats.org/officeDocument/2006/relationships/slide" Target="slides/slide8.xml"/><Relationship Id="R310c287b01a64680" Type="http://schemas.openxmlformats.org/officeDocument/2006/relationships/notesMaster" Target="notesMasters/notesMaster1.xml"/><Relationship Id="R42783e01682c4a55" Type="http://schemas.openxmlformats.org/officeDocument/2006/relationships/presProps" Target="presProps.xml"/><Relationship Id="R5e03e8d9c25e4f7a" Type="http://schemas.openxmlformats.org/officeDocument/2006/relationships/slide" Target="slides/slide1.xml"/><Relationship Id="R626dbc55f4e442a8" Type="http://schemas.openxmlformats.org/officeDocument/2006/relationships/slide" Target="slides/slide4.xml"/><Relationship Id="R6884717a08634cd4" Type="http://schemas.openxmlformats.org/officeDocument/2006/relationships/slide" Target="slides/slide14.xml"/><Relationship Id="R6d335f273c004061" Type="http://schemas.openxmlformats.org/officeDocument/2006/relationships/slide" Target="slides/slide3.xml"/><Relationship Id="R6e45d74eeb204a65" Type="http://schemas.openxmlformats.org/officeDocument/2006/relationships/slide" Target="slides/slide6.xml"/><Relationship Id="R80d212985f8b4d94" Type="http://schemas.openxmlformats.org/officeDocument/2006/relationships/tableStyles" Target="tableStyles.xml"/><Relationship Id="R83f6f40d3ea44b6d" Type="http://schemas.openxmlformats.org/officeDocument/2006/relationships/slide" Target="slides/slide9.xml"/><Relationship Id="R93c7ccd9788a40dc" Type="http://schemas.openxmlformats.org/officeDocument/2006/relationships/slideMaster" Target="slideMasters/slideMaster1.xml"/><Relationship Id="R96b70302a480479c" Type="http://schemas.openxmlformats.org/officeDocument/2006/relationships/viewProps" Target="viewProps.xml"/><Relationship Id="Raf14ec52794d4176" Type="http://schemas.openxmlformats.org/officeDocument/2006/relationships/slide" Target="slides/slide13.xml"/><Relationship Id="Rcf6a5f247bfa4586" Type="http://schemas.openxmlformats.org/officeDocument/2006/relationships/theme" Target="theme/theme1.xml"/><Relationship Id="Rdb8984ba93e049b0" Type="http://schemas.openxmlformats.org/officeDocument/2006/relationships/slide" Target="slides/slide7.xml"/><Relationship Id="Rf2bd7de840ee4093" Type="http://schemas.openxmlformats.org/officeDocument/2006/relationships/slide" Target="slides/slide10.xml"/><Relationship Id="Rf4376990998c4de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ea3576245a974f2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d99e8dc84b407d" Type="http://schemas.openxmlformats.org/officeDocument/2006/relationships/slide" Target="../slides/slide1.xml"/><Relationship Id="Rad110e662cbf44b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78492869cbf4c73" Type="http://schemas.openxmlformats.org/officeDocument/2006/relationships/notesMaster" Target="../notesMasters/notesMaster1.xml"/><Relationship Id="R6dd94c2136164d4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51612b8bc0423f" Type="http://schemas.openxmlformats.org/officeDocument/2006/relationships/notesMaster" Target="../notesMasters/notesMaster1.xml"/><Relationship Id="Re7a5855c674342a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ee32537e7d4da0" Type="http://schemas.openxmlformats.org/officeDocument/2006/relationships/slide" Target="../slides/slide4.xml"/><Relationship Id="R1c3871abdb4f48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c44c19c5b0644cf" Type="http://schemas.openxmlformats.org/officeDocument/2006/relationships/slide" Target="../slides/slide5.xml"/><Relationship Id="Rfe1c80707158402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4fa75d56db14587" Type="http://schemas.openxmlformats.org/officeDocument/2006/relationships/slide" Target="../slides/slide6.xml"/><Relationship Id="Rb0cbfa45a274495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8c0f62e61c4daa" Type="http://schemas.openxmlformats.org/officeDocument/2006/relationships/slide" Target="../slides/slide7.xml"/><Relationship Id="R910a1af7e1d84f4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8d0d7ffa384774" Type="http://schemas.openxmlformats.org/officeDocument/2006/relationships/notesMaster" Target="../notesMasters/notesMaster1.xml"/><Relationship Id="R4d33d3f70ba94376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2a8842a548d4de7" Type="http://schemas.openxmlformats.org/officeDocument/2006/relationships/notesMaster" Target="../notesMasters/notesMaster1.xml"/><Relationship Id="Re042c2e40d7344b5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74bdf5d68004f1e" Type="http://schemas.openxmlformats.org/officeDocument/2006/relationships/notesMaster" Target="../notesMasters/notesMaster1.xml"/><Relationship Id="Rb75148e261f644b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70717ac3103c4be6" Type="http://schemas.openxmlformats.org/officeDocument/2006/relationships/notesMaster" Target="../notesMasters/notesMaster1.xml"/><Relationship Id="Rfadd694dad0b4d8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6d59d3214a248c9" Type="http://schemas.openxmlformats.org/officeDocument/2006/relationships/notesMaster" Target="../notesMasters/notesMaster1.xml"/><Relationship Id="R4cc237d46bd44cd5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a450a68116844b87" Type="http://schemas.openxmlformats.org/officeDocument/2006/relationships/notesMaster" Target="../notesMasters/notesMaster1.xml"/><Relationship Id="Rc0ab96f3ed2b4eff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b963abbebe434465" Type="http://schemas.openxmlformats.org/officeDocument/2006/relationships/slide" Target="../slides/slide14.xml"/><Relationship Id="Rbe6c499874b340d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3a2f8dc5cbc04a87" Type="http://schemas.openxmlformats.org/officeDocument/2006/relationships/notesMaster" Target="../notesMasters/notesMaster1.xml"/><Relationship Id="R3a58fceacfa1439f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b518d85d9ae4f2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8ba9bfe76b54c8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68cf84efa3c432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86c83539d7e4b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2a814a83b0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149e8cd4e542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9f811f5bb884218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4b88af954fd4a4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8486e07b267471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b0e9163ddf9486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a2017f2484643d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14fd20a7c66494e" Type="http://schemas.openxmlformats.org/officeDocument/2006/relationships/slideLayout" Target="../slideLayouts/slideLayout10.xml"/><Relationship Id="R12c494b5146743fb" Type="http://schemas.openxmlformats.org/officeDocument/2006/relationships/slideLayout" Target="../slideLayouts/slideLayout4.xml"/><Relationship Id="R13662793c1954fee" Type="http://schemas.openxmlformats.org/officeDocument/2006/relationships/theme" Target="theme/theme2.xml"/><Relationship Id="R2a24851a12184cbf" Type="http://schemas.openxmlformats.org/officeDocument/2006/relationships/slideLayout" Target="../slideLayouts/slideLayout7.xml"/><Relationship Id="R51e19fabf0564107" Type="http://schemas.openxmlformats.org/officeDocument/2006/relationships/slideLayout" Target="../slideLayouts/slideLayout1.xml"/><Relationship Id="R5fc179b509be4b87" Type="http://schemas.openxmlformats.org/officeDocument/2006/relationships/slideLayout" Target="../slideLayouts/slideLayout3.xml"/><Relationship Id="R7ca0e17fbaa343e2" Type="http://schemas.openxmlformats.org/officeDocument/2006/relationships/slideLayout" Target="../slideLayouts/slideLayout9.xml"/><Relationship Id="R8a6c8ae03d6e4cbe" Type="http://schemas.openxmlformats.org/officeDocument/2006/relationships/slideLayout" Target="../slideLayouts/slideLayout11.xml"/><Relationship Id="Rab2d0790176a4bd8" Type="http://schemas.openxmlformats.org/officeDocument/2006/relationships/slideLayout" Target="../slideLayouts/slideLayout8.xml"/><Relationship Id="Rd5eafd21bb674865" Type="http://schemas.openxmlformats.org/officeDocument/2006/relationships/slideLayout" Target="../slideLayouts/slideLayout2.xml"/><Relationship Id="Re742beaf800b4f25" Type="http://schemas.openxmlformats.org/officeDocument/2006/relationships/slideLayout" Target="../slideLayouts/slideLayout6.xml"/><Relationship Id="Rf8d31e7f9af341d0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282531f0dd443f8" Type="http://schemas.openxmlformats.org/officeDocument/2006/relationships/notesSlide" Target="../notesSlides/notesSlide1.xml"/><Relationship Id="Rcae85491367e415b" Type="http://schemas.openxmlformats.org/officeDocument/2006/relationships/slideLayout" Target="../slideLayouts/slideLayout1.xml"/><Relationship Id="Rdf66da4517714d8f" Type="http://schemas.openxmlformats.org/officeDocument/2006/relationships/image" Target="../media/image.png"/><Relationship Id="Re00d22102c2a43eb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76946d53c32941fb" Type="http://schemas.openxmlformats.org/officeDocument/2006/relationships/image" Target="../media/image.jpeg"/><Relationship Id="R8c99dbb0ff914b52" Type="http://schemas.openxmlformats.org/officeDocument/2006/relationships/slideLayout" Target="../slideLayouts/slideLayout1.xml"/><Relationship Id="Ra884fbfd5184414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2ac9a7dcb740c7" Type="http://schemas.openxmlformats.org/officeDocument/2006/relationships/slideLayout" Target="../slideLayouts/slideLayout1.xml"/><Relationship Id="R6b06c24fbc2b46ee" Type="http://schemas.openxmlformats.org/officeDocument/2006/relationships/image" Target="../media/image.jpeg"/><Relationship Id="R797d2df221ab4d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68c35ebdefe46a4" Type="http://schemas.openxmlformats.org/officeDocument/2006/relationships/image" Target="../media/image.jpeg"/><Relationship Id="R5d028a07f94f4dc7" Type="http://schemas.openxmlformats.org/officeDocument/2006/relationships/notesSlide" Target="../notesSlides/notesSlide4.xml"/><Relationship Id="Re34f7c8daa904fc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0f66bfb72b64644" Type="http://schemas.openxmlformats.org/officeDocument/2006/relationships/image" Target="../media/image.jpeg"/><Relationship Id="Rddc332d54a614b11" Type="http://schemas.openxmlformats.org/officeDocument/2006/relationships/slideLayout" Target="../slideLayouts/slideLayout1.xml"/><Relationship Id="Rf0aac02627cb4cc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3bb0d8354584535" Type="http://schemas.openxmlformats.org/officeDocument/2006/relationships/image" Target="../media/image.jpeg"/><Relationship Id="R85e3e9c8d63b46b2" Type="http://schemas.openxmlformats.org/officeDocument/2006/relationships/slideLayout" Target="../slideLayouts/slideLayout1.xml"/><Relationship Id="Rf6ca6bd4985144a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1f5dc7456d1472d" Type="http://schemas.openxmlformats.org/officeDocument/2006/relationships/image" Target="../media/image.jpeg"/><Relationship Id="Ra3262b96580c44d4" Type="http://schemas.openxmlformats.org/officeDocument/2006/relationships/notesSlide" Target="../notesSlides/notesSlide7.xml"/><Relationship Id="Rfd97ab9363104ca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0d098f4da0c437f" Type="http://schemas.openxmlformats.org/officeDocument/2006/relationships/slideLayout" Target="../slideLayouts/slideLayout1.xml"/><Relationship Id="R231eaa858c5440f8" Type="http://schemas.openxmlformats.org/officeDocument/2006/relationships/notesSlide" Target="../notesSlides/notesSlide8.xml"/><Relationship Id="R99e9f037378e47b5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302c1d474444c13" Type="http://schemas.openxmlformats.org/officeDocument/2006/relationships/notesSlide" Target="../notesSlides/notesSlide9.xml"/><Relationship Id="R8790e0a3cd5441b7" Type="http://schemas.openxmlformats.org/officeDocument/2006/relationships/image" Target="../media/image.jpeg"/><Relationship Id="Rc154000e48d94e2b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55cd428768824e8e" Type="http://schemas.openxmlformats.org/officeDocument/2006/relationships/slideLayout" Target="../slideLayouts/slideLayout1.xml"/><Relationship Id="Rd117b30faff44780" Type="http://schemas.openxmlformats.org/officeDocument/2006/relationships/image" Target="../media/image.jpeg"/><Relationship Id="Rff1ecdeb27ef465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bbdca3c7b09d4d8b" Type="http://schemas.openxmlformats.org/officeDocument/2006/relationships/image" Target="../media/image.jpeg"/><Relationship Id="Re83d85a8b1f442b1" Type="http://schemas.openxmlformats.org/officeDocument/2006/relationships/notesSlide" Target="../notesSlides/notesSlide11.xml"/><Relationship Id="Rf1b69bec876741e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b89eca466bd0406b" Type="http://schemas.openxmlformats.org/officeDocument/2006/relationships/image" Target="../media/image.jpeg"/><Relationship Id="Rc7d2f243e347418c" Type="http://schemas.openxmlformats.org/officeDocument/2006/relationships/notesSlide" Target="../notesSlides/notesSlide12.xml"/><Relationship Id="Rc8d3ffd1feca4a4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09174d2f5f341a5" Type="http://schemas.openxmlformats.org/officeDocument/2006/relationships/notesSlide" Target="../notesSlides/notesSlide13.xml"/><Relationship Id="R21e5ffc7b1a74474" Type="http://schemas.openxmlformats.org/officeDocument/2006/relationships/image" Target="../media/image.jpeg"/><Relationship Id="Rca57d4e725f049a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731676f74b640b4" Type="http://schemas.openxmlformats.org/officeDocument/2006/relationships/notesSlide" Target="../notesSlides/notesSlide14.xml"/><Relationship Id="R91c645dbd77a430b" Type="http://schemas.openxmlformats.org/officeDocument/2006/relationships/image" Target="../media/image.jpeg"/><Relationship Id="Rad16ca3680a14b6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7bd4d6f7f944216" Type="http://schemas.openxmlformats.org/officeDocument/2006/relationships/image" Target="../media/image.jpeg"/><Relationship Id="Ra5acc53d76cf4a44" Type="http://schemas.openxmlformats.org/officeDocument/2006/relationships/slideLayout" Target="../slideLayouts/slideLayout1.xml"/><Relationship Id="Rfaf987d7a1d04b29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aktiv effekt P, reaktiv effekt Q och skenbar effekt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när U, P och effektfaktorn PF är givna.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lägre effektfaktor ger större ström vid samma P och U.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ett värmeelement på 1 380 W vid 230 V har effektfaktorn 1,00: I = P/U = 1 380/230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förkortas PF (power factor). PF = P/S, där S är den skenbara effekten (se nedan). PF saknar enhet och ligger mellan 0 och 1.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φ, cosinus för fasvinkeln φ mellan spänning och ström. Lägre PF innebär större ström för samma U och 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en pumpmotor på 1 380 W vid 230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1 380/(230 · 1)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1 380/(230 · 0,50) = 12,00 A. Strömmen fördubblas, men den aktiva effekten är fortfarande 1 380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Pumpmotorn vid PF = 0,50: S = 1 380/0,50 = 2 760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12 A = 2 760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13AF7545-D9C3-4B57-9E32-A6072F2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044860" cy="9525"/>
          </a:xfrm>
          <a:custGeom xmlns:a="http://schemas.openxmlformats.org/drawingml/2006/main">
            <a:pathLst>
              <a:path w="1044860" h="9525">
                <a:moveTo>
                  <a:pt x="0" y="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168559E0-79AF-47CF-B111-593DB37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610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EEFD3E55-92C2-404A-9997-9A67DF5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33500"/>
            <a:ext cx="1044860" cy="1809750"/>
          </a:xfrm>
          <a:custGeom xmlns:a="http://schemas.openxmlformats.org/drawingml/2006/main">
            <a:pathLst>
              <a:path w="1044860" h="1809750">
                <a:moveTo>
                  <a:pt x="0" y="180975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2E82900D-D4CB-4E81-8B5C-292AEEA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D7736CFB-E585-43E0-80EC-2A4BCBE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EDC2AEC1-BC53-4C48-AA22-C355F0AF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1 380 W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57FE82B3-ED82-4055-94CD-168C5B1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110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Q ≈ 2 390 var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5BC1B119-DCDD-4C6A-864F-38679557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2 760 VA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Reaktiv effekt Q beskriver energi som går fram och tillbaka mellan källan och spolar eller kondensatorer. Den förbrukas inte, men ger ändå ström i ledningarna.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2 760 VA och P = 1 380 W ger |Q| ≈ 2 390,23 var. Enheten var betyder voltampere reaktiv.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1 200 W, PF = 0,75 och U = 230 V RMS. Lasten är induktiv och sinusformad.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√(1 600² − 1 200²) ≈ 1 058,30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S/U = 1 600/230 ≈ 6,96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en egen effekt P ur ditt namn. Förutsäg strömmen vid PF = 1,00, läs av och registrera värdet.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(kilowatt) och timmar blir enheten kWh (kilowattimme).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4 140 W vid U = 230 V och PF = 0,60.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kompensera betyder att en kondensator tillför kapacitiv reaktiv effekt som tar ut en del av lastens induktiva Q.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pumpmotorn P = 1 380 W och PF = 0,80. S = 1 380/0,80 = 1 725 VA.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√(1 725² − 1 380²) = +1 035 var.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−1 035 var. Behovets belopp är 1 035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12 A till 6 A återstår (6/12)²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 av övertoner (strömmar med 2, 3, 5 … gånger nätfrekvensen, till exempel från elektronik).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 (watt, aktiv effekt), var (voltampere reaktiv, reaktiv effekt) och VA (voltampere, skenbar effekt)?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