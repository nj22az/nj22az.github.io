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d11a9280794af8" /><Relationship Type="http://schemas.openxmlformats.org/officeDocument/2006/relationships/extended-properties" Target="/docProps/app.xml" Id="R627855df901b451a" /><Relationship Type="http://schemas.openxmlformats.org/officeDocument/2006/relationships/officeDocument" Target="/ppt/presentation.xml" Id="R8fa3dca891fa48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6a5f247bfa4586" /><Relationship Type="http://schemas.openxmlformats.org/officeDocument/2006/relationships/slideMaster" Target="/ppt/slideMasters/slideMaster1.xml" Id="R93c7ccd9788a40dc" /><Relationship Type="http://schemas.openxmlformats.org/officeDocument/2006/relationships/notesMaster" Target="/ppt/notesMasters/notesMaster1.xml" Id="R310c287b01a64680" /><Relationship Type="http://schemas.openxmlformats.org/officeDocument/2006/relationships/presProps" Target="/ppt/presProps.xml" Id="R42783e01682c4a55" /><Relationship Type="http://schemas.openxmlformats.org/officeDocument/2006/relationships/viewProps" Target="/ppt/viewProps.xml" Id="R96b70302a480479c" /><Relationship Type="http://schemas.openxmlformats.org/officeDocument/2006/relationships/tableStyles" Target="/ppt/tableStyles.xml" Id="R80d212985f8b4d94" /><Relationship Type="http://schemas.openxmlformats.org/officeDocument/2006/relationships/slide" Target="/ppt/slides/slide1.xml" Id="R5e03e8d9c25e4f7a" /><Relationship Type="http://schemas.openxmlformats.org/officeDocument/2006/relationships/slide" Target="/ppt/slides/slide2.xml" Id="Rf4376990998c4de8" /><Relationship Type="http://schemas.openxmlformats.org/officeDocument/2006/relationships/slide" Target="/ppt/slides/slide3.xml" Id="R6d335f273c004061" /><Relationship Type="http://schemas.openxmlformats.org/officeDocument/2006/relationships/slide" Target="/ppt/slides/slide4.xml" Id="R626dbc55f4e442a8" /><Relationship Type="http://schemas.openxmlformats.org/officeDocument/2006/relationships/slide" Target="/ppt/slides/slide5.xml" Id="R0649520aafce4791" /><Relationship Type="http://schemas.openxmlformats.org/officeDocument/2006/relationships/slide" Target="/ppt/slides/slide6.xml" Id="R6e45d74eeb204a65" /><Relationship Type="http://schemas.openxmlformats.org/officeDocument/2006/relationships/slide" Target="/ppt/slides/slide7.xml" Id="Rdb8984ba93e049b0" /><Relationship Type="http://schemas.openxmlformats.org/officeDocument/2006/relationships/slide" Target="/ppt/slides/slide8.xml" Id="R2cf686f955f34a77" /><Relationship Type="http://schemas.openxmlformats.org/officeDocument/2006/relationships/slide" Target="/ppt/slides/slide9.xml" Id="R83f6f40d3ea44b6d" /><Relationship Type="http://schemas.openxmlformats.org/officeDocument/2006/relationships/slide" Target="/ppt/slides/slide10.xml" Id="Rf2bd7de840ee4093" /><Relationship Type="http://schemas.openxmlformats.org/officeDocument/2006/relationships/slide" Target="/ppt/slides/slide11.xml" Id="R20462ad3885c4ed5" /><Relationship Type="http://schemas.openxmlformats.org/officeDocument/2006/relationships/slide" Target="/ppt/slides/slide12.xml" Id="R21f957a366e1439b" /><Relationship Type="http://schemas.openxmlformats.org/officeDocument/2006/relationships/slide" Target="/ppt/slides/slide13.xml" Id="Raf14ec52794d4176" /><Relationship Type="http://schemas.openxmlformats.org/officeDocument/2006/relationships/slide" Target="/ppt/slides/slide14.xml" Id="R6884717a08634cd4" /><Relationship Type="http://schemas.openxmlformats.org/officeDocument/2006/relationships/slide" Target="/ppt/slides/slide15.xml" Id="R266c58e04d1b4b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3576245a974f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d99e8dc84b407d" /><Relationship Type="http://schemas.openxmlformats.org/officeDocument/2006/relationships/notesMaster" Target="/ppt/notesMasters/notesMaster1.xml" Id="Rad110e662cbf44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d94c2136164d43" /><Relationship Type="http://schemas.openxmlformats.org/officeDocument/2006/relationships/notesMaster" Target="/ppt/notesMasters/notesMaster1.xml" Id="R678492869cbf4c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7a5855c674342af" /><Relationship Type="http://schemas.openxmlformats.org/officeDocument/2006/relationships/notesMaster" Target="/ppt/notesMasters/notesMaster1.xml" Id="R0851612b8bc042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ee32537e7d4da0" /><Relationship Type="http://schemas.openxmlformats.org/officeDocument/2006/relationships/notesMaster" Target="/ppt/notesMasters/notesMaster1.xml" Id="R1c3871abdb4f48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44c19c5b0644cf" /><Relationship Type="http://schemas.openxmlformats.org/officeDocument/2006/relationships/notesMaster" Target="/ppt/notesMasters/notesMaster1.xml" Id="Rfe1c8070715840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fa75d56db14587" /><Relationship Type="http://schemas.openxmlformats.org/officeDocument/2006/relationships/notesMaster" Target="/ppt/notesMasters/notesMaster1.xml" Id="Rb0cbfa45a27449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8c0f62e61c4daa" /><Relationship Type="http://schemas.openxmlformats.org/officeDocument/2006/relationships/notesMaster" Target="/ppt/notesMasters/notesMaster1.xml" Id="R910a1af7e1d84f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33d3f70ba94376" /><Relationship Type="http://schemas.openxmlformats.org/officeDocument/2006/relationships/notesMaster" Target="/ppt/notesMasters/notesMaster1.xml" Id="R338d0d7ffa3847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42c2e40d7344b5" /><Relationship Type="http://schemas.openxmlformats.org/officeDocument/2006/relationships/notesMaster" Target="/ppt/notesMasters/notesMaster1.xml" Id="R32a8842a548d4d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5148e261f644be" /><Relationship Type="http://schemas.openxmlformats.org/officeDocument/2006/relationships/notesMaster" Target="/ppt/notesMasters/notesMaster1.xml" Id="R274bdf5d68004f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dd694dad0b4d80" /><Relationship Type="http://schemas.openxmlformats.org/officeDocument/2006/relationships/notesMaster" Target="/ppt/notesMasters/notesMaster1.xml" Id="R70717ac3103c4b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cc237d46bd44cd5" /><Relationship Type="http://schemas.openxmlformats.org/officeDocument/2006/relationships/notesMaster" Target="/ppt/notesMasters/notesMaster1.xml" Id="R16d59d3214a248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0ab96f3ed2b4eff" /><Relationship Type="http://schemas.openxmlformats.org/officeDocument/2006/relationships/notesMaster" Target="/ppt/notesMasters/notesMaster1.xml" Id="Ra450a68116844b8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963abbebe434465" /><Relationship Type="http://schemas.openxmlformats.org/officeDocument/2006/relationships/notesMaster" Target="/ppt/notesMasters/notesMaster1.xml" Id="Rbe6c499874b340d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a58fceacfa1439f" /><Relationship Type="http://schemas.openxmlformats.org/officeDocument/2006/relationships/notesMaster" Target="/ppt/notesMasters/notesMaster1.xml" Id="R3a2f8dc5cbc04a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räkning tillsammans, 30 min guidad labb, 15 min återkoppling. Modellen är sinusformad enfas, inte trefas.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Börja med ett bekant resistivt exempel innan reaktiv effekt introduceras.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https://nj22az.github.io/sjoskolan/vecka-40/aktuell/Genomgang.html?del=effekt&amp;avsnitt=resistiv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PF är inte motorns verkningsgrad. Undvik att säga att hälften av energin förbrukas i onödan vid PF = 0,5.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https://nj22az.github.io/sjoskolan/vecka-40/aktuell/Genomgang.html?del=effekt&amp;avsnitt=pf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Skriv hela nämnaren inom parentes i räknaren.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VA från W även när talen råkar vara lika vid PF =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 är inte i sig en förbrukad energi. Den större strömmen kan däremot öka resistiva förluster.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stänger luckan mellan given effektfaktor och reaktiv effekt i räkna-först-uppgifterna.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Ingen kompensering eller kabelresistans behöver justeras för dessa två grunduppgifter.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anläggningens effektbehov från ackumulerad energianvändning.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https://nj22az.github.io/sjoskolan/vecka-40/aktuell/Genomgang.html?del=effekt&amp;avsnitt=energi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ange vad som hålls konstant innan formeln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I = 20,00 A. S = 4 600 VA. P hålls oförändrad i modellen.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kompensationsbehovets positiva belopp från kondensatorns negativa bidrag. Detta är en undervisningsmodell, ingen dimensioneringsanvisning.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https://nj22az.github.io/sjoskolan/vecka-40/aktuell/Genomgang.html?del=effekt&amp;avsnitt=kompensering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Procentsatsen gäller kabelns förlust. Den är inte en besparing på 75 % av hela lastens energibehov.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https://nj22az.github.io/sjoskolan/vecka-40/aktuell/Genomgang.html?del=effekt&amp;avsnitt=forlust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Behåll detta som en uttrycklig begränsning av modellen. Verklig kompensation kräver bedömning av bland annat övertoner och resonans.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https://nj22az.github.io/sjoskolan/vecka-40/aktuell/Genomgang.html?del=effekt&amp;avsnitt=overtoner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Ifyllda rutor eller rätt antal ord visar inte ensamma att eleven förstår.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518d85d9ae4f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ba9bfe76b54c8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8cf84efa3c432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c83539d7e4b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2a814a83b049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149e8cd4e5422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f811f5bb88421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b88af954fd4a4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486e07b267471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0e9163ddf9486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2017f2484643db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662793c1954fee" /><Relationship Type="http://schemas.openxmlformats.org/officeDocument/2006/relationships/slideLayout" Target="/ppt/slideLayouts/slideLayout1.xml" Id="R51e19fabf0564107" /><Relationship Type="http://schemas.openxmlformats.org/officeDocument/2006/relationships/slideLayout" Target="/ppt/slideLayouts/slideLayout2.xml" Id="Rd5eafd21bb674865" /><Relationship Type="http://schemas.openxmlformats.org/officeDocument/2006/relationships/slideLayout" Target="/ppt/slideLayouts/slideLayout3.xml" Id="R5fc179b509be4b87" /><Relationship Type="http://schemas.openxmlformats.org/officeDocument/2006/relationships/slideLayout" Target="/ppt/slideLayouts/slideLayout4.xml" Id="R12c494b5146743fb" /><Relationship Type="http://schemas.openxmlformats.org/officeDocument/2006/relationships/slideLayout" Target="/ppt/slideLayouts/slideLayout5.xml" Id="Rf8d31e7f9af341d0" /><Relationship Type="http://schemas.openxmlformats.org/officeDocument/2006/relationships/slideLayout" Target="/ppt/slideLayouts/slideLayout6.xml" Id="Re742beaf800b4f25" /><Relationship Type="http://schemas.openxmlformats.org/officeDocument/2006/relationships/slideLayout" Target="/ppt/slideLayouts/slideLayout7.xml" Id="R2a24851a12184cbf" /><Relationship Type="http://schemas.openxmlformats.org/officeDocument/2006/relationships/slideLayout" Target="/ppt/slideLayouts/slideLayout8.xml" Id="Rab2d0790176a4bd8" /><Relationship Type="http://schemas.openxmlformats.org/officeDocument/2006/relationships/slideLayout" Target="/ppt/slideLayouts/slideLayout9.xml" Id="R7ca0e17fbaa343e2" /><Relationship Type="http://schemas.openxmlformats.org/officeDocument/2006/relationships/slideLayout" Target="/ppt/slideLayouts/slideLayout10.xml" Id="R114fd20a7c66494e" /><Relationship Type="http://schemas.openxmlformats.org/officeDocument/2006/relationships/slideLayout" Target="/ppt/slideLayouts/slideLayout11.xml" Id="R8a6c8ae03d6e4cb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e85491367e415b" /><Relationship Type="http://schemas.openxmlformats.org/officeDocument/2006/relationships/image" Target="/ppt/media/image.jpeg" Id="Re00d22102c2a43eb" /><Relationship Type="http://schemas.openxmlformats.org/officeDocument/2006/relationships/image" Target="/ppt/media/image.png" Id="Rdf66da4517714d8f" /><Relationship Type="http://schemas.openxmlformats.org/officeDocument/2006/relationships/notesSlide" Target="/ppt/notesSlides/notesSlide1.xml" Id="R7282531f0dd443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9dbb0ff914b52" /><Relationship Type="http://schemas.openxmlformats.org/officeDocument/2006/relationships/image" Target="/ppt/media/image.jpeg" Id="R76946d53c32941fb" /><Relationship Type="http://schemas.openxmlformats.org/officeDocument/2006/relationships/notesSlide" Target="/ppt/notesSlides/notesSlide2.xml" Id="Ra884fbfd518441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ac9a7dcb740c7" /><Relationship Type="http://schemas.openxmlformats.org/officeDocument/2006/relationships/image" Target="/ppt/media/image.jpeg" Id="R6b06c24fbc2b46ee" /><Relationship Type="http://schemas.openxmlformats.org/officeDocument/2006/relationships/notesSlide" Target="/ppt/notesSlides/notesSlide3.xml" Id="R797d2df221ab4d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f7c8daa904fcd" /><Relationship Type="http://schemas.openxmlformats.org/officeDocument/2006/relationships/image" Target="/ppt/media/image.jpeg" Id="R268c35ebdefe46a4" /><Relationship Type="http://schemas.openxmlformats.org/officeDocument/2006/relationships/notesSlide" Target="/ppt/notesSlides/notesSlide4.xml" Id="R5d028a07f94f4d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c332d54a614b11" /><Relationship Type="http://schemas.openxmlformats.org/officeDocument/2006/relationships/image" Target="/ppt/media/image.jpeg" Id="R50f66bfb72b64644" /><Relationship Type="http://schemas.openxmlformats.org/officeDocument/2006/relationships/notesSlide" Target="/ppt/notesSlides/notesSlide5.xml" Id="Rf0aac02627cb4c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3e9c8d63b46b2" /><Relationship Type="http://schemas.openxmlformats.org/officeDocument/2006/relationships/image" Target="/ppt/media/image.jpeg" Id="R63bb0d8354584535" /><Relationship Type="http://schemas.openxmlformats.org/officeDocument/2006/relationships/notesSlide" Target="/ppt/notesSlides/notesSlide6.xml" Id="Rf6ca6bd4985144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97ab9363104ca8" /><Relationship Type="http://schemas.openxmlformats.org/officeDocument/2006/relationships/image" Target="/ppt/media/image.jpeg" Id="R91f5dc7456d1472d" /><Relationship Type="http://schemas.openxmlformats.org/officeDocument/2006/relationships/notesSlide" Target="/ppt/notesSlides/notesSlide7.xml" Id="Ra3262b96580c44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098f4da0c437f" /><Relationship Type="http://schemas.openxmlformats.org/officeDocument/2006/relationships/image" Target="/ppt/media/image.jpeg" Id="R99e9f037378e47b5" /><Relationship Type="http://schemas.openxmlformats.org/officeDocument/2006/relationships/notesSlide" Target="/ppt/notesSlides/notesSlide8.xml" Id="R231eaa858c5440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4000e48d94e2b" /><Relationship Type="http://schemas.openxmlformats.org/officeDocument/2006/relationships/image" Target="/ppt/media/image.jpeg" Id="R8790e0a3cd5441b7" /><Relationship Type="http://schemas.openxmlformats.org/officeDocument/2006/relationships/notesSlide" Target="/ppt/notesSlides/notesSlide9.xml" Id="R1302c1d474444c1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d428768824e8e" /><Relationship Type="http://schemas.openxmlformats.org/officeDocument/2006/relationships/image" Target="/ppt/media/image.jpeg" Id="Rd117b30faff44780" /><Relationship Type="http://schemas.openxmlformats.org/officeDocument/2006/relationships/notesSlide" Target="/ppt/notesSlides/notesSlide10.xml" Id="Rff1ecdeb27ef465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b69bec876741eb" /><Relationship Type="http://schemas.openxmlformats.org/officeDocument/2006/relationships/image" Target="/ppt/media/image.jpeg" Id="Rbbdca3c7b09d4d8b" /><Relationship Type="http://schemas.openxmlformats.org/officeDocument/2006/relationships/notesSlide" Target="/ppt/notesSlides/notesSlide11.xml" Id="Re83d85a8b1f442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3ffd1feca4a45" /><Relationship Type="http://schemas.openxmlformats.org/officeDocument/2006/relationships/image" Target="/ppt/media/image.jpeg" Id="Rb89eca466bd0406b" /><Relationship Type="http://schemas.openxmlformats.org/officeDocument/2006/relationships/notesSlide" Target="/ppt/notesSlides/notesSlide12.xml" Id="Rc7d2f243e347418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7d4e725f049a5" /><Relationship Type="http://schemas.openxmlformats.org/officeDocument/2006/relationships/image" Target="/ppt/media/image.jpeg" Id="R21e5ffc7b1a74474" /><Relationship Type="http://schemas.openxmlformats.org/officeDocument/2006/relationships/notesSlide" Target="/ppt/notesSlides/notesSlide13.xml" Id="R009174d2f5f341a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6ca3680a14b66" /><Relationship Type="http://schemas.openxmlformats.org/officeDocument/2006/relationships/image" Target="/ppt/media/image.jpeg" Id="R91c645dbd77a430b" /><Relationship Type="http://schemas.openxmlformats.org/officeDocument/2006/relationships/notesSlide" Target="/ppt/notesSlides/notesSlide14.xml" Id="R2731676f74b640b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cc53d76cf4a44" /><Relationship Type="http://schemas.openxmlformats.org/officeDocument/2006/relationships/image" Target="/ppt/media/image.jpeg" Id="R67bd4d6f7f944216" /><Relationship Type="http://schemas.openxmlformats.org/officeDocument/2006/relationships/notesSlide" Target="/ppt/notesSlides/notesSlide15.xml" Id="Rfaf987d7a1d04b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arbetar vid U = 230 V RMS och P = 1 150 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effektfaktorn 1,00 med 0,50. Behåll samma U och 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vad som händer med strömmen och vad som är oförändrat.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5,00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effektfaktorn 1,00: I = P/U = 1 150/230 = 5,00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5,00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PF = P/S saknar enhet.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φ. Lägre PF innebär större ström för samma U och 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5,00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1 150/(230 · 1) = 5,00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1 150/(230 · 0,50) = 10,00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Strömmen fördubblas. Lastens aktiva effekt är fortfarande 1 150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S = 1 150/0,50 = 2 300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10 A = 2 300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13AF7545-D9C3-4B57-9E32-A6072F2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044860" cy="9525"/>
          </a:xfrm>
          <a:custGeom xmlns:a="http://schemas.openxmlformats.org/drawingml/2006/main">
            <a:pathLst>
              <a:path w="1044860" h="9525">
                <a:moveTo>
                  <a:pt x="0" y="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168559E0-79AF-47CF-B111-593DB37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610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EEFD3E55-92C2-404A-9997-9A67DF5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33500"/>
            <a:ext cx="1044860" cy="1809750"/>
          </a:xfrm>
          <a:custGeom xmlns:a="http://schemas.openxmlformats.org/drawingml/2006/main">
            <a:pathLst>
              <a:path w="1044860" h="1809750">
                <a:moveTo>
                  <a:pt x="0" y="180975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2E82900D-D4CB-4E81-8B5C-292AEEA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D7736CFB-E585-43E0-80EC-2A4BCBE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EDC2AEC1-BC53-4C48-AA22-C355F0AF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1 150 W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57FE82B3-ED82-4055-94CD-168C5B1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110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Q ≈ 1 992 var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5BC1B119-DCDD-4C6A-864F-38679557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2 300 VA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Ideal reaktiv effekt beskriver energiutbyte som går fram och tillbaka mellan källa och reaktiva komponenter.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2 300 VA och P = 1 150 W ger |Q| ≈ 1 991,86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1 200 W, PF = 0,75 och U = 230 V RMS. Lasten är induktiv och sinusformad.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√(1 600² − 1 200²) ≈ 1 058,30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S/U = 1 600/230 ≈ 6,96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1,00. Läs av och registrera värdet.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och timmar blir enheten kWh.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2 300 W vid U = 230 V och PF = 0,50.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kondensator kan tillföra kapacitiv Q som tar ut en del av lastens induktiva Q.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2 000 W och PF = 0,80. S = 2 000/0,80 = 2 500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√(2 500² − 2 000²) = +1 500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Qkondensator = −1 500 var. Behovets belopp är 1 500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Qtotal = Qlast + Qkondensator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10 A till 5 A återstår (5/10)²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Pförlust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W, var och VA?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