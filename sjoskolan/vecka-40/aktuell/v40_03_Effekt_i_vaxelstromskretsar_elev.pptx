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1.xml"/><Relationship Id="R21f957a366e1439b" Type="http://schemas.openxmlformats.org/officeDocument/2006/relationships/slide" Target="slides/slide12.xml"/><Relationship Id="R266c58e04d1b4b81" Type="http://schemas.openxmlformats.org/officeDocument/2006/relationships/slide" Target="slides/slide15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4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9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3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0.xml"/><Relationship Id="Rf4376990998c4de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4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räkning tillsammans, 30 min guidad labb, 15 min återkoppling. Modellen är sinusformad enfas, inte trefas.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Börja med ett bekant resistivt exempel innan reaktiv effekt introduceras.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https://nj22az.github.io/sjoskolan/vecka-40/aktuell/Genomgang.html?del=effekt&amp;avsnitt=resistiv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PF är inte motorns verkningsgrad. Undvik att säga att hälften av energin förbrukas i onödan vid PF = 0,5.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https://nj22az.github.io/sjoskolan/vecka-40/aktuell/Genomgang.html?del=effekt&amp;avsnitt=pf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Skriv hela nämnaren inom parentes i räknaren.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VA från W även när talen råkar vara lika vid PF =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 är inte i sig en förbrukad energi. Den större strömmen kan däremot öka resistiva förluster.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stänger luckan mellan given effektfaktor och reaktiv effekt i räkna-först-uppgifterna.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Ingen kompensering eller kabelresistans behöver justeras för dessa två grunduppgifter.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anläggningens effektbehov från ackumulerad energianvändning.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https://nj22az.github.io/sjoskolan/vecka-40/aktuell/Genomgang.html?del=effekt&amp;avsnitt=energi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ange vad som hålls konstant innan formeln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I = 20,00 A. S = 4 600 VA. P hålls oförändrad i modellen.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kompensationsbehovets positiva belopp från kondensatorns negativa bidrag. Detta är en undervisningsmodell, ingen dimensioneringsanvisning.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https://nj22az.github.io/sjoskolan/vecka-40/aktuell/Genomgang.html?del=effekt&amp;avsnitt=kompensering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Procentsatsen gäller kabelns förlust. Den är inte en besparing på 75 % av hela lastens energibehov.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https://nj22az.github.io/sjoskolan/vecka-40/aktuell/Genomgang.html?del=effekt&amp;avsnitt=forlust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Behåll detta som en uttrycklig begränsning av modellen. Verklig kompensation kräver bedömning av bland annat övertoner och resonans.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https://nj22az.github.io/sjoskolan/vecka-40/aktuell/Genomgang.html?del=effekt&amp;avsnitt=overtoner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Ifyllda rutor eller rätt antal ord visar inte ensamma att eleven förstår.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https://nj22az.github.io/sjoskolan/vecka-40/aktuell/Genomgang.html?del=effekt&amp;avsnitt=klart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https://nj22az.github.io/sjoskolan/vaxelstromslabbet/?lage=guidad&amp;del=effekt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arbetar vid spänningen U = 230 V (effektivvärde) och den aktiva effekten P = 1 150 W.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effektfaktorn 1,00 med 0,50. Behåll samma U och P.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vad som händer med strömmen och vad som är oförändrat.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13AF7545-D9C3-4B57-9E32-A6072F27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1044860" cy="9525"/>
          </a:xfrm>
          <a:custGeom xmlns:a="http://schemas.openxmlformats.org/drawingml/2006/main">
            <a:pathLst>
              <a:path w="1044860" h="9525">
                <a:moveTo>
                  <a:pt x="0" y="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168559E0-79AF-47CF-B111-593DB37B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610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EEFD3E55-92C2-404A-9997-9A67DF5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33500"/>
            <a:ext cx="1044860" cy="1809750"/>
          </a:xfrm>
          <a:custGeom xmlns:a="http://schemas.openxmlformats.org/drawingml/2006/main">
            <a:pathLst>
              <a:path w="1044860" h="1809750">
                <a:moveTo>
                  <a:pt x="0" y="1809750"/>
                </a:moveTo>
                <a:lnTo>
                  <a:pt x="10448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2E82900D-D4CB-4E81-8B5C-292AEEA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D7736CFB-E585-43E0-80EC-2A4BCBE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310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EDC2AEC1-BC53-4C48-AA22-C355F0AF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1 380 W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57FE82B3-ED82-4055-94CD-168C5B1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110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Q ≈ 2 390 var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5BC1B119-DCDD-4C6A-864F-38679557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2 760 VA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 = 1 200 W, PF = 0,75 och U = 230 V RMS. Lasten är induktiv och sinusformad.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√(1 600² − 1 200²) ≈ 1 058,30 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S/U = 1 600/230 ≈ 6,96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1,00. Läs av och registrera värdet.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2 300 W vid U = 230 V och PF = 0,50.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