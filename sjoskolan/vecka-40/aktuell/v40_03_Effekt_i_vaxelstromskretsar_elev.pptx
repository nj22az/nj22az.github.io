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20,00 A. S = 4 600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arbetar vid spänningen U = 230 V (effektivvärde) och den aktiva effekten P = 1 150 W.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effektfaktorn 1,00 med 0,50. Behåll samma U och P.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vad som händer med strömmen och vad som är oförändrat.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effektfaktorn 1,00: I = P/U = 1 150/230 = 5,00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5,00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1 150/(230 · 1) = 5,00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1 150/(230 · 0,50) = 10,00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Strömmen fördubblas. Lastens aktiva effekt är fortfarande 1 150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S = 1 150/0,50 = 2 300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10 A = 2 300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1 150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1 992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2 300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2 300 VA och P = 1 150 W ger |Q| ≈ 1 991,86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1,00.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2 300 W vid U = 230 V och PF = 0,50.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2 000 W och PF = 0,80. S = 2 000/0,80 = 2 500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√(2 500² − 2 000²) = +1 500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−1 500 var. Behovets belopp är 1 500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10 A till 5 A återstår (5/10)²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