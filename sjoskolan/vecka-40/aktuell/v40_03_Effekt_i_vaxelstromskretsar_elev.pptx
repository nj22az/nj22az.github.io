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27855df901b451a" Type="http://schemas.openxmlformats.org/officeDocument/2006/relationships/extended-properties" Target="docProps/app.xml"/><Relationship Id="R8dd11a9280794af8" Type="http://schemas.openxmlformats.org/package/2006/relationships/metadata/core-properties" Target="docProps/core.xml"/><Relationship Id="R8fa3dca891fa48f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7ccd9788a40dc"/>
  </p:sldMasterIdLst>
  <p:notesMasterIdLst>
    <p:notesMasterId xmlns:r="http://schemas.openxmlformats.org/officeDocument/2006/relationships" r:id="R310c287b01a64680"/>
  </p:notesMasterIdLst>
  <p:sldIdLst>
    <p:sldId xmlns:r="http://schemas.openxmlformats.org/officeDocument/2006/relationships" id="256" r:id="R5e03e8d9c25e4f7a"/>
    <p:sldId xmlns:r="http://schemas.openxmlformats.org/officeDocument/2006/relationships" id="257" r:id="Rf4376990998c4de8"/>
    <p:sldId xmlns:r="http://schemas.openxmlformats.org/officeDocument/2006/relationships" id="258" r:id="R6d335f273c004061"/>
    <p:sldId xmlns:r="http://schemas.openxmlformats.org/officeDocument/2006/relationships" id="259" r:id="R626dbc55f4e442a8"/>
    <p:sldId xmlns:r="http://schemas.openxmlformats.org/officeDocument/2006/relationships" id="260" r:id="R0649520aafce4791"/>
    <p:sldId xmlns:r="http://schemas.openxmlformats.org/officeDocument/2006/relationships" id="261" r:id="R6e45d74eeb204a65"/>
    <p:sldId xmlns:r="http://schemas.openxmlformats.org/officeDocument/2006/relationships" id="262" r:id="Rdb8984ba93e049b0"/>
    <p:sldId xmlns:r="http://schemas.openxmlformats.org/officeDocument/2006/relationships" id="263" r:id="R2cf686f955f34a77"/>
    <p:sldId xmlns:ns0="http://schemas.openxmlformats.org/officeDocument/2006/relationships" id="271" ns0:id="rId22"/>
    <p:sldId xmlns:r="http://schemas.openxmlformats.org/officeDocument/2006/relationships" id="264" r:id="R83f6f40d3ea44b6d"/>
    <p:sldId xmlns:r="http://schemas.openxmlformats.org/officeDocument/2006/relationships" id="265" r:id="Rf2bd7de840ee4093"/>
    <p:sldId xmlns:r="http://schemas.openxmlformats.org/officeDocument/2006/relationships" id="266" r:id="R20462ad3885c4ed5"/>
    <p:sldId xmlns:r="http://schemas.openxmlformats.org/officeDocument/2006/relationships" id="267" r:id="R21f957a366e1439b"/>
    <p:sldId xmlns:r="http://schemas.openxmlformats.org/officeDocument/2006/relationships" id="268" r:id="Raf14ec52794d4176"/>
    <p:sldId xmlns:r="http://schemas.openxmlformats.org/officeDocument/2006/relationships" id="269" r:id="R6884717a08634cd4"/>
    <p:sldId xmlns:r="http://schemas.openxmlformats.org/officeDocument/2006/relationships" id="270" r:id="R266c58e04d1b4b8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49520aafce4791" Type="http://schemas.openxmlformats.org/officeDocument/2006/relationships/slide" Target="slides/slide5.xml"/><Relationship Id="R20462ad3885c4ed5" Type="http://schemas.openxmlformats.org/officeDocument/2006/relationships/slide" Target="slides/slide12.xml"/><Relationship Id="R21f957a366e1439b" Type="http://schemas.openxmlformats.org/officeDocument/2006/relationships/slide" Target="slides/slide13.xml"/><Relationship Id="R266c58e04d1b4b81" Type="http://schemas.openxmlformats.org/officeDocument/2006/relationships/slide" Target="slides/slide16.xml"/><Relationship Id="R2cf686f955f34a77" Type="http://schemas.openxmlformats.org/officeDocument/2006/relationships/slide" Target="slides/slide8.xml"/><Relationship Id="R310c287b01a64680" Type="http://schemas.openxmlformats.org/officeDocument/2006/relationships/notesMaster" Target="notesMasters/notesMaster1.xml"/><Relationship Id="R42783e01682c4a55" Type="http://schemas.openxmlformats.org/officeDocument/2006/relationships/presProps" Target="presProps.xml"/><Relationship Id="R5e03e8d9c25e4f7a" Type="http://schemas.openxmlformats.org/officeDocument/2006/relationships/slide" Target="slides/slide1.xml"/><Relationship Id="R626dbc55f4e442a8" Type="http://schemas.openxmlformats.org/officeDocument/2006/relationships/slide" Target="slides/slide4.xml"/><Relationship Id="R6884717a08634cd4" Type="http://schemas.openxmlformats.org/officeDocument/2006/relationships/slide" Target="slides/slide15.xml"/><Relationship Id="R6d335f273c004061" Type="http://schemas.openxmlformats.org/officeDocument/2006/relationships/slide" Target="slides/slide3.xml"/><Relationship Id="R6e45d74eeb204a65" Type="http://schemas.openxmlformats.org/officeDocument/2006/relationships/slide" Target="slides/slide6.xml"/><Relationship Id="R80d212985f8b4d94" Type="http://schemas.openxmlformats.org/officeDocument/2006/relationships/tableStyles" Target="tableStyles.xml"/><Relationship Id="R83f6f40d3ea44b6d" Type="http://schemas.openxmlformats.org/officeDocument/2006/relationships/slide" Target="slides/slide10.xml"/><Relationship Id="R93c7ccd9788a40dc" Type="http://schemas.openxmlformats.org/officeDocument/2006/relationships/slideMaster" Target="slideMasters/slideMaster1.xml"/><Relationship Id="R96b70302a480479c" Type="http://schemas.openxmlformats.org/officeDocument/2006/relationships/viewProps" Target="viewProps.xml"/><Relationship Id="Raf14ec52794d4176" Type="http://schemas.openxmlformats.org/officeDocument/2006/relationships/slide" Target="slides/slide14.xml"/><Relationship Id="Rcf6a5f247bfa4586" Type="http://schemas.openxmlformats.org/officeDocument/2006/relationships/theme" Target="theme/theme1.xml"/><Relationship Id="Rdb8984ba93e049b0" Type="http://schemas.openxmlformats.org/officeDocument/2006/relationships/slide" Target="slides/slide7.xml"/><Relationship Id="Rf2bd7de840ee4093" Type="http://schemas.openxmlformats.org/officeDocument/2006/relationships/slide" Target="slides/slide11.xml"/><Relationship Id="Rf4376990998c4de8" Type="http://schemas.openxmlformats.org/officeDocument/2006/relationships/slide" Target="slides/slide2.xml"/><Relationship Id="rId22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ea3576245a974f2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d99e8dc84b407d" Type="http://schemas.openxmlformats.org/officeDocument/2006/relationships/slide" Target="../slides/slide1.xml"/><Relationship Id="Rad110e662cbf44b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78492869cbf4c73" Type="http://schemas.openxmlformats.org/officeDocument/2006/relationships/notesMaster" Target="../notesMasters/notesMaster1.xml"/><Relationship Id="R6dd94c2136164d4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851612b8bc0423f" Type="http://schemas.openxmlformats.org/officeDocument/2006/relationships/notesMaster" Target="../notesMasters/notesMaster1.xml"/><Relationship Id="Re7a5855c674342a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ee32537e7d4da0" Type="http://schemas.openxmlformats.org/officeDocument/2006/relationships/slide" Target="../slides/slide4.xml"/><Relationship Id="R1c3871abdb4f48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9c44c19c5b0644cf" Type="http://schemas.openxmlformats.org/officeDocument/2006/relationships/slide" Target="../slides/slide5.xml"/><Relationship Id="Rfe1c80707158402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4fa75d56db14587" Type="http://schemas.openxmlformats.org/officeDocument/2006/relationships/slide" Target="../slides/slide6.xml"/><Relationship Id="Rb0cbfa45a274495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38c0f62e61c4daa" Type="http://schemas.openxmlformats.org/officeDocument/2006/relationships/slide" Target="../slides/slide7.xml"/><Relationship Id="R910a1af7e1d84f4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38d0d7ffa384774" Type="http://schemas.openxmlformats.org/officeDocument/2006/relationships/notesMaster" Target="../notesMasters/notesMaster1.xml"/><Relationship Id="R4d33d3f70ba94376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2a8842a548d4de7" Type="http://schemas.openxmlformats.org/officeDocument/2006/relationships/notesMaster" Target="../notesMasters/notesMaster1.xml"/><Relationship Id="Re042c2e40d7344b5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274bdf5d68004f1e" Type="http://schemas.openxmlformats.org/officeDocument/2006/relationships/notesMaster" Target="../notesMasters/notesMaster1.xml"/><Relationship Id="Rb75148e261f644be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70717ac3103c4be6" Type="http://schemas.openxmlformats.org/officeDocument/2006/relationships/notesMaster" Target="../notesMasters/notesMaster1.xml"/><Relationship Id="Rfadd694dad0b4d80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16d59d3214a248c9" Type="http://schemas.openxmlformats.org/officeDocument/2006/relationships/notesMaster" Target="../notesMasters/notesMaster1.xml"/><Relationship Id="R4cc237d46bd44cd5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a450a68116844b87" Type="http://schemas.openxmlformats.org/officeDocument/2006/relationships/notesMaster" Target="../notesMasters/notesMaster1.xml"/><Relationship Id="Rc0ab96f3ed2b4eff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b963abbebe434465" Type="http://schemas.openxmlformats.org/officeDocument/2006/relationships/slide" Target="../slides/slide15.xml"/><Relationship Id="Rbe6c499874b340d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3a2f8dc5cbc04a87" Type="http://schemas.openxmlformats.org/officeDocument/2006/relationships/notesMaster" Target="../notesMasters/notesMaster1.xml"/><Relationship Id="R3a58fceacfa1439f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b518d85d9ae4f2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8ba9bfe76b54c8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68cf84efa3c432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86c83539d7e4b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2a814a83b0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7149e8cd4e542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9f811f5bb884218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4b88af954fd4a4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8486e07b267471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b0e9163ddf9486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a2017f2484643d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14fd20a7c66494e" Type="http://schemas.openxmlformats.org/officeDocument/2006/relationships/slideLayout" Target="../slideLayouts/slideLayout10.xml"/><Relationship Id="R12c494b5146743fb" Type="http://schemas.openxmlformats.org/officeDocument/2006/relationships/slideLayout" Target="../slideLayouts/slideLayout4.xml"/><Relationship Id="R13662793c1954fee" Type="http://schemas.openxmlformats.org/officeDocument/2006/relationships/theme" Target="theme/theme2.xml"/><Relationship Id="R2a24851a12184cbf" Type="http://schemas.openxmlformats.org/officeDocument/2006/relationships/slideLayout" Target="../slideLayouts/slideLayout7.xml"/><Relationship Id="R51e19fabf0564107" Type="http://schemas.openxmlformats.org/officeDocument/2006/relationships/slideLayout" Target="../slideLayouts/slideLayout1.xml"/><Relationship Id="R5fc179b509be4b87" Type="http://schemas.openxmlformats.org/officeDocument/2006/relationships/slideLayout" Target="../slideLayouts/slideLayout3.xml"/><Relationship Id="R7ca0e17fbaa343e2" Type="http://schemas.openxmlformats.org/officeDocument/2006/relationships/slideLayout" Target="../slideLayouts/slideLayout9.xml"/><Relationship Id="R8a6c8ae03d6e4cbe" Type="http://schemas.openxmlformats.org/officeDocument/2006/relationships/slideLayout" Target="../slideLayouts/slideLayout11.xml"/><Relationship Id="Rab2d0790176a4bd8" Type="http://schemas.openxmlformats.org/officeDocument/2006/relationships/slideLayout" Target="../slideLayouts/slideLayout8.xml"/><Relationship Id="Rd5eafd21bb674865" Type="http://schemas.openxmlformats.org/officeDocument/2006/relationships/slideLayout" Target="../slideLayouts/slideLayout2.xml"/><Relationship Id="Re742beaf800b4f25" Type="http://schemas.openxmlformats.org/officeDocument/2006/relationships/slideLayout" Target="../slideLayouts/slideLayout6.xml"/><Relationship Id="Rf8d31e7f9af341d0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19fabf0564107"/>
    <p:sldLayoutId xmlns:r="http://schemas.openxmlformats.org/officeDocument/2006/relationships" id="2147483650" r:id="Rd5eafd21bb674865"/>
    <p:sldLayoutId xmlns:r="http://schemas.openxmlformats.org/officeDocument/2006/relationships" id="2147483651" r:id="R5fc179b509be4b87"/>
    <p:sldLayoutId xmlns:r="http://schemas.openxmlformats.org/officeDocument/2006/relationships" id="2147483652" r:id="R12c494b5146743fb"/>
    <p:sldLayoutId xmlns:r="http://schemas.openxmlformats.org/officeDocument/2006/relationships" id="2147483653" r:id="Rf8d31e7f9af341d0"/>
    <p:sldLayoutId xmlns:r="http://schemas.openxmlformats.org/officeDocument/2006/relationships" id="2147483654" r:id="Re742beaf800b4f25"/>
    <p:sldLayoutId xmlns:r="http://schemas.openxmlformats.org/officeDocument/2006/relationships" id="2147483655" r:id="R2a24851a12184cbf"/>
    <p:sldLayoutId xmlns:r="http://schemas.openxmlformats.org/officeDocument/2006/relationships" id="2147483656" r:id="Rab2d0790176a4bd8"/>
    <p:sldLayoutId xmlns:r="http://schemas.openxmlformats.org/officeDocument/2006/relationships" id="2147483657" r:id="R7ca0e17fbaa343e2"/>
    <p:sldLayoutId xmlns:r="http://schemas.openxmlformats.org/officeDocument/2006/relationships" id="2147483658" r:id="R114fd20a7c66494e"/>
    <p:sldLayoutId xmlns:r="http://schemas.openxmlformats.org/officeDocument/2006/relationships" id="2147483659" r:id="R8a6c8ae03d6e4c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282531f0dd443f8" Type="http://schemas.openxmlformats.org/officeDocument/2006/relationships/notesSlide" Target="../notesSlides/notesSlide1.xml"/><Relationship Id="Rcae85491367e415b" Type="http://schemas.openxmlformats.org/officeDocument/2006/relationships/slideLayout" Target="../slideLayouts/slideLayout1.xml"/><Relationship Id="Rdf66da4517714d8f" Type="http://schemas.openxmlformats.org/officeDocument/2006/relationships/image" Target="../media/image.png"/><Relationship Id="Re00d22102c2a43eb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76946d53c32941fb" Type="http://schemas.openxmlformats.org/officeDocument/2006/relationships/image" Target="../media/image.jpeg"/><Relationship Id="R8c99dbb0ff914b52" Type="http://schemas.openxmlformats.org/officeDocument/2006/relationships/slideLayout" Target="../slideLayouts/slideLayout1.xml"/><Relationship Id="Ra884fbfd5184414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2ac9a7dcb740c7" Type="http://schemas.openxmlformats.org/officeDocument/2006/relationships/slideLayout" Target="../slideLayouts/slideLayout1.xml"/><Relationship Id="R6b06c24fbc2b46ee" Type="http://schemas.openxmlformats.org/officeDocument/2006/relationships/image" Target="../media/image.jpeg"/><Relationship Id="R797d2df221ab4df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68c35ebdefe46a4" Type="http://schemas.openxmlformats.org/officeDocument/2006/relationships/image" Target="../media/image.jpeg"/><Relationship Id="R5d028a07f94f4dc7" Type="http://schemas.openxmlformats.org/officeDocument/2006/relationships/notesSlide" Target="../notesSlides/notesSlide4.xml"/><Relationship Id="Re34f7c8daa904fc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0f66bfb72b64644" Type="http://schemas.openxmlformats.org/officeDocument/2006/relationships/image" Target="../media/image.jpeg"/><Relationship Id="Rddc332d54a614b11" Type="http://schemas.openxmlformats.org/officeDocument/2006/relationships/slideLayout" Target="../slideLayouts/slideLayout1.xml"/><Relationship Id="Rf0aac02627cb4cc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3bb0d8354584535" Type="http://schemas.openxmlformats.org/officeDocument/2006/relationships/image" Target="../media/image.jpeg"/><Relationship Id="R85e3e9c8d63b46b2" Type="http://schemas.openxmlformats.org/officeDocument/2006/relationships/slideLayout" Target="../slideLayouts/slideLayout1.xml"/><Relationship Id="Rf6ca6bd4985144a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91f5dc7456d1472d" Type="http://schemas.openxmlformats.org/officeDocument/2006/relationships/image" Target="../media/image.jpeg"/><Relationship Id="Ra3262b96580c44d4" Type="http://schemas.openxmlformats.org/officeDocument/2006/relationships/notesSlide" Target="../notesSlides/notesSlide7.xml"/><Relationship Id="Rfd97ab9363104ca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0d098f4da0c437f" Type="http://schemas.openxmlformats.org/officeDocument/2006/relationships/slideLayout" Target="../slideLayouts/slideLayout1.xml"/><Relationship Id="R231eaa858c5440f8" Type="http://schemas.openxmlformats.org/officeDocument/2006/relationships/notesSlide" Target="../notesSlides/notesSlide8.xml"/><Relationship Id="R99e9f037378e47b5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302c1d474444c13" Type="http://schemas.openxmlformats.org/officeDocument/2006/relationships/notesSlide" Target="../notesSlides/notesSlide9.xml"/><Relationship Id="R8790e0a3cd5441b7" Type="http://schemas.openxmlformats.org/officeDocument/2006/relationships/image" Target="../media/image.jpeg"/><Relationship Id="Rc154000e48d94e2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5cd428768824e8e" Type="http://schemas.openxmlformats.org/officeDocument/2006/relationships/slideLayout" Target="../slideLayouts/slideLayout1.xml"/><Relationship Id="Rd117b30faff44780" Type="http://schemas.openxmlformats.org/officeDocument/2006/relationships/image" Target="../media/image.jpeg"/><Relationship Id="Rff1ecdeb27ef465e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bbdca3c7b09d4d8b" Type="http://schemas.openxmlformats.org/officeDocument/2006/relationships/image" Target="../media/image.jpeg"/><Relationship Id="Re83d85a8b1f442b1" Type="http://schemas.openxmlformats.org/officeDocument/2006/relationships/notesSlide" Target="../notesSlides/notesSlide11.xml"/><Relationship Id="Rf1b69bec876741eb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b89eca466bd0406b" Type="http://schemas.openxmlformats.org/officeDocument/2006/relationships/image" Target="../media/image.jpeg"/><Relationship Id="Rc7d2f243e347418c" Type="http://schemas.openxmlformats.org/officeDocument/2006/relationships/notesSlide" Target="../notesSlides/notesSlide12.xml"/><Relationship Id="Rc8d3ffd1feca4a45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009174d2f5f341a5" Type="http://schemas.openxmlformats.org/officeDocument/2006/relationships/notesSlide" Target="../notesSlides/notesSlide13.xml"/><Relationship Id="R21e5ffc7b1a74474" Type="http://schemas.openxmlformats.org/officeDocument/2006/relationships/image" Target="../media/image.jpeg"/><Relationship Id="Rca57d4e725f049a5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2731676f74b640b4" Type="http://schemas.openxmlformats.org/officeDocument/2006/relationships/notesSlide" Target="../notesSlides/notesSlide14.xml"/><Relationship Id="R91c645dbd77a430b" Type="http://schemas.openxmlformats.org/officeDocument/2006/relationships/image" Target="../media/image.jpeg"/><Relationship Id="Rad16ca3680a14b66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67bd4d6f7f944216" Type="http://schemas.openxmlformats.org/officeDocument/2006/relationships/image" Target="../media/image.jpeg"/><Relationship Id="Ra5acc53d76cf4a44" Type="http://schemas.openxmlformats.org/officeDocument/2006/relationships/slideLayout" Target="../slideLayouts/slideLayout1.xml"/><Relationship Id="Rfaf987d7a1d04b29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22102c2a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6da4517714d8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46d53c329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549D0B0-716F-4379-A157-767F282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A30B218-FE4C-4104-B7F4-F7E277F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aktiv effekt P, reaktiv effekt Q och skenbar effekt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strömmen när U, P och effektfaktorn PF är givna.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lägre effektfaktor ger större ström vid samma P och U.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04EBB47-50FE-4A08-B9EF-8C07F20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7EC51ED-20E7-459A-9829-C2050446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c24fbc2b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252DE6A-D897-4E88-B4D8-E6CF9BB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last och aktiv effekt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278AE167-6C86-49BF-B878-6114034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941810EB-7550-48E1-BA43-264254B8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7362B353-22E5-4C70-8ABA-91E0BD7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3DCE20CC-652D-472C-9625-C139244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CB3FCE5-A886-499D-B21D-347EFB5F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Aktiv effekt P är den medeleffekt som omvandlas till arbete och värme. Enheten är watt, 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ett värmeelement på 1 380 W vid 230 V har effektfaktorn 1,00: I = P/U = 1 380/230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är i fas i den rent resistiva modellen.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D353C75A-A322-4F38-A385-0249A0D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7D95E7EB-4190-410D-A10C-7C66519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c35ebdefe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09CEA7-16F4-46A7-80C8-3CB3DF6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8528B289-6BA6-4A81-B4A1-D506C0E0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7F8D1FD6-8B69-4DC5-A9BA-9B7003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CA4F5CE6-4D77-46F0-9B6B-E31690A4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21F880E0-FDC7-4EFD-94E4-1381C61F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FF75CCE-97FD-4CFD-BD1D-1A199AB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Effektfaktorn förkortas PF (power factor). PF = P/S, där S är den skenbara effekten (se nedan). PF saknar enhet och ligger mellan 0 och 1.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rena sinussignaler är PF = cos φ, cosinus för fasvinkeln φ mellan spänning och ström. Lägre PF innebär större ström för samma U och 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 jämför 1,00 och 0,50 utan att ändra lastens aktiva effekt.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46070E13-6DB9-4372-AE2C-1ED4DEF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 · PF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974A9427-ED6F-4E69-8617-AC8964A5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B934625C-C0DF-4D48-BA6F-2CC5521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66bfb72b6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E5B4AC-3CEA-4947-83FA-47C8767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vid lägre effektfaktor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64D6F6D3-DF5A-41EC-A833-7C0A0FD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4B7EC77D-8A25-4EA5-880E-D372729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668FC9CB-A1BF-491A-9B7B-7D80687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1B5C7C-017A-47F5-A97D-D17B8365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36731330-2CE6-4FCC-95E9-A5CB242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 ut I genom att dividera båda sidor med U · 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en pumpmotor på 1 380 W vid 230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1,00: I = 1 380/(230 · 1)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I = 1 380/(230 · 0,50) = 12,00 A. Strömmen fördubblas, men den aktiva effekten är fortfarande 1 380 W.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7D6A0F4-5BBD-4AA0-998C-5748C837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E70F3B2E-449C-4C00-9968-2F9AF0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78FB77E3-2D5A-4C6C-9945-EC91E895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b0d835458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8DC9067-0E65-4C76-9958-6BC09305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A5D1E62-5881-43C0-A355-3899E8C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Skenbar effekt S = U · I. Enheten är voltampere,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PF = P/S får vi PF · S = P och sedan S = P/PF.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Pumpmotorn vid PF = 0,50: S = 1 380/0,50 = 2 760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230 V · 12 A = 2 760 VA.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15CA5341-BA04-45BE-86EC-8777EB70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P/PF = U · I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D86E6B-EDDB-48D7-A01F-F4A12C19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47BD21-1A54-446B-AEEC-A357D181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5dc7456d1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3FF092-B6C8-4EE4-865C-ACB45BA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13AF7545-D9C3-4B57-9E32-A6072F2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044860" cy="9525"/>
          </a:xfrm>
          <a:custGeom xmlns:a="http://schemas.openxmlformats.org/drawingml/2006/main">
            <a:pathLst>
              <a:path w="1044860" h="9525">
                <a:moveTo>
                  <a:pt x="0" y="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168559E0-79AF-47CF-B111-593DB37B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610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EEFD3E55-92C2-404A-9997-9A67DF5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33500"/>
            <a:ext cx="1044860" cy="1809750"/>
          </a:xfrm>
          <a:custGeom xmlns:a="http://schemas.openxmlformats.org/drawingml/2006/main">
            <a:pathLst>
              <a:path w="1044860" h="1809750">
                <a:moveTo>
                  <a:pt x="0" y="180975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2E82900D-D4CB-4E81-8B5C-292AEEA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D7736CFB-E585-43E0-80EC-2A4BCBE5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EDC2AEC1-BC53-4C48-AA22-C355F0AF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1 380 W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57FE82B3-ED82-4055-94CD-168C5B1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110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Q ≈ 2 390 var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5BC1B119-DCDD-4C6A-864F-38679557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2 760 VA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B405FD13-70BC-4256-8763-0CBA213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Reaktiv effekt Q beskriver energi som går fram och tillbaka mellan källan och spolar eller kondensatorer. Den förbrukas inte, men ger ändå ström i ledningarna.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S² = P² + Q². Därför |Q| = √(S² − P²).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S = 2 760 VA och P = 1 380 W ger |Q| ≈ 2 390,23 var. Enheten var betyder voltampere reaktiv.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kursens teckenkonvention är induktiv Q positiv och kapacitiv Q negativ.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092E72CF-88D7-4EDD-A111-A6F4949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|Q| = √(S² − P²)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52A2DC57-E85F-4021-81C3-3D7E976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703FF835-9398-4A00-A11B-295FB113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9f037378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3E34966-7236-46B2-9DAF-373D702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E9BA047-85DC-4D9D-8267-C6293D9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1 200 W, PF = 0,75 och U = 230 V RMS. Lasten är induktiv och sinusformad.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1 200/0,75 = 1 600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√(1 600² − 1 200²) ≈ 1 058,30 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S/U = 1 600/230 ≈ 6,96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C577430-F752-48FA-8D9E-617200E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692E61B6-02B8-4F34-A91A-580DC12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kylskåpets kompressor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Kylskåpets kompressor tar P = 150 W vid U = 230 V och PF = 0,60. Räkna S, I och Q.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S = 150/0,60 = 250 VA. I = 250/230 ≈ 1,09 A. Q = √(250² − 150²) = 200 var.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0e0a3cd54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3FC888B-E98B-4768-B4B6-9DCBD8C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CEC0966-DB79-40FD-B306-DC82758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får en egen effekt P ur ditt D. Förutsäg strömmen vid PF = 1,00, läs av och registrera värdet.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0,50. U och P hålls oförändrade.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de båda värdena och förklara orsaken.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Redovisa vilka storheter som ändrades och vilka som var konstanta.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658188E9-BDC9-477D-9A79-5EED68B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381429-45A2-49C4-929C-A561EE8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7b30faff4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9289708-58E8-43A0-BAB1-F482491D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84E9602-E653-4E67-82A1-9A0740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Energi beror både på aktiv effekt och på tid.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 = P · t. Med kW (kilowatt) och timmar blir enheten kWh (kilowattimme).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1,60 kW under 3 h ger 4,80 kWh aktiv energi.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P för aktiv energi, även om S är större.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EF08AD41-7883-4F3E-80D1-59A660A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D8B815E-40B6-42A0-A8BA-516FA50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B569EC5-D74C-4FE6-A578-5EF96C4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3c7b09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tar P = 4 140 W vid U = 230 V och PF = 0,60.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I och S. Förklara om P skulle ändras bara för att PF förbättras i vår modell.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eca466bd0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C8C9FE-B159-4A8C-AE11-6F62CC36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kompensation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D15925C-08D4-4BE6-815A-9AB7D02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kompensera betyder att en kondensator tillför kapacitiv reaktiv effekt som tar ut en del av lastens induktiva Q.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pumpmotorn P = 1 380 W och PF = 0,80. S = 1 380/0,80 = 1 725 VA.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√(1 725² − 1 380²) = +1 035 var.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full kompensation behövs Q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−1 035 var. Behovets belopp är 1 035 var.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801BC9A8-6037-45BD-AC98-F0BF7951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8A86158E-F9BC-4810-84A6-91E4CFB6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4AE9D52-1D9C-4245-8CC0-F5780480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5ffc7b1a7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3279CE0-5BFF-4A99-8D5C-BC41B8E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ledningsförlust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0BA8162-62C8-4187-84B9-922CF5F9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Samma kabel har samma resistans R. Förlusten är I²R.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strömmen minskar från 12 A till 6 A återstår (6/12)² = 0,25 av ledningsförlusten.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Ledningsförlusten minskar med 75 %. Lastens aktiva effekt behöver inte minska.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0587162A-5AF8-49AF-9BC6-D446FB4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I²R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22A6E9C6-24B8-420D-9708-4BC86F5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D8B7B13-0FF1-49A7-8945-B8D7B3D0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645dbd77a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480149-87EF-4BDD-9132-3A48107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PF och cos φ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82FC9B9-47B1-4B91-903D-2181A9A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P/S gäller även när strömmen är förvrängd av övertoner (strömmar med 2, 3, 5 … gånger nätfrekvensen, till exempel från elektronik).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cos φ förutsätter sinusformad spänning och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800 W och S = 1 000 VA ger PF = 0,80, även om grundtonens cos φ är 0,95.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enkla effekttriangeln beskriver inte alla effekter vid övertoner.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48A7D039-1204-4AC7-A9E1-78237CA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B2673E6-2197-47BA-9F59-695A8AB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d4d6f7f94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57FC4B3-02F2-43CF-AA58-8E6BC56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redovisning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17D7394-7B31-4A7B-8E39-EDB55840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skillnaden mellan W (watt, aktiv effekt), var (voltampere reaktiv, reaktiv effekt) och VA (voltampere, skenbar effekt)?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räkna I när U, P och PF är givna?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vad som ändras när PF sjunker vid samma P och U?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ditt grundprotokoll. Läraren bedömer metoden och förklaringen.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3187B5A-CCB4-446F-BF03-DF5EF38B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996832E-D081-4829-BE34-0D7D8ED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2026-09-25T19:31:05.8910000Z</dcterms:created>
  <dcterms:modified xsi:type="dcterms:W3CDTF">2026-09-25T19:31:05.8910000Z</dcterms:modified>
</coreProperties>
</file>