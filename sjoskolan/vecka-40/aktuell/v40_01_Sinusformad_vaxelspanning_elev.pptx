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3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5.xml"/><Relationship Id="R414c5a60960c4c3d" Type="http://schemas.openxmlformats.org/officeDocument/2006/relationships/slide" Target="slides/slide7.xml"/><Relationship Id="R593f3e47b5ab4e70" Type="http://schemas.openxmlformats.org/officeDocument/2006/relationships/slide" Target="slides/slide13.xml"/><Relationship Id="R5942ded79b0b433b" Type="http://schemas.openxmlformats.org/officeDocument/2006/relationships/slide" Target="slides/slide1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11.xml"/><Relationship Id="Ra80746bf83924aa1" Type="http://schemas.openxmlformats.org/officeDocument/2006/relationships/slide" Target="slides/slide17.xml"/><Relationship Id="Rb142fb58b4c549c5" Type="http://schemas.openxmlformats.org/officeDocument/2006/relationships/slide" Target="slides/slide1.xml"/><Relationship Id="Rb6f09006fb244792" Type="http://schemas.openxmlformats.org/officeDocument/2006/relationships/slide" Target="slides/slide14.xml"/><Relationship Id="Rbddf0e0b75874633" Type="http://schemas.openxmlformats.org/officeDocument/2006/relationships/slide" Target="slides/slide1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6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4.xml"/><Relationship Id="Rded5d88f7ce64e01" Type="http://schemas.openxmlformats.org/officeDocument/2006/relationships/slide" Target="slides/slide12.xml"/><Relationship Id="Re494e029d18b4aa3" Type="http://schemas.openxmlformats.org/officeDocument/2006/relationships/slide" Target="slides/slide10.xml"/><Relationship Id="Rea8dbc929e344ba6" Type="http://schemas.openxmlformats.org/officeDocument/2006/relationships/slide" Target="slides/slide2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9.xml"/><Relationship Id="Rff95a2faf0894a3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1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5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6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10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12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1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1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1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inklusive stegfilm, 15 min gemensam räkning, 30 min guidad labb, 15 min återkoppling. Delarna kan delas på två 45-minuterspass.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Följ kurvan långsamt: noll, positiv topp, noll, negativ topp, noll. Kurvan visar spänningen vid olika tidpunkter, inte en partikels färd.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peka på två stigande nollpassager innan formeln används. Vanligt fel: 0,0167 s skrivs som 0,0167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Vid 100 Hz: blir perioden längre eller kortare?</a:t>
            </a:r>
          </a:p>
          <a:p xmlns:a="http://schemas.openxmlformats.org/drawingml/2006/main">
            <a:r>
              <a:t>Facit: Kortare. T = 1 000/100 = 10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https://nj22az.github.io/sjoskolan/vecka-40/aktuell/Genomgang.html?del=sinus&amp;avsnitt=period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Peka ut nollnivån. Eleven ska inte använda hela höjden när frågan gäller toppvärde.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Om Upp = 20 V, hur stort är û?</a:t>
            </a:r>
          </a:p>
          <a:p xmlns:a="http://schemas.openxmlformats.org/drawingml/2006/main">
            <a:r>
              <a:t>Facit: û = 20/2 = 10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https://nj22az.github.io/sjoskolan/vecka-40/aktuell/Genomgang.html?del=sinus&amp;avsnitt=topp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Förklara betydelsen innan förkortningen root mean square. Ett element på 23 Ω ger P = 230²/23 = 2 300 W med 230 V RMS och med 230 V DC.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Exemplet har samma metod men andra värden än labbens källa, så att eleven själv räknar fram labbens svar.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är en modell av instrumentkontroll, inte en utförd fysisk kalibrering. En verklig kontroll följer instrumentens och stationens instruktioner.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https://nj22az.github.io/sjoskolan/vecka-40/aktuell/Genomgang.html?del=sinus&amp;avsnitt=matarna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Öppna guidad labb och visa en rad. Eleven ska kunna säga vad som jämförs och vilken enhet som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https://nj22az.github.io/sjoskolan/vecka-40/aktuell/Genomgang.html?del=sinus&amp;avsnitt=protokoll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Stanna här om eleven fortfarande blandar medelvärde och effektivvärde.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Betyder 0 V i medelvärde att källan inte kan ge effekt?</a:t>
            </a:r>
          </a:p>
          <a:p xmlns:a="http://schemas.openxmlformats.org/drawingml/2006/main">
            <a:r>
              <a:t>Facit: Nej. Effekten i en resistor beror på spänningen i kvadrat.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https://nj22az.github.io/sjoskolan/vecka-40/aktuell/Genomgang.html?del=sinus&amp;avsnitt=medel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kontrollerar överföring till nya värden. Godkänn inte endast att grundexemplet har kopierats.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T = 10,00 ms. û ≈ 33,94 V. Multimetern visar 24,00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Sinusformeln använder toppvärdet som amplitud. Momentanvärdet får ett negativt tecken under den negativa halvperioden.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Beloppet räcker inte för att avgöra vem som leder. Eleven måste läsa kurvornas ordning.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Källa: Fluke, True measurements of non-linear loads require a true-RMS measurement tool. Vanligt medelvärde, likriktat medelvärde och RMS måste hållas isär.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https://nj22az.github.io/sjoskolan/vecka-40/aktuell/Genomgang.html?del=sinus&amp;avsnitt=likriktat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 hålls RMS konstant. Vid jämförelse med samma toppvärde blir RMS i stället olika. True RMS visar 10,00 V för alla tre i idealmodellen. Verkliga instrument har frekvens-, bandbredds- och crestfaktorgränser.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https://nj22az.github.io/sjoskolan/vecka-40/aktuell/Genomgang.html?del=sinus&amp;avsnitt=kurvformer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källans avvikelse från instrumentets visningsprincip. Stationsprotokollet har egna kontroller och används efter mätaravsnittet.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https://nj22az.github.io/sjoskolan/vecka-40/aktuell/Genomgang.html?del=sinus&amp;avsnitt=station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Säkerheten i verklig mätning kan inte godkännas genom ett klick i simulatorn. Läraren behöver riggens dokumenterade mätpunkter och instrumentmanualer.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e78b578c5db4d97" Type="http://schemas.openxmlformats.org/officeDocument/2006/relationships/chart" Target="charts/chart1.xml"/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e1d2de372f734ba9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a2831535db414bd1" Type="http://schemas.openxmlformats.org/officeDocument/2006/relationships/chart" Target="charts/chart3.xml"/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597b8378fbc94007" Type="http://schemas.openxmlformats.org/officeDocument/2006/relationships/chart" Target="charts/chart4.xml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58.54</c:v>
                </c:pt>
                <c:pt idx="2">
                  <c:v>116.55</c:v>
                </c:pt>
                <c:pt idx="3">
                  <c:v>173.53</c:v>
                </c:pt>
                <c:pt idx="4">
                  <c:v>228.97</c:v>
                </c:pt>
                <c:pt idx="5">
                  <c:v>282.38</c:v>
                </c:pt>
                <c:pt idx="6">
                  <c:v>333.28</c:v>
                </c:pt>
                <c:pt idx="7">
                  <c:v>381.23</c:v>
                </c:pt>
                <c:pt idx="8">
                  <c:v>425.79</c:v>
                </c:pt>
                <c:pt idx="9">
                  <c:v>466.57</c:v>
                </c:pt>
                <c:pt idx="10">
                  <c:v>503.21</c:v>
                </c:pt>
                <c:pt idx="11">
                  <c:v>535.38</c:v>
                </c:pt>
                <c:pt idx="12">
                  <c:v>562.8</c:v>
                </c:pt>
                <c:pt idx="13">
                  <c:v>585.23</c:v>
                </c:pt>
                <c:pt idx="14">
                  <c:v>602.46</c:v>
                </c:pt>
                <c:pt idx="15">
                  <c:v>614.34</c:v>
                </c:pt>
                <c:pt idx="16">
                  <c:v>620.77</c:v>
                </c:pt>
                <c:pt idx="17">
                  <c:v>621.69</c:v>
                </c:pt>
                <c:pt idx="18">
                  <c:v>617.1</c:v>
                </c:pt>
                <c:pt idx="19">
                  <c:v>607.02</c:v>
                </c:pt>
                <c:pt idx="20">
                  <c:v>591.56</c:v>
                </c:pt>
                <c:pt idx="21">
                  <c:v>570.84</c:v>
                </c:pt>
                <c:pt idx="22">
                  <c:v>545.06</c:v>
                </c:pt>
                <c:pt idx="23">
                  <c:v>514.44</c:v>
                </c:pt>
                <c:pt idx="24">
                  <c:v>479.26</c:v>
                </c:pt>
                <c:pt idx="25">
                  <c:v>439.82</c:v>
                </c:pt>
                <c:pt idx="26">
                  <c:v>396.48</c:v>
                </c:pt>
                <c:pt idx="27">
                  <c:v>349.62</c:v>
                </c:pt>
                <c:pt idx="28">
                  <c:v>299.65</c:v>
                </c:pt>
                <c:pt idx="29">
                  <c:v>247.03</c:v>
                </c:pt>
                <c:pt idx="30">
                  <c:v>192.21</c:v>
                </c:pt>
                <c:pt idx="31">
                  <c:v>135.69</c:v>
                </c:pt>
                <c:pt idx="32">
                  <c:v>77.96</c:v>
                </c:pt>
                <c:pt idx="33">
                  <c:v>19.54</c:v>
                </c:pt>
                <c:pt idx="34">
                  <c:v>-39.06</c:v>
                </c:pt>
                <c:pt idx="35">
                  <c:v>-97.3</c:v>
                </c:pt>
                <c:pt idx="36">
                  <c:v>-154.69</c:v>
                </c:pt>
                <c:pt idx="37">
                  <c:v>-210.69</c:v>
                </c:pt>
                <c:pt idx="38">
                  <c:v>-264.83</c:v>
                </c:pt>
                <c:pt idx="39">
                  <c:v>-316.62</c:v>
                </c:pt>
                <c:pt idx="40">
                  <c:v>-365.6</c:v>
                </c:pt>
                <c:pt idx="41">
                  <c:v>-411.34</c:v>
                </c:pt>
                <c:pt idx="42">
                  <c:v>-453.42</c:v>
                </c:pt>
                <c:pt idx="43">
                  <c:v>-491.48</c:v>
                </c:pt>
                <c:pt idx="44">
                  <c:v>-525.17</c:v>
                </c:pt>
                <c:pt idx="45">
                  <c:v>-554.21</c:v>
                </c:pt>
                <c:pt idx="46">
                  <c:v>-578.32</c:v>
                </c:pt>
                <c:pt idx="47">
                  <c:v>-597.3</c:v>
                </c:pt>
                <c:pt idx="48">
                  <c:v>-610.98</c:v>
                </c:pt>
                <c:pt idx="49">
                  <c:v>-619.24</c:v>
                </c:pt>
                <c:pt idx="50">
                  <c:v>-622.0</c:v>
                </c:pt>
                <c:pt idx="51">
                  <c:v>-619.24</c:v>
                </c:pt>
                <c:pt idx="52">
                  <c:v>-610.98</c:v>
                </c:pt>
                <c:pt idx="53">
                  <c:v>-597.3</c:v>
                </c:pt>
                <c:pt idx="54">
                  <c:v>-578.32</c:v>
                </c:pt>
                <c:pt idx="55">
                  <c:v>-554.21</c:v>
                </c:pt>
                <c:pt idx="56">
                  <c:v>-525.17</c:v>
                </c:pt>
                <c:pt idx="57">
                  <c:v>-491.48</c:v>
                </c:pt>
                <c:pt idx="58">
                  <c:v>-453.42</c:v>
                </c:pt>
                <c:pt idx="59">
                  <c:v>-411.34</c:v>
                </c:pt>
                <c:pt idx="60">
                  <c:v>-365.6</c:v>
                </c:pt>
                <c:pt idx="61">
                  <c:v>-316.62</c:v>
                </c:pt>
                <c:pt idx="62">
                  <c:v>-264.83</c:v>
                </c:pt>
                <c:pt idx="63">
                  <c:v>-210.69</c:v>
                </c:pt>
                <c:pt idx="64">
                  <c:v>-154.69</c:v>
                </c:pt>
                <c:pt idx="65">
                  <c:v>-97.3</c:v>
                </c:pt>
                <c:pt idx="66">
                  <c:v>-39.06</c:v>
                </c:pt>
                <c:pt idx="67">
                  <c:v>19.54</c:v>
                </c:pt>
                <c:pt idx="68">
                  <c:v>77.96</c:v>
                </c:pt>
                <c:pt idx="69">
                  <c:v>135.69</c:v>
                </c:pt>
                <c:pt idx="70">
                  <c:v>192.21</c:v>
                </c:pt>
                <c:pt idx="71">
                  <c:v>247.03</c:v>
                </c:pt>
                <c:pt idx="72">
                  <c:v>299.65</c:v>
                </c:pt>
                <c:pt idx="73">
                  <c:v>349.62</c:v>
                </c:pt>
                <c:pt idx="74">
                  <c:v>396.48</c:v>
                </c:pt>
                <c:pt idx="75">
                  <c:v>439.82</c:v>
                </c:pt>
                <c:pt idx="76">
                  <c:v>479.26</c:v>
                </c:pt>
                <c:pt idx="77">
                  <c:v>514.44</c:v>
                </c:pt>
                <c:pt idx="78">
                  <c:v>545.06</c:v>
                </c:pt>
                <c:pt idx="79">
                  <c:v>570.84</c:v>
                </c:pt>
                <c:pt idx="80">
                  <c:v>591.56</c:v>
                </c:pt>
                <c:pt idx="81">
                  <c:v>607.02</c:v>
                </c:pt>
                <c:pt idx="82">
                  <c:v>617.1</c:v>
                </c:pt>
                <c:pt idx="83">
                  <c:v>621.69</c:v>
                </c:pt>
                <c:pt idx="84">
                  <c:v>620.77</c:v>
                </c:pt>
                <c:pt idx="85">
                  <c:v>614.34</c:v>
                </c:pt>
                <c:pt idx="86">
                  <c:v>602.46</c:v>
                </c:pt>
                <c:pt idx="87">
                  <c:v>585.23</c:v>
                </c:pt>
                <c:pt idx="88">
                  <c:v>562.8</c:v>
                </c:pt>
                <c:pt idx="89">
                  <c:v>535.38</c:v>
                </c:pt>
                <c:pt idx="90">
                  <c:v>503.21</c:v>
                </c:pt>
                <c:pt idx="91">
                  <c:v>466.57</c:v>
                </c:pt>
                <c:pt idx="92">
                  <c:v>425.79</c:v>
                </c:pt>
                <c:pt idx="93">
                  <c:v>381.23</c:v>
                </c:pt>
                <c:pt idx="94">
                  <c:v>333.28</c:v>
                </c:pt>
                <c:pt idx="95">
                  <c:v>282.38</c:v>
                </c:pt>
                <c:pt idx="96">
                  <c:v>228.97</c:v>
                </c:pt>
                <c:pt idx="97">
                  <c:v>173.53</c:v>
                </c:pt>
                <c:pt idx="98">
                  <c:v>116.55</c:v>
                </c:pt>
                <c:pt idx="99">
                  <c:v>58.54</c:v>
                </c:pt>
                <c:pt idx="100">
                  <c:v>0.0</c:v>
                </c:pt>
                <c:pt idx="101">
                  <c:v>-58.54</c:v>
                </c:pt>
                <c:pt idx="102">
                  <c:v>-116.55</c:v>
                </c:pt>
                <c:pt idx="103">
                  <c:v>-173.53</c:v>
                </c:pt>
                <c:pt idx="104">
                  <c:v>-228.97</c:v>
                </c:pt>
                <c:pt idx="105">
                  <c:v>-282.38</c:v>
                </c:pt>
                <c:pt idx="106">
                  <c:v>-333.28</c:v>
                </c:pt>
                <c:pt idx="107">
                  <c:v>-381.23</c:v>
                </c:pt>
                <c:pt idx="108">
                  <c:v>-425.79</c:v>
                </c:pt>
                <c:pt idx="109">
                  <c:v>-466.57</c:v>
                </c:pt>
                <c:pt idx="110">
                  <c:v>-503.21</c:v>
                </c:pt>
                <c:pt idx="111">
                  <c:v>-535.38</c:v>
                </c:pt>
                <c:pt idx="112">
                  <c:v>-562.8</c:v>
                </c:pt>
                <c:pt idx="113">
                  <c:v>-585.23</c:v>
                </c:pt>
                <c:pt idx="114">
                  <c:v>-602.46</c:v>
                </c:pt>
                <c:pt idx="115">
                  <c:v>-614.34</c:v>
                </c:pt>
                <c:pt idx="116">
                  <c:v>-620.77</c:v>
                </c:pt>
                <c:pt idx="117">
                  <c:v>-621.69</c:v>
                </c:pt>
                <c:pt idx="118">
                  <c:v>-617.1</c:v>
                </c:pt>
                <c:pt idx="119">
                  <c:v>-607.02</c:v>
                </c:pt>
                <c:pt idx="120">
                  <c:v>-591.56</c:v>
                </c:pt>
                <c:pt idx="121">
                  <c:v>-570.84</c:v>
                </c:pt>
                <c:pt idx="122">
                  <c:v>-545.06</c:v>
                </c:pt>
                <c:pt idx="123">
                  <c:v>-514.44</c:v>
                </c:pt>
                <c:pt idx="124">
                  <c:v>-479.26</c:v>
                </c:pt>
                <c:pt idx="125">
                  <c:v>-439.82</c:v>
                </c:pt>
                <c:pt idx="126">
                  <c:v>-396.48</c:v>
                </c:pt>
                <c:pt idx="127">
                  <c:v>-349.62</c:v>
                </c:pt>
                <c:pt idx="128">
                  <c:v>-299.65</c:v>
                </c:pt>
                <c:pt idx="129">
                  <c:v>-247.03</c:v>
                </c:pt>
                <c:pt idx="130">
                  <c:v>-192.21</c:v>
                </c:pt>
                <c:pt idx="131">
                  <c:v>-135.69</c:v>
                </c:pt>
                <c:pt idx="132">
                  <c:v>-77.96</c:v>
                </c:pt>
                <c:pt idx="133">
                  <c:v>-19.54</c:v>
                </c:pt>
                <c:pt idx="134">
                  <c:v>39.06</c:v>
                </c:pt>
                <c:pt idx="135">
                  <c:v>97.3</c:v>
                </c:pt>
                <c:pt idx="136">
                  <c:v>154.69</c:v>
                </c:pt>
                <c:pt idx="137">
                  <c:v>210.69</c:v>
                </c:pt>
                <c:pt idx="138">
                  <c:v>264.83</c:v>
                </c:pt>
                <c:pt idx="139">
                  <c:v>316.62</c:v>
                </c:pt>
                <c:pt idx="140">
                  <c:v>365.6</c:v>
                </c:pt>
                <c:pt idx="141">
                  <c:v>411.34</c:v>
                </c:pt>
                <c:pt idx="142">
                  <c:v>453.42</c:v>
                </c:pt>
                <c:pt idx="143">
                  <c:v>491.48</c:v>
                </c:pt>
                <c:pt idx="144">
                  <c:v>525.17</c:v>
                </c:pt>
                <c:pt idx="145">
                  <c:v>554.21</c:v>
                </c:pt>
                <c:pt idx="146">
                  <c:v>578.32</c:v>
                </c:pt>
                <c:pt idx="147">
                  <c:v>597.3</c:v>
                </c:pt>
                <c:pt idx="148">
                  <c:v>610.98</c:v>
                </c:pt>
                <c:pt idx="149">
                  <c:v>619.24</c:v>
                </c:pt>
                <c:pt idx="150">
                  <c:v>622.0</c:v>
                </c:pt>
                <c:pt idx="151">
                  <c:v>619.24</c:v>
                </c:pt>
                <c:pt idx="152">
                  <c:v>610.98</c:v>
                </c:pt>
                <c:pt idx="153">
                  <c:v>597.3</c:v>
                </c:pt>
                <c:pt idx="154">
                  <c:v>578.32</c:v>
                </c:pt>
                <c:pt idx="155">
                  <c:v>554.21</c:v>
                </c:pt>
                <c:pt idx="156">
                  <c:v>525.17</c:v>
                </c:pt>
                <c:pt idx="157">
                  <c:v>491.48</c:v>
                </c:pt>
                <c:pt idx="158">
                  <c:v>453.42</c:v>
                </c:pt>
                <c:pt idx="159">
                  <c:v>411.34</c:v>
                </c:pt>
                <c:pt idx="160">
                  <c:v>365.6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700"/>
          <c:min val="-7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35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hitta en hel period och kurvans högsta 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förklara varför en multimeter och kurvans topp visar olika tal.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den guidade labben får du en egen sinusspänning mellan 13 och 23 V effektivvärde (skrivs till exempel 13 V RMS) och frekvensen 50 hertz (Hz). Värdet räknas fram ur ditt namn. Station B är ett senare, utökat försök.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 vid 60 Hz: 16,7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622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440 · √2 ≈ 622 V. Topp till topp: ≈ 1 245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sedan själv med labbens källa.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24,00 V RMS och f = 100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