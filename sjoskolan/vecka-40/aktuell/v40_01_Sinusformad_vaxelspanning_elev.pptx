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r="http://schemas.openxmlformats.org/officeDocument/2006/relationships" id="267" r:id="Rded5d88f7ce64e01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3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5.xml"/><Relationship Id="R414c5a60960c4c3d" Type="http://schemas.openxmlformats.org/officeDocument/2006/relationships/slide" Target="slides/slide7.xml"/><Relationship Id="R593f3e47b5ab4e70" Type="http://schemas.openxmlformats.org/officeDocument/2006/relationships/slide" Target="slides/slide13.xml"/><Relationship Id="R5942ded79b0b433b" Type="http://schemas.openxmlformats.org/officeDocument/2006/relationships/slide" Target="slides/slide16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11.xml"/><Relationship Id="Ra80746bf83924aa1" Type="http://schemas.openxmlformats.org/officeDocument/2006/relationships/slide" Target="slides/slide17.xml"/><Relationship Id="Rb142fb58b4c549c5" Type="http://schemas.openxmlformats.org/officeDocument/2006/relationships/slide" Target="slides/slide1.xml"/><Relationship Id="Rb6f09006fb244792" Type="http://schemas.openxmlformats.org/officeDocument/2006/relationships/slide" Target="slides/slide14.xml"/><Relationship Id="Rbddf0e0b75874633" Type="http://schemas.openxmlformats.org/officeDocument/2006/relationships/slide" Target="slides/slide15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6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4.xml"/><Relationship Id="Rded5d88f7ce64e01" Type="http://schemas.openxmlformats.org/officeDocument/2006/relationships/slide" Target="slides/slide12.xml"/><Relationship Id="Re494e029d18b4aa3" Type="http://schemas.openxmlformats.org/officeDocument/2006/relationships/slide" Target="slides/slide10.xml"/><Relationship Id="Rea8dbc929e344ba6" Type="http://schemas.openxmlformats.org/officeDocument/2006/relationships/slide" Target="slides/slide2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9.xml"/><Relationship Id="Rff95a2faf0894a3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1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5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6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10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12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15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16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1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inklusive stegfilm, 15 min gemensam räkning, 30 min guidad labb, 15 min återkoppling. Delarna kan delas på två 45-minuterspass.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Följ kurvan långsamt: noll, positiv topp, noll, negativ topp, noll. Kurvan visar spänningen vid olika tidpunkter, inte en partikels färd.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peka på två stigande nollpassager innan formeln används. Vanligt fel: 0,0167 s skrivs som 0,0167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Vid 100 Hz: blir perioden längre eller kortare?</a:t>
            </a:r>
          </a:p>
          <a:p xmlns:a="http://schemas.openxmlformats.org/drawingml/2006/main">
            <a:r>
              <a:t>Facit: Kortare. T = 1 000/100 = 10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https://nj22az.github.io/sjoskolan/vecka-40/aktuell/Genomgang.html?del=sinus&amp;avsnitt=period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Peka ut nollnivån. Eleven ska inte använda hela höjden när frågan gäller toppvärde.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Om Upp = 20 V, hur stort är û?</a:t>
            </a:r>
          </a:p>
          <a:p xmlns:a="http://schemas.openxmlformats.org/drawingml/2006/main">
            <a:r>
              <a:t>Facit: û = 20/2 = 10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https://nj22az.github.io/sjoskolan/vecka-40/aktuell/Genomgang.html?del=sinus&amp;avsnitt=topp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Förklara betydelsen innan förkortningen root mean square. Ett element på 23 Ω ger P = 230²/23 = 2 300 W med 230 V RMS och med 230 V DC.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https://nj22az.github.io/sjoskolan/vecka-40/aktuell/Genomgang.html?del=sinus&amp;avsnitt=rms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Exemplet har samma metod men andra värden än labbens källa, så att eleven själv räknar fram labbens svar.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är en modell av instrumentkontroll, inte en utförd fysisk kalibrering. En verklig kontroll följer instrumentens och stationens instruktioner.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https://nj22az.github.io/sjoskolan/vecka-40/aktuell/Genomgang.html?del=sinus&amp;avsnitt=matarna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Öppna guidad labb och visa en rad. Eleven ska kunna säga vad som jämförs och vilken enhet som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https://nj22az.github.io/sjoskolan/vecka-40/aktuell/Genomgang.html?del=sinus&amp;avsnitt=protokoll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Stanna här om eleven fortfarande blandar medelvärde och effektivvärde.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Betyder 0 V i medelvärde att källan inte kan ge effekt?</a:t>
            </a:r>
          </a:p>
          <a:p xmlns:a="http://schemas.openxmlformats.org/drawingml/2006/main">
            <a:r>
              <a:t>Facit: Nej. Effekten i en resistor beror på spänningen i kvadrat.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https://nj22az.github.io/sjoskolan/vecka-40/aktuell/Genomgang.html?del=sinus&amp;avsnitt=medel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kontrollerar överföring till nya värden. Godkänn inte endast att grundexemplet har kopierats.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T ≈ 8,33 ms. û ≈ 67,88 V. Multimetern visar 48,00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Sinusformeln använder toppvärdet som amplitud. Momentanvärdet får ett negativt tecken under den negativa halvperioden.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https://nj22az.github.io/sjoskolan/vecka-40/aktuell/Genomgang.html?del=sinus&amp;avsnitt=moment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Beloppet räcker inte för att avgöra vem som leder. Eleven måste läsa kurvornas ordning.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Källa: Fluke, True measurements of non-linear loads require a true-RMS measurement tool. Vanligt medelvärde, likriktat medelvärde och RMS måste hållas isär.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https://nj22az.github.io/sjoskolan/vecka-40/aktuell/Genomgang.html?del=sinus&amp;avsnitt=likriktat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 hålls RMS konstant. Vid jämförelse med samma toppvärde blir RMS i stället olika. True RMS visar 10,00 V för alla tre i idealmodellen. Verkliga instrument har frekvens-, bandbredds- och crestfaktorgränser.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https://nj22az.github.io/sjoskolan/vecka-40/aktuell/Genomgang.html?del=sinus&amp;avsnitt=kurvformer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källans avvikelse från instrumentets visningsprincip. Stationsprotokollet har egna kontroller och används efter mätaravsnittet.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https://nj22az.github.io/sjoskolan/vecka-40/aktuell/Genomgang.html?del=sinus&amp;avsnitt=station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Säkerheten i verklig mätning kan inte godkännas genom ett klick i simulatorn. Läraren behöver riggens dokumenterade mätpunkter och instrumentmanualer.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e78b578c5db4d97" Type="http://schemas.openxmlformats.org/officeDocument/2006/relationships/chart" Target="charts/chart1.xml"/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e1d2de372f734ba9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a2831535db414bd1" Type="http://schemas.openxmlformats.org/officeDocument/2006/relationships/chart" Target="charts/chart3.xml"/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597b8378fbc94007" Type="http://schemas.openxmlformats.org/officeDocument/2006/relationships/chart" Target="charts/chart4.xml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Hitta en hel period på kurvan och räkna periodtiden T ur frekvensen.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toppvärde, effektivvärde (RMS) och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en multimeter och kurvans topp visar olika tal.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 vid 60 Hz: 16,7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Ombord är frekvensen 60 Hz: T = 1/60 ≈ 0,0167 s = 16,7 ms (millisekunder, tusendels sekunder).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16,7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622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440 V-nätet ombord: û ≈ 622 V och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 ≈ 1 245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440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622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230 V i vägguttaget värmer en vattenkokare lika mycket som 230 V likspänning (DC).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230 V i vägguttaget och 440 V ombord.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Toppen är högre eftersom spänningen bara når toppen en kort stund.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440 ≈ 622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räkneexempel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fartygets huvudnät, U = 440 V RMS och f = 60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Topp: û = 440 · √2 ≈ 622 V. Topp till topp: ≈ 1 245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sedan själv med labbens källa. Skriv förväntat värde före avläsningen.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en ren sinus visar båda mätartyperna kalibratorns effektivvärde. Skillnaden syns först vid andra kurvformer.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 från fartyget, 60 Hz. Förutsäg: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och registrera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16,7 ms. Frekvensen är 60 perioder per sekund. I labben gör du samma sak vid 50 Hz med din egen spänning, som räknas fram ur ditt namn.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440 V-nätet ombord: vanligt medelvärde 0 V, RMS 440 V och topp 622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48,00 V RMS och f = 120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fartygets 440 V-nät: U = 440 V RMS, f = 60 Hz, t = 2,0 ms = 0,002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440√2 ≈ 622 V. Vinkeln 2πft ≈ 0,754 rad (radianer; 2π radianer är ett helt varv, 360°).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622 · sin(0,754) ≈ 426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Ombord, vid 60 Hz, är T ≈ 16,7 ms. Ett tidsavstånd på 2,5 ms ger 360 · 2,5/16,67 ≈ 54°.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11,11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9,62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10,00 V och ingen likspänningsdel (DC-innehåll).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14,14 V. Den sinuskalibrerade mätaren visar 10,00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10,00 V. Medel(|u|) = 10,00 V. Visning ≈ 11,11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10 ≈ 17,32 V. Medel(|u|) = û/2. Visning ≈ 9,62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