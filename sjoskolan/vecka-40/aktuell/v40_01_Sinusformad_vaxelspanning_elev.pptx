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charts/chart1.xml" ContentType="application/vnd.openxmlformats-officedocument.drawingml.chart+xml"/>
  <Override PartName="/ppt/slides/charts/chart2.xml" ContentType="application/vnd.openxmlformats-officedocument.drawingml.chart+xml"/>
  <Override PartName="/ppt/slides/charts/chart3.xml" ContentType="application/vnd.openxmlformats-officedocument.drawingml.chart+xml"/>
  <Override PartName="/ppt/slides/charts/chart4.xml" ContentType="application/vnd.openxmlformats-officedocument.drawingml.chart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0562bcd4aa434386" Type="http://schemas.openxmlformats.org/package/2006/relationships/metadata/core-properties" Target="docProps/core.xml"/><Relationship Id="R79d09cc2cfb749bc" Type="http://schemas.openxmlformats.org/officeDocument/2006/relationships/officeDocument" Target="ppt/presentation.xml"/><Relationship Id="R94fa9cfa7d5648b5" Type="http://schemas.openxmlformats.org/officeDocument/2006/relationships/extended-properties" Target="docProps/app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2ace59d47494156"/>
  </p:sldMasterIdLst>
  <p:notesMasterIdLst>
    <p:notesMasterId xmlns:r="http://schemas.openxmlformats.org/officeDocument/2006/relationships" r:id="R896289308f5244ea"/>
  </p:notesMasterIdLst>
  <p:sldIdLst>
    <p:sldId xmlns:r="http://schemas.openxmlformats.org/officeDocument/2006/relationships" id="256" r:id="Rb142fb58b4c549c5"/>
    <p:sldId xmlns:r="http://schemas.openxmlformats.org/officeDocument/2006/relationships" id="257" r:id="Rea8dbc929e344ba6"/>
    <p:sldId xmlns:r="http://schemas.openxmlformats.org/officeDocument/2006/relationships" id="258" r:id="R20dc8a80889d4cc8"/>
    <p:sldId xmlns:r="http://schemas.openxmlformats.org/officeDocument/2006/relationships" id="259" r:id="Rdd93673a162d489d"/>
    <p:sldId xmlns:r="http://schemas.openxmlformats.org/officeDocument/2006/relationships" id="260" r:id="R37196922c30d4f26"/>
    <p:sldId xmlns:r="http://schemas.openxmlformats.org/officeDocument/2006/relationships" id="261" r:id="Rc88fabc7885042b4"/>
    <p:sldId xmlns:r="http://schemas.openxmlformats.org/officeDocument/2006/relationships" id="262" r:id="R414c5a60960c4c3d"/>
    <p:sldId xmlns:ns0="http://schemas.openxmlformats.org/officeDocument/2006/relationships" id="274" ns0:id="rId25"/>
    <p:sldId xmlns:r="http://schemas.openxmlformats.org/officeDocument/2006/relationships" id="263" r:id="Rff95a2faf0894a32"/>
    <p:sldId xmlns:r="http://schemas.openxmlformats.org/officeDocument/2006/relationships" id="264" r:id="Rf94a673741874e27"/>
    <p:sldId xmlns:r="http://schemas.openxmlformats.org/officeDocument/2006/relationships" id="265" r:id="Re494e029d18b4aa3"/>
    <p:sldId xmlns:r="http://schemas.openxmlformats.org/officeDocument/2006/relationships" id="266" r:id="R99e944cf199449e2"/>
    <p:sldId xmlns:ns0="http://schemas.openxmlformats.org/officeDocument/2006/relationships" id="273" ns0:id="rId24"/>
    <p:sldId xmlns:r="http://schemas.openxmlformats.org/officeDocument/2006/relationships" id="267" r:id="Rded5d88f7ce64e01"/>
    <p:sldId xmlns:ns0="http://schemas.openxmlformats.org/officeDocument/2006/relationships" id="275" ns0:id="rId26"/>
    <p:sldId xmlns:r="http://schemas.openxmlformats.org/officeDocument/2006/relationships" id="268" r:id="R593f3e47b5ab4e70"/>
    <p:sldId xmlns:r="http://schemas.openxmlformats.org/officeDocument/2006/relationships" id="269" r:id="Rb6f09006fb244792"/>
    <p:sldId xmlns:r="http://schemas.openxmlformats.org/officeDocument/2006/relationships" id="270" r:id="Rbddf0e0b75874633"/>
    <p:sldId xmlns:r="http://schemas.openxmlformats.org/officeDocument/2006/relationships" id="271" r:id="R5942ded79b0b433b"/>
    <p:sldId xmlns:r="http://schemas.openxmlformats.org/officeDocument/2006/relationships" id="272" r:id="Ra80746bf83924aa1"/>
  </p:sldIdLst>
  <p:sldSz cx="9144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189df6219f244b78" Type="http://schemas.openxmlformats.org/officeDocument/2006/relationships/theme" Target="theme/theme1.xml"/><Relationship Id="R20dc8a80889d4cc8" Type="http://schemas.openxmlformats.org/officeDocument/2006/relationships/slide" Target="slides/slide3.xml"/><Relationship Id="R32b8f5391962452b" Type="http://schemas.openxmlformats.org/officeDocument/2006/relationships/presProps" Target="presProps.xml"/><Relationship Id="R37196922c30d4f26" Type="http://schemas.openxmlformats.org/officeDocument/2006/relationships/slide" Target="slides/slide5.xml"/><Relationship Id="R414c5a60960c4c3d" Type="http://schemas.openxmlformats.org/officeDocument/2006/relationships/slide" Target="slides/slide7.xml"/><Relationship Id="R593f3e47b5ab4e70" Type="http://schemas.openxmlformats.org/officeDocument/2006/relationships/slide" Target="slides/slide16.xml"/><Relationship Id="R5942ded79b0b433b" Type="http://schemas.openxmlformats.org/officeDocument/2006/relationships/slide" Target="slides/slide19.xml"/><Relationship Id="R896289308f5244ea" Type="http://schemas.openxmlformats.org/officeDocument/2006/relationships/notesMaster" Target="notesMasters/notesMaster1.xml"/><Relationship Id="R99e944cf199449e2" Type="http://schemas.openxmlformats.org/officeDocument/2006/relationships/slide" Target="slides/slide12.xml"/><Relationship Id="Ra80746bf83924aa1" Type="http://schemas.openxmlformats.org/officeDocument/2006/relationships/slide" Target="slides/slide20.xml"/><Relationship Id="Rb142fb58b4c549c5" Type="http://schemas.openxmlformats.org/officeDocument/2006/relationships/slide" Target="slides/slide1.xml"/><Relationship Id="Rb6f09006fb244792" Type="http://schemas.openxmlformats.org/officeDocument/2006/relationships/slide" Target="slides/slide17.xml"/><Relationship Id="Rbddf0e0b75874633" Type="http://schemas.openxmlformats.org/officeDocument/2006/relationships/slide" Target="slides/slide18.xml"/><Relationship Id="Rbefa91a59b36439d" Type="http://schemas.openxmlformats.org/officeDocument/2006/relationships/tableStyles" Target="tableStyles.xml"/><Relationship Id="Rc88fabc7885042b4" Type="http://schemas.openxmlformats.org/officeDocument/2006/relationships/slide" Target="slides/slide6.xml"/><Relationship Id="Rdc7a5dab7f03436b" Type="http://schemas.openxmlformats.org/officeDocument/2006/relationships/viewProps" Target="viewProps.xml"/><Relationship Id="Rdd93673a162d489d" Type="http://schemas.openxmlformats.org/officeDocument/2006/relationships/slide" Target="slides/slide4.xml"/><Relationship Id="Rded5d88f7ce64e01" Type="http://schemas.openxmlformats.org/officeDocument/2006/relationships/slide" Target="slides/slide14.xml"/><Relationship Id="Re494e029d18b4aa3" Type="http://schemas.openxmlformats.org/officeDocument/2006/relationships/slide" Target="slides/slide11.xml"/><Relationship Id="Rea8dbc929e344ba6" Type="http://schemas.openxmlformats.org/officeDocument/2006/relationships/slide" Target="slides/slide2.xml"/><Relationship Id="Rf2ace59d47494156" Type="http://schemas.openxmlformats.org/officeDocument/2006/relationships/slideMaster" Target="slideMasters/slideMaster1.xml"/><Relationship Id="Rf94a673741874e27" Type="http://schemas.openxmlformats.org/officeDocument/2006/relationships/slide" Target="slides/slide10.xml"/><Relationship Id="Rff95a2faf0894a32" Type="http://schemas.openxmlformats.org/officeDocument/2006/relationships/slide" Target="slides/slide9.xml"/><Relationship Id="rId24" Type="http://schemas.openxmlformats.org/officeDocument/2006/relationships/slide" Target="slides/slide13.xml"/><Relationship Id="rId25" Type="http://schemas.openxmlformats.org/officeDocument/2006/relationships/slide" Target="slides/slide8.xml"/><Relationship Id="rId26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01bc70a41f6a40c8" Type="http://schemas.openxmlformats.org/officeDocument/2006/relationships/theme" Target="theme/theme3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<?xml version='1.0' encoding='UTF-8' standalone='yes'?>
<Relationships xmlns="http://schemas.openxmlformats.org/package/2006/relationships"><Relationship Id="R5fe9bdb13ea74599" Type="http://schemas.openxmlformats.org/officeDocument/2006/relationships/slide" Target="../slides/slide1.xml"/><Relationship Id="Reb8de139f7c14c5e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4ad1fa1273a740c7" Type="http://schemas.openxmlformats.org/officeDocument/2006/relationships/notesMaster" Target="../notesMasters/notesMaster1.xml"/><Relationship Id="Rf096d50fd91645de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89fb08a2e459456a" Type="http://schemas.openxmlformats.org/officeDocument/2006/relationships/notesMaster" Target="../notesMasters/notesMaster1.xml"/><Relationship Id="Rb55de7f1ac044618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22b074ef919443bf" Type="http://schemas.openxmlformats.org/officeDocument/2006/relationships/notesMaster" Target="../notesMasters/notesMaster1.xml"/><Relationship Id="Rf94334557c334303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c6deff10c27c4f98" Type="http://schemas.openxmlformats.org/officeDocument/2006/relationships/slide" Target="../slides/slide5.xml"/><Relationship Id="Rd05e8b4e14d640db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240d1583519c4318" Type="http://schemas.openxmlformats.org/officeDocument/2006/relationships/slide" Target="../slides/slide6.xml"/><Relationship Id="R67ed926e68674403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42c025cce5024c36" Type="http://schemas.openxmlformats.org/officeDocument/2006/relationships/notesMaster" Target="../notesMasters/notesMaster1.xml"/><Relationship Id="R77b8b94cabfb426d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ad3e2f27eea64759" Type="http://schemas.openxmlformats.org/officeDocument/2006/relationships/notesMaster" Target="../notesMasters/notesMaster1.xml"/><Relationship Id="Rb9386ea02a3b4763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6dd1f5420b574de4" Type="http://schemas.openxmlformats.org/officeDocument/2006/relationships/notesMaster" Target="../notesMasters/notesMaster1.xml"/><Relationship Id="R88d3c93ef2964ccf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42b6780287c14bd1" Type="http://schemas.openxmlformats.org/officeDocument/2006/relationships/slide" Target="../slides/slide11.xml"/><Relationship Id="Ra1cdbb55e9fb4b1b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7bfaa874d1f94e93" Type="http://schemas.openxmlformats.org/officeDocument/2006/relationships/notesMaster" Target="../notesMasters/notesMaster1.xml"/><Relationship Id="Rff0fbe8564e54a40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00db58954d734455" Type="http://schemas.openxmlformats.org/officeDocument/2006/relationships/slide" Target="../slides/slide14.xml"/><Relationship Id="Ra5629d822e9d46bf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2553ce85623e4830" Type="http://schemas.openxmlformats.org/officeDocument/2006/relationships/notesMaster" Target="../notesMasters/notesMaster1.xml"/><Relationship Id="R8276e455a4514408" Type="http://schemas.openxmlformats.org/officeDocument/2006/relationships/slide" Target="../slides/slide16.xml"/></Relationships>
</file>

<file path=ppt/notesSlides/_rels/notesSlide14.xml.rels><?xml version='1.0' encoding='UTF-8' standalone='yes'?>
<Relationships xmlns="http://schemas.openxmlformats.org/package/2006/relationships"><Relationship Id="R3ed9f0f959274d9a" Type="http://schemas.openxmlformats.org/officeDocument/2006/relationships/notesMaster" Target="../notesMasters/notesMaster1.xml"/><Relationship Id="R6f4fdb8ad4574805" Type="http://schemas.openxmlformats.org/officeDocument/2006/relationships/slide" Target="../slides/slide17.xml"/></Relationships>
</file>

<file path=ppt/notesSlides/_rels/notesSlide15.xml.rels><?xml version='1.0' encoding='UTF-8' standalone='yes'?>
<Relationships xmlns="http://schemas.openxmlformats.org/package/2006/relationships"><Relationship Id="R751bf2d8d16c41f0" Type="http://schemas.openxmlformats.org/officeDocument/2006/relationships/slide" Target="../slides/slide18.xml"/><Relationship Id="Rd0d892b36ced4407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729c54d81d8f4a3c" Type="http://schemas.openxmlformats.org/officeDocument/2006/relationships/slide" Target="../slides/slide19.xml"/><Relationship Id="R8c003ac921104d9f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20f751dca968438f" Type="http://schemas.openxmlformats.org/officeDocument/2006/relationships/notesMaster" Target="../notesMasters/notesMaster1.xml"/><Relationship Id="R8495c30223704229" Type="http://schemas.openxmlformats.org/officeDocument/2006/relationships/slide" Target="../slides/slide20.xml"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<?xml version='1.0' encoding='UTF-8' standalone='yes'?>
<Relationships xmlns="http://schemas.openxmlformats.org/package/2006/relationships"><Relationship Id="Ra36a645e960549f8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9f6e1f1683f34560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e4a1bd095f50463c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bc3c37ff88af4687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a96cd056c9694855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2674128f6009425d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53cecd5baceb4715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3896e3b48fdb4e5d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4e6f387713944de8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3029985416ed42f3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2c03dc4f3e6c4a05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 preserve="1">
  <p:cSld name="Rubrikbild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4E2CD4B-F516-4409-A7DC-DC274679F1B0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1122363"/>
            <a:ext cx="77724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36AE0DEC-5907-4926-8E9D-559B618B2099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143000" y="3602038"/>
            <a:ext cx="6858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2E1FC174-16CC-42BD-B69A-F86677B10FF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BFC2075C-F955-4894-B17F-E705A120D66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ADCFC0C-D59D-4281-85E2-261E88D101C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Rubrik och innehåll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03EC1DC-6AF3-4168-A6BE-BD63D8EE784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64DC51F2-CD67-4C7B-A631-E145FE53E9A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B5354CAE-CDBB-4DC0-A3EB-AEF0E1A583A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60C48E3-7D60-4F49-B8F8-95A1339D038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A6522CC2-1491-4348-B17B-6B4209F57CF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Avsnitts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0B53ECE-35AA-43DB-99CA-3D0AAB59EA4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3888" y="1709739"/>
            <a:ext cx="78867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DB52D209-9D8C-4BE8-B25E-2DF1D29038F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3888" y="4589464"/>
            <a:ext cx="78867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96210298-DB2A-4F47-BA48-79AAA0598CB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B9486CC6-E4D5-4C7B-8AD3-AA069C40CBB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EFDC94B-E851-44BC-9BD2-196697E640D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vå dela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3BA0E46-55D9-41DC-B10B-64AF6E18443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C3BB8641-C72D-4B77-83D5-5015D96396A9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286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7486F488-4C81-4757-A373-AC714C909A19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291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05590AD5-4F63-4400-A9FA-A894CAC1025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62C6BC21-C772-4CB0-A9DC-BB3A3BC2C49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A81F78F9-9AB5-4D76-AFFD-5DAA164A0B5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Jämförels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8F2D7E8-02BD-44B5-B13B-83DE335076F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365126"/>
            <a:ext cx="78867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3E26C730-8536-44EB-B438-A42E093B1B6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9842" y="1681163"/>
            <a:ext cx="3868340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351D6213-1CBF-4C46-8BF8-BF7A2AC27BCF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29842" y="2505075"/>
            <a:ext cx="3868340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F26EDF07-85F4-427E-9DB6-D82535689374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29150" y="1681163"/>
            <a:ext cx="3887391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75F11EA3-1044-4C79-BF3B-98D9D538BA48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29150" y="2505075"/>
            <a:ext cx="3887391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12E4B5BA-D8AB-48F0-93EE-5DB97F2F297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A87B0180-397A-42EC-8E5E-4A2F7E34F30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DAF0B7C5-3321-4F4D-AD56-13B7C12498D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Endast 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2D9D262-1559-47EB-88C0-3C0FBCDFCAD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28782B52-F9AB-46BB-A71B-53DDB381EB0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F7167AA7-064B-4F62-A3FE-F56687BE551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09A1431E-CEFC-4F4E-962E-919197794FA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3499E090-5B9E-4292-BAFA-97004D8AC9F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59C35B5E-DF5E-4D14-9AFD-A81379310CF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080BF7B0-F916-41CA-8E1A-59E24BB69C9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Text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A909EF4-74E8-4C0D-8697-7715219260E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6C430B30-ECD3-4232-9AB6-D967A1C2857F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584919C5-73C3-4844-8E6E-ED634321A1E6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F10E2014-77F2-4C84-B2F1-BDE92F1AE3C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3A0CCB86-482F-4ED4-9AB8-92369806A03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99E7777-1FC9-4818-B6F9-148B9889B05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Bild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F6F232D-B347-4EE8-B88D-D4D4A37C7CE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8CA293A1-A5A0-45E5-982C-C79494875511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 anchor="t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r>
              <a:t>Click icon to add picture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23B4B63F-6FF3-484D-A66D-553A454807AF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9CF9C1E6-A1A5-4D00-9B5F-4B51E72C76C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6A8FB0FD-92CA-487D-8A10-D6460DCD77A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B20313E-A5AC-46CC-9E32-CD757EDB20E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Rubrik och lodrät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20772EC-2D75-49F4-9748-3E1A0E8FCF9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79689864-1D5F-48ED-B662-327741E801B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1980AAEA-3A94-4E90-89B1-427F6F3D408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EBD3F0F-4B07-4673-BB73-41E612AF9F0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D9CAC180-CE69-4E2E-8DE5-612BD4ACFD4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Lodrät rubrik och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9EEF0E9D-1D27-4BC5-BCF2-E61F3078613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543675" y="365125"/>
            <a:ext cx="197167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A9506037-AC13-4857-9081-D5C46450449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365125"/>
            <a:ext cx="580072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3649442B-51A7-4BD1-AEB7-B70B7E3E812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460457E0-9DF3-4E0E-BC19-AD337CE1A6A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516B9361-EFB5-4D70-9D25-57B20173327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2fe2ddb671fc4e12" Type="http://schemas.openxmlformats.org/officeDocument/2006/relationships/slideLayout" Target="../slideLayouts/slideLayout1.xml"/><Relationship Id="R37288291680442a5" Type="http://schemas.openxmlformats.org/officeDocument/2006/relationships/slideLayout" Target="../slideLayouts/slideLayout7.xml"/><Relationship Id="R38a3d02a8c294307" Type="http://schemas.openxmlformats.org/officeDocument/2006/relationships/slideLayout" Target="../slideLayouts/slideLayout2.xml"/><Relationship Id="R4219c85a02fa4434" Type="http://schemas.openxmlformats.org/officeDocument/2006/relationships/slideLayout" Target="../slideLayouts/slideLayout3.xml"/><Relationship Id="R589507c34e05400a" Type="http://schemas.openxmlformats.org/officeDocument/2006/relationships/theme" Target="theme/theme2.xml"/><Relationship Id="R5c63fa3d5ca649c6" Type="http://schemas.openxmlformats.org/officeDocument/2006/relationships/slideLayout" Target="../slideLayouts/slideLayout10.xml"/><Relationship Id="R693f15524f8a487a" Type="http://schemas.openxmlformats.org/officeDocument/2006/relationships/slideLayout" Target="../slideLayouts/slideLayout5.xml"/><Relationship Id="R867934ac93a541bc" Type="http://schemas.openxmlformats.org/officeDocument/2006/relationships/slideLayout" Target="../slideLayouts/slideLayout9.xml"/><Relationship Id="Rc676ae5a9c1242fc" Type="http://schemas.openxmlformats.org/officeDocument/2006/relationships/slideLayout" Target="../slideLayouts/slideLayout8.xml"/><Relationship Id="Rcbb2c99801a34274" Type="http://schemas.openxmlformats.org/officeDocument/2006/relationships/slideLayout" Target="../slideLayouts/slideLayout11.xml"/><Relationship Id="Red023b18b3974c05" Type="http://schemas.openxmlformats.org/officeDocument/2006/relationships/slideLayout" Target="../slideLayouts/slideLayout6.xml"/><Relationship Id="Rf15f2f91b4454d7b" Type="http://schemas.openxmlformats.org/officeDocument/2006/relationships/slideLayout" Target="../slideLayouts/slideLayout4.xml"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8B68E696-EC0F-47CB-8FE9-46AE86A309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8650" y="365126"/>
            <a:ext cx="78867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Klicka här för att ändra mall för rubrikformat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20B8B3E-9EAD-42D7-A494-E1C3FEEE7B1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1825625"/>
            <a:ext cx="78867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Klicka här för att ändra format på bakgrundstexten</a:t>
            </a:r>
          </a:p>
          <a:p xmlns:a="http://schemas.openxmlformats.org/drawingml/2006/main">
            <a:pPr lvl="1">
              <a:buNone/>
            </a:pPr>
            <a:r>
              <a:t>Nivå två</a:t>
            </a:r>
          </a:p>
          <a:p xmlns:a="http://schemas.openxmlformats.org/drawingml/2006/main">
            <a:pPr lvl="2">
              <a:buNone/>
            </a:pPr>
            <a:r>
              <a:t>Nivå tre</a:t>
            </a:r>
          </a:p>
          <a:p xmlns:a="http://schemas.openxmlformats.org/drawingml/2006/main">
            <a:pPr lvl="3">
              <a:buNone/>
            </a:pPr>
            <a:r>
              <a:t>Nivå fyra</a:t>
            </a:r>
          </a:p>
          <a:p xmlns:a="http://schemas.openxmlformats.org/drawingml/2006/main">
            <a:pPr lvl="4">
              <a:buNone/>
            </a:pPr>
            <a:r>
              <a:t>Nivå fem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323E4CC9-7665-4A29-8FCF-17C3DE8E34EC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6286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7D3794A-F99E-45E5-9D90-AE009996DE1C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028950" y="6356351"/>
            <a:ext cx="30861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F2506B0-AD80-458D-92E4-9E3F3BEEA70A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4579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fe2ddb671fc4e12"/>
    <p:sldLayoutId xmlns:r="http://schemas.openxmlformats.org/officeDocument/2006/relationships" id="2147483650" r:id="R38a3d02a8c294307"/>
    <p:sldLayoutId xmlns:r="http://schemas.openxmlformats.org/officeDocument/2006/relationships" id="2147483651" r:id="R4219c85a02fa4434"/>
    <p:sldLayoutId xmlns:r="http://schemas.openxmlformats.org/officeDocument/2006/relationships" id="2147483652" r:id="Rf15f2f91b4454d7b"/>
    <p:sldLayoutId xmlns:r="http://schemas.openxmlformats.org/officeDocument/2006/relationships" id="2147483653" r:id="R693f15524f8a487a"/>
    <p:sldLayoutId xmlns:r="http://schemas.openxmlformats.org/officeDocument/2006/relationships" id="2147483654" r:id="Red023b18b3974c05"/>
    <p:sldLayoutId xmlns:r="http://schemas.openxmlformats.org/officeDocument/2006/relationships" id="2147483655" r:id="R37288291680442a5"/>
    <p:sldLayoutId xmlns:r="http://schemas.openxmlformats.org/officeDocument/2006/relationships" id="2147483656" r:id="Rc676ae5a9c1242fc"/>
    <p:sldLayoutId xmlns:r="http://schemas.openxmlformats.org/officeDocument/2006/relationships" id="2147483657" r:id="R867934ac93a541bc"/>
    <p:sldLayoutId xmlns:r="http://schemas.openxmlformats.org/officeDocument/2006/relationships" id="2147483658" r:id="R5c63fa3d5ca649c6"/>
    <p:sldLayoutId xmlns:r="http://schemas.openxmlformats.org/officeDocument/2006/relationships" id="2147483659" r:id="Rcbb2c99801a34274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02f20a46a9cd490b" Type="http://schemas.openxmlformats.org/officeDocument/2006/relationships/image" Target="../media/image.png"/><Relationship Id="R42e29a7744334724" Type="http://schemas.openxmlformats.org/officeDocument/2006/relationships/slideLayout" Target="../slideLayouts/slideLayout1.xml"/><Relationship Id="R51b59b7a1fb8467f" Type="http://schemas.openxmlformats.org/officeDocument/2006/relationships/image" Target="../media/image.jpeg"/><Relationship Id="Re3dde1def67748dd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66b4ddaffaf44e4a" Type="http://schemas.openxmlformats.org/officeDocument/2006/relationships/notesSlide" Target="../notesSlides/notesSlide2.xml"/><Relationship Id="Radbd2894379748d9" Type="http://schemas.openxmlformats.org/officeDocument/2006/relationships/slideLayout" Target="../slideLayouts/slideLayout1.xml"/><Relationship Id="Ree0ff7acf47544be" Type="http://schemas.openxmlformats.org/officeDocument/2006/relationships/image" Target="../media/image.jpeg"/></Relationships>
</file>

<file path=ppt/slides/_rels/slide3.xml.rels><?xml version='1.0' encoding='UTF-8' standalone='yes'?>
<Relationships xmlns="http://schemas.openxmlformats.org/package/2006/relationships"><Relationship Id="R0e78b578c5db4d97" Type="http://schemas.openxmlformats.org/officeDocument/2006/relationships/chart" Target="charts/chart1.xml"/><Relationship Id="R1f9516a5b4574516" Type="http://schemas.openxmlformats.org/officeDocument/2006/relationships/image" Target="../media/image.jpeg"/><Relationship Id="Rcc86c36304ae40c5" Type="http://schemas.openxmlformats.org/officeDocument/2006/relationships/notesSlide" Target="../notesSlides/notesSlide3.xml"/><Relationship Id="Re10d4fdbc22c4f3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3f3321262aa74990" Type="http://schemas.openxmlformats.org/officeDocument/2006/relationships/notesSlide" Target="../notesSlides/notesSlide4.xml"/><Relationship Id="Rceb50d85036f4e71" Type="http://schemas.openxmlformats.org/officeDocument/2006/relationships/slideLayout" Target="../slideLayouts/slideLayout1.xml"/><Relationship Id="Rd3cff0e3ded34ac9" Type="http://schemas.openxmlformats.org/officeDocument/2006/relationships/image" Target="../media/image.jpeg"/><Relationship Id="Re1d2de372f734ba9" Type="http://schemas.openxmlformats.org/officeDocument/2006/relationships/chart" Target="charts/chart2.xml"/></Relationships>
</file>

<file path=ppt/slides/_rels/slide5.xml.rels><?xml version='1.0' encoding='UTF-8' standalone='yes'?>
<Relationships xmlns="http://schemas.openxmlformats.org/package/2006/relationships"><Relationship Id="Ra2831535db414bd1" Type="http://schemas.openxmlformats.org/officeDocument/2006/relationships/chart" Target="charts/chart3.xml"/><Relationship Id="Rca742f4bc5ec4eaf" Type="http://schemas.openxmlformats.org/officeDocument/2006/relationships/notesSlide" Target="../notesSlides/notesSlide5.xml"/><Relationship Id="Rcfdb4787d7e04fbf" Type="http://schemas.openxmlformats.org/officeDocument/2006/relationships/image" Target="../media/image.jpeg"/><Relationship Id="Rd7bd3b697f8a46e9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1f152403c01b418e" Type="http://schemas.openxmlformats.org/officeDocument/2006/relationships/slideLayout" Target="../slideLayouts/slideLayout1.xml"/><Relationship Id="R3efd4ff624824082" Type="http://schemas.openxmlformats.org/officeDocument/2006/relationships/image" Target="../media/image.jpeg"/><Relationship Id="Rdb617b883528413f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5c5a024022404e7f" Type="http://schemas.openxmlformats.org/officeDocument/2006/relationships/image" Target="../media/image.jpeg"/><Relationship Id="R81293971e9684b9f" Type="http://schemas.openxmlformats.org/officeDocument/2006/relationships/slideLayout" Target="../slideLayouts/slideLayout1.xml"/><Relationship Id="Rceb2d76b0577408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.jpeg"/></Relationships>
</file>

<file path=ppt/slides/_rels/slide9.xml.rels><?xml version='1.0' encoding='UTF-8' standalone='yes'?>
<Relationships xmlns="http://schemas.openxmlformats.org/package/2006/relationships"><Relationship Id="R775a89523ef94f9c" Type="http://schemas.openxmlformats.org/officeDocument/2006/relationships/notesSlide" Target="../notesSlides/notesSlide8.xml"/><Relationship Id="R87a40497789941ff" Type="http://schemas.openxmlformats.org/officeDocument/2006/relationships/slideLayout" Target="../slideLayouts/slideLayout1.xml"/><Relationship Id="R965d211cfed44481" Type="http://schemas.openxmlformats.org/officeDocument/2006/relationships/image" Target="../media/image.jpeg"/></Relationships>
</file>

<file path=ppt/slides/_rels/slide10.xml.rels><?xml version='1.0' encoding='UTF-8' standalone='yes'?>
<Relationships xmlns="http://schemas.openxmlformats.org/package/2006/relationships"><Relationship Id="R1d96d33ba7aa4bac" Type="http://schemas.openxmlformats.org/officeDocument/2006/relationships/image" Target="../media/image.jpeg"/><Relationship Id="Rc9195de430ae4670" Type="http://schemas.openxmlformats.org/officeDocument/2006/relationships/slideLayout" Target="../slideLayouts/slideLayout1.xml"/><Relationship Id="Rdd2322ca239d43fc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2eadcd2bc3654cf6" Type="http://schemas.openxmlformats.org/officeDocument/2006/relationships/image" Target="../media/image.jpeg"/><Relationship Id="R597b8378fbc94007" Type="http://schemas.openxmlformats.org/officeDocument/2006/relationships/chart" Target="charts/chart4.xml"/><Relationship Id="R672ca7c63d814afb" Type="http://schemas.openxmlformats.org/officeDocument/2006/relationships/slideLayout" Target="../slideLayouts/slideLayout1.xml"/><Relationship Id="Reb080484ea9c4c98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915a5b0efdfa4a85" Type="http://schemas.openxmlformats.org/officeDocument/2006/relationships/image" Target="../media/image.jpeg"/><Relationship Id="Rde0b92ea55b04eac" Type="http://schemas.openxmlformats.org/officeDocument/2006/relationships/slideLayout" Target="../slideLayouts/slideLayout1.xml"/><Relationship Id="Ree25c84bc6d34ee7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.jpeg"/><Relationship Id="rId3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217a905c4e284c55" Type="http://schemas.openxmlformats.org/officeDocument/2006/relationships/image" Target="../media/image.jpeg"/><Relationship Id="R6cbe6755bfb04528" Type="http://schemas.openxmlformats.org/officeDocument/2006/relationships/notesSlide" Target="../notesSlides/notesSlide12.xml"/><Relationship Id="Rdde777c7f2124341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.jpeg"/></Relationships>
</file>

<file path=ppt/slides/_rels/slide16.xml.rels><?xml version='1.0' encoding='UTF-8' standalone='yes'?>
<Relationships xmlns="http://schemas.openxmlformats.org/package/2006/relationships"><Relationship Id="R6d16b1c64d0745f5" Type="http://schemas.openxmlformats.org/officeDocument/2006/relationships/image" Target="../media/image.jpeg"/><Relationship Id="R96f5e7d1429c4a36" Type="http://schemas.openxmlformats.org/officeDocument/2006/relationships/slideLayout" Target="../slideLayouts/slideLayout1.xml"/><Relationship Id="Rb383aa9abb4d4d14" Type="http://schemas.openxmlformats.org/officeDocument/2006/relationships/notesSlide" Target="../notesSlides/notesSlide13.xml"/></Relationships>
</file>

<file path=ppt/slides/_rels/slide17.xml.rels><?xml version='1.0' encoding='UTF-8' standalone='yes'?>
<Relationships xmlns="http://schemas.openxmlformats.org/package/2006/relationships"><Relationship Id="R42a86cb939f64d81" Type="http://schemas.openxmlformats.org/officeDocument/2006/relationships/image" Target="../media/image.jpeg"/><Relationship Id="R4955b60f3ada4f1b" Type="http://schemas.openxmlformats.org/officeDocument/2006/relationships/slideLayout" Target="../slideLayouts/slideLayout1.xml"/><Relationship Id="Rff4064babc0f4c36" Type="http://schemas.openxmlformats.org/officeDocument/2006/relationships/notesSlide" Target="../notesSlides/notesSlide14.xml"/></Relationships>
</file>

<file path=ppt/slides/_rels/slide18.xml.rels><?xml version='1.0' encoding='UTF-8' standalone='yes'?>
<Relationships xmlns="http://schemas.openxmlformats.org/package/2006/relationships"><Relationship Id="R0cbe0d361f6e4510" Type="http://schemas.openxmlformats.org/officeDocument/2006/relationships/image" Target="../media/image.jpeg"/><Relationship Id="R3817a4f773ff4df2" Type="http://schemas.openxmlformats.org/officeDocument/2006/relationships/slideLayout" Target="../slideLayouts/slideLayout1.xml"/><Relationship Id="R78f044dde0834a32" Type="http://schemas.openxmlformats.org/officeDocument/2006/relationships/notesSlide" Target="../notesSlides/notesSlide15.xml"/></Relationships>
</file>

<file path=ppt/slides/_rels/slide19.xml.rels><?xml version='1.0' encoding='UTF-8' standalone='yes'?>
<Relationships xmlns="http://schemas.openxmlformats.org/package/2006/relationships"><Relationship Id="R47dc44925af74953" Type="http://schemas.openxmlformats.org/officeDocument/2006/relationships/image" Target="../media/image.jpeg"/><Relationship Id="Rdf80724291ea4d35" Type="http://schemas.openxmlformats.org/officeDocument/2006/relationships/slideLayout" Target="../slideLayouts/slideLayout1.xml"/><Relationship Id="Rf884bae39dee4615" Type="http://schemas.openxmlformats.org/officeDocument/2006/relationships/notesSlide" Target="../notesSlides/notesSlide16.xml"/></Relationships>
</file>

<file path=ppt/slides/_rels/slide20.xml.rels><?xml version='1.0' encoding='UTF-8' standalone='yes'?>
<Relationships xmlns="http://schemas.openxmlformats.org/package/2006/relationships"><Relationship Id="R2dbc48e75ec7481a" Type="http://schemas.openxmlformats.org/officeDocument/2006/relationships/notesSlide" Target="../notesSlides/notesSlide17.xml"/><Relationship Id="R6c7d9146524b4037" Type="http://schemas.openxmlformats.org/officeDocument/2006/relationships/slideLayout" Target="../slideLayouts/slideLayout1.xml"/><Relationship Id="R980bf77cdbb64fa2" Type="http://schemas.openxmlformats.org/officeDocument/2006/relationships/image" Target="../media/image.jpeg"/></Relationships>
</file>

<file path=ppt/slides/charts/_rels/chart1.xml.rels><?xml version='1.0' encoding='UTF-8' standalone='yes'?>
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_rels/chart2.xml.rels><?xml version='1.0' encoding='UTF-8' standalone='yes'?>
<Relationships xmlns="http://schemas.openxmlformats.org/package/2006/relationships"><Relationship Id="rIdChartSnapshot1" Type="http://schemas.openxmlformats.org/officeDocument/2006/relationships/package" Target="../../embeddings/chart-data-snapshot-002.xlsx"/></Relationships>
</file>

<file path=ppt/slides/charts/_rels/chart3.xml.rels><?xml version='1.0' encoding='UTF-8' standalone='yes'?>
<Relationships xmlns="http://schemas.openxmlformats.org/package/2006/relationships"><Relationship Id="rIdChartSnapshot1" Type="http://schemas.openxmlformats.org/officeDocument/2006/relationships/package" Target="../../embeddings/chart-data-snapshot-003.xlsx"/></Relationships>
</file>

<file path=ppt/slides/charts/_rels/chart4.xml.rels><?xml version='1.0' encoding='UTF-8' standalone='yes'?>
<Relationships xmlns="http://schemas.openxmlformats.org/package/2006/relationships"><Relationship Id="rIdChartSnapshot1" Type="http://schemas.openxmlformats.org/officeDocument/2006/relationships/package" Target="../../embeddings/chart-data-snapshot-004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scatterChart>
        <c:scatterStyle val="line"/>
        <c:ser>
          <c:idx val="0"/>
          <c:order val="0"/>
          <c:tx>
            <c:strRef>
              <c:f>Sheet1!$B$1</c:f>
              <c:strCache>
                <c:ptCount val="1"/>
                <c:pt idx="0">
                  <c:v>u</c:v>
                </c:pt>
              </c:strCache>
            </c:strRef>
          </c:tx>
          <c:spPr>
            <a:ln xmlns:a="http://schemas.openxmlformats.org/drawingml/2006/main" w="23813">
              <a:solidFill>
                <a:srgbClr val="064F91"/>
              </a:solidFill>
            </a:ln>
          </c:spPr>
          <c:marker>
            <c:symbol val="none"/>
          </c:marker>
          <c:xVal>
            <c:numRef>
              <c:f>Sheet1!$A$2:$A$162</c:f>
              <c:numCache>
                <c:formatCode>General</c:formatCode>
                <c:ptCount val="161"/>
                <c:pt idx="0">
                  <c:v>0.0</c:v>
                </c:pt>
                <c:pt idx="1">
                  <c:v>0.25</c:v>
                </c:pt>
                <c:pt idx="2">
                  <c:v>0.5</c:v>
                </c:pt>
                <c:pt idx="3">
                  <c:v>0.75</c:v>
                </c:pt>
                <c:pt idx="4">
                  <c:v>1.0</c:v>
                </c:pt>
                <c:pt idx="5">
                  <c:v>1.25</c:v>
                </c:pt>
                <c:pt idx="6">
                  <c:v>1.5</c:v>
                </c:pt>
                <c:pt idx="7">
                  <c:v>1.75</c:v>
                </c:pt>
                <c:pt idx="8">
                  <c:v>2.0</c:v>
                </c:pt>
                <c:pt idx="9">
                  <c:v>2.25</c:v>
                </c:pt>
                <c:pt idx="10">
                  <c:v>2.5</c:v>
                </c:pt>
                <c:pt idx="11">
                  <c:v>2.75</c:v>
                </c:pt>
                <c:pt idx="12">
                  <c:v>3.0</c:v>
                </c:pt>
                <c:pt idx="13">
                  <c:v>3.25</c:v>
                </c:pt>
                <c:pt idx="14">
                  <c:v>3.5</c:v>
                </c:pt>
                <c:pt idx="15">
                  <c:v>3.75</c:v>
                </c:pt>
                <c:pt idx="16">
                  <c:v>4.0</c:v>
                </c:pt>
                <c:pt idx="17">
                  <c:v>4.25</c:v>
                </c:pt>
                <c:pt idx="18">
                  <c:v>4.5</c:v>
                </c:pt>
                <c:pt idx="19">
                  <c:v>4.75</c:v>
                </c:pt>
                <c:pt idx="20">
                  <c:v>5.0</c:v>
                </c:pt>
                <c:pt idx="21">
                  <c:v>5.25</c:v>
                </c:pt>
                <c:pt idx="22">
                  <c:v>5.5</c:v>
                </c:pt>
                <c:pt idx="23">
                  <c:v>5.75</c:v>
                </c:pt>
                <c:pt idx="24">
                  <c:v>6.0</c:v>
                </c:pt>
                <c:pt idx="25">
                  <c:v>6.25</c:v>
                </c:pt>
                <c:pt idx="26">
                  <c:v>6.5</c:v>
                </c:pt>
                <c:pt idx="27">
                  <c:v>6.75</c:v>
                </c:pt>
                <c:pt idx="28">
                  <c:v>7.0</c:v>
                </c:pt>
                <c:pt idx="29">
                  <c:v>7.25</c:v>
                </c:pt>
                <c:pt idx="30">
                  <c:v>7.5</c:v>
                </c:pt>
                <c:pt idx="31">
                  <c:v>7.75</c:v>
                </c:pt>
                <c:pt idx="32">
                  <c:v>8.0</c:v>
                </c:pt>
                <c:pt idx="33">
                  <c:v>8.25</c:v>
                </c:pt>
                <c:pt idx="34">
                  <c:v>8.5</c:v>
                </c:pt>
                <c:pt idx="35">
                  <c:v>8.75</c:v>
                </c:pt>
                <c:pt idx="36">
                  <c:v>9.0</c:v>
                </c:pt>
                <c:pt idx="37">
                  <c:v>9.25</c:v>
                </c:pt>
                <c:pt idx="38">
                  <c:v>9.5</c:v>
                </c:pt>
                <c:pt idx="39">
                  <c:v>9.75</c:v>
                </c:pt>
                <c:pt idx="40">
                  <c:v>10.0</c:v>
                </c:pt>
                <c:pt idx="41">
                  <c:v>10.25</c:v>
                </c:pt>
                <c:pt idx="42">
                  <c:v>10.5</c:v>
                </c:pt>
                <c:pt idx="43">
                  <c:v>10.75</c:v>
                </c:pt>
                <c:pt idx="44">
                  <c:v>11.0</c:v>
                </c:pt>
                <c:pt idx="45">
                  <c:v>11.25</c:v>
                </c:pt>
                <c:pt idx="46">
                  <c:v>11.5</c:v>
                </c:pt>
                <c:pt idx="47">
                  <c:v>11.75</c:v>
                </c:pt>
                <c:pt idx="48">
                  <c:v>12.0</c:v>
                </c:pt>
                <c:pt idx="49">
                  <c:v>12.25</c:v>
                </c:pt>
                <c:pt idx="50">
                  <c:v>12.5</c:v>
                </c:pt>
                <c:pt idx="51">
                  <c:v>12.75</c:v>
                </c:pt>
                <c:pt idx="52">
                  <c:v>13.0</c:v>
                </c:pt>
                <c:pt idx="53">
                  <c:v>13.25</c:v>
                </c:pt>
                <c:pt idx="54">
                  <c:v>13.5</c:v>
                </c:pt>
                <c:pt idx="55">
                  <c:v>13.75</c:v>
                </c:pt>
                <c:pt idx="56">
                  <c:v>14.0</c:v>
                </c:pt>
                <c:pt idx="57">
                  <c:v>14.25</c:v>
                </c:pt>
                <c:pt idx="58">
                  <c:v>14.5</c:v>
                </c:pt>
                <c:pt idx="59">
                  <c:v>14.75</c:v>
                </c:pt>
                <c:pt idx="60">
                  <c:v>15.0</c:v>
                </c:pt>
                <c:pt idx="61">
                  <c:v>15.25</c:v>
                </c:pt>
                <c:pt idx="62">
                  <c:v>15.5</c:v>
                </c:pt>
                <c:pt idx="63">
                  <c:v>15.75</c:v>
                </c:pt>
                <c:pt idx="64">
                  <c:v>16.0</c:v>
                </c:pt>
                <c:pt idx="65">
                  <c:v>16.25</c:v>
                </c:pt>
                <c:pt idx="66">
                  <c:v>16.5</c:v>
                </c:pt>
                <c:pt idx="67">
                  <c:v>16.75</c:v>
                </c:pt>
                <c:pt idx="68">
                  <c:v>17.0</c:v>
                </c:pt>
                <c:pt idx="69">
                  <c:v>17.25</c:v>
                </c:pt>
                <c:pt idx="70">
                  <c:v>17.5</c:v>
                </c:pt>
                <c:pt idx="71">
                  <c:v>17.75</c:v>
                </c:pt>
                <c:pt idx="72">
                  <c:v>18.0</c:v>
                </c:pt>
                <c:pt idx="73">
                  <c:v>18.25</c:v>
                </c:pt>
                <c:pt idx="74">
                  <c:v>18.5</c:v>
                </c:pt>
                <c:pt idx="75">
                  <c:v>18.75</c:v>
                </c:pt>
                <c:pt idx="76">
                  <c:v>19.0</c:v>
                </c:pt>
                <c:pt idx="77">
                  <c:v>19.25</c:v>
                </c:pt>
                <c:pt idx="78">
                  <c:v>19.5</c:v>
                </c:pt>
                <c:pt idx="79">
                  <c:v>19.75</c:v>
                </c:pt>
                <c:pt idx="80">
                  <c:v>20.0</c:v>
                </c:pt>
                <c:pt idx="81">
                  <c:v>20.25</c:v>
                </c:pt>
                <c:pt idx="82">
                  <c:v>20.5</c:v>
                </c:pt>
                <c:pt idx="83">
                  <c:v>20.75</c:v>
                </c:pt>
                <c:pt idx="84">
                  <c:v>21.0</c:v>
                </c:pt>
                <c:pt idx="85">
                  <c:v>21.25</c:v>
                </c:pt>
                <c:pt idx="86">
                  <c:v>21.5</c:v>
                </c:pt>
                <c:pt idx="87">
                  <c:v>21.75</c:v>
                </c:pt>
                <c:pt idx="88">
                  <c:v>22.0</c:v>
                </c:pt>
                <c:pt idx="89">
                  <c:v>22.25</c:v>
                </c:pt>
                <c:pt idx="90">
                  <c:v>22.5</c:v>
                </c:pt>
                <c:pt idx="91">
                  <c:v>22.75</c:v>
                </c:pt>
                <c:pt idx="92">
                  <c:v>23.0</c:v>
                </c:pt>
                <c:pt idx="93">
                  <c:v>23.25</c:v>
                </c:pt>
                <c:pt idx="94">
                  <c:v>23.5</c:v>
                </c:pt>
                <c:pt idx="95">
                  <c:v>23.75</c:v>
                </c:pt>
                <c:pt idx="96">
                  <c:v>24.0</c:v>
                </c:pt>
                <c:pt idx="97">
                  <c:v>24.25</c:v>
                </c:pt>
                <c:pt idx="98">
                  <c:v>24.5</c:v>
                </c:pt>
                <c:pt idx="99">
                  <c:v>24.75</c:v>
                </c:pt>
                <c:pt idx="100">
                  <c:v>25.0</c:v>
                </c:pt>
                <c:pt idx="101">
                  <c:v>25.25</c:v>
                </c:pt>
                <c:pt idx="102">
                  <c:v>25.5</c:v>
                </c:pt>
                <c:pt idx="103">
                  <c:v>25.75</c:v>
                </c:pt>
                <c:pt idx="104">
                  <c:v>26.0</c:v>
                </c:pt>
                <c:pt idx="105">
                  <c:v>26.25</c:v>
                </c:pt>
                <c:pt idx="106">
                  <c:v>26.5</c:v>
                </c:pt>
                <c:pt idx="107">
                  <c:v>26.75</c:v>
                </c:pt>
                <c:pt idx="108">
                  <c:v>27.0</c:v>
                </c:pt>
                <c:pt idx="109">
                  <c:v>27.25</c:v>
                </c:pt>
                <c:pt idx="110">
                  <c:v>27.5</c:v>
                </c:pt>
                <c:pt idx="111">
                  <c:v>27.75</c:v>
                </c:pt>
                <c:pt idx="112">
                  <c:v>28.0</c:v>
                </c:pt>
                <c:pt idx="113">
                  <c:v>28.25</c:v>
                </c:pt>
                <c:pt idx="114">
                  <c:v>28.5</c:v>
                </c:pt>
                <c:pt idx="115">
                  <c:v>28.75</c:v>
                </c:pt>
                <c:pt idx="116">
                  <c:v>29.0</c:v>
                </c:pt>
                <c:pt idx="117">
                  <c:v>29.25</c:v>
                </c:pt>
                <c:pt idx="118">
                  <c:v>29.5</c:v>
                </c:pt>
                <c:pt idx="119">
                  <c:v>29.75</c:v>
                </c:pt>
                <c:pt idx="120">
                  <c:v>30.0</c:v>
                </c:pt>
                <c:pt idx="121">
                  <c:v>30.25</c:v>
                </c:pt>
                <c:pt idx="122">
                  <c:v>30.5</c:v>
                </c:pt>
                <c:pt idx="123">
                  <c:v>30.75</c:v>
                </c:pt>
                <c:pt idx="124">
                  <c:v>31.0</c:v>
                </c:pt>
                <c:pt idx="125">
                  <c:v>31.25</c:v>
                </c:pt>
                <c:pt idx="126">
                  <c:v>31.5</c:v>
                </c:pt>
                <c:pt idx="127">
                  <c:v>31.75</c:v>
                </c:pt>
                <c:pt idx="128">
                  <c:v>32.0</c:v>
                </c:pt>
                <c:pt idx="129">
                  <c:v>32.25</c:v>
                </c:pt>
                <c:pt idx="130">
                  <c:v>32.5</c:v>
                </c:pt>
                <c:pt idx="131">
                  <c:v>32.75</c:v>
                </c:pt>
                <c:pt idx="132">
                  <c:v>33.0</c:v>
                </c:pt>
                <c:pt idx="133">
                  <c:v>33.25</c:v>
                </c:pt>
                <c:pt idx="134">
                  <c:v>33.5</c:v>
                </c:pt>
                <c:pt idx="135">
                  <c:v>33.75</c:v>
                </c:pt>
                <c:pt idx="136">
                  <c:v>34.0</c:v>
                </c:pt>
                <c:pt idx="137">
                  <c:v>34.25</c:v>
                </c:pt>
                <c:pt idx="138">
                  <c:v>34.5</c:v>
                </c:pt>
                <c:pt idx="139">
                  <c:v>34.75</c:v>
                </c:pt>
                <c:pt idx="140">
                  <c:v>35.0</c:v>
                </c:pt>
                <c:pt idx="141">
                  <c:v>35.25</c:v>
                </c:pt>
                <c:pt idx="142">
                  <c:v>35.5</c:v>
                </c:pt>
                <c:pt idx="143">
                  <c:v>35.75</c:v>
                </c:pt>
                <c:pt idx="144">
                  <c:v>36.0</c:v>
                </c:pt>
                <c:pt idx="145">
                  <c:v>36.25</c:v>
                </c:pt>
                <c:pt idx="146">
                  <c:v>36.5</c:v>
                </c:pt>
                <c:pt idx="147">
                  <c:v>36.75</c:v>
                </c:pt>
                <c:pt idx="148">
                  <c:v>37.0</c:v>
                </c:pt>
                <c:pt idx="149">
                  <c:v>37.25</c:v>
                </c:pt>
                <c:pt idx="150">
                  <c:v>37.5</c:v>
                </c:pt>
                <c:pt idx="151">
                  <c:v>37.75</c:v>
                </c:pt>
                <c:pt idx="152">
                  <c:v>38.0</c:v>
                </c:pt>
                <c:pt idx="153">
                  <c:v>38.25</c:v>
                </c:pt>
                <c:pt idx="154">
                  <c:v>38.5</c:v>
                </c:pt>
                <c:pt idx="155">
                  <c:v>38.75</c:v>
                </c:pt>
                <c:pt idx="156">
                  <c:v>39.0</c:v>
                </c:pt>
                <c:pt idx="157">
                  <c:v>39.25</c:v>
                </c:pt>
                <c:pt idx="158">
                  <c:v>39.5</c:v>
                </c:pt>
                <c:pt idx="159">
                  <c:v>39.75</c:v>
                </c:pt>
                <c:pt idx="160">
                  <c:v>40.0</c:v>
                </c:pt>
              </c:numCache>
            </c:numRef>
          </c:xVal>
          <c:yVal>
            <c:numRef>
              <c:f>Sheet1!$B$2:$B$162</c:f>
              <c:numCache>
                <c:formatCode>General</c:formatCode>
                <c:ptCount val="161"/>
                <c:pt idx="0">
                  <c:v>0.0</c:v>
                </c:pt>
                <c:pt idx="1">
                  <c:v>58.54</c:v>
                </c:pt>
                <c:pt idx="2">
                  <c:v>116.55</c:v>
                </c:pt>
                <c:pt idx="3">
                  <c:v>173.53</c:v>
                </c:pt>
                <c:pt idx="4">
                  <c:v>228.97</c:v>
                </c:pt>
                <c:pt idx="5">
                  <c:v>282.38</c:v>
                </c:pt>
                <c:pt idx="6">
                  <c:v>333.28</c:v>
                </c:pt>
                <c:pt idx="7">
                  <c:v>381.23</c:v>
                </c:pt>
                <c:pt idx="8">
                  <c:v>425.79</c:v>
                </c:pt>
                <c:pt idx="9">
                  <c:v>466.57</c:v>
                </c:pt>
                <c:pt idx="10">
                  <c:v>503.21</c:v>
                </c:pt>
                <c:pt idx="11">
                  <c:v>535.38</c:v>
                </c:pt>
                <c:pt idx="12">
                  <c:v>562.8</c:v>
                </c:pt>
                <c:pt idx="13">
                  <c:v>585.23</c:v>
                </c:pt>
                <c:pt idx="14">
                  <c:v>602.46</c:v>
                </c:pt>
                <c:pt idx="15">
                  <c:v>614.34</c:v>
                </c:pt>
                <c:pt idx="16">
                  <c:v>620.77</c:v>
                </c:pt>
                <c:pt idx="17">
                  <c:v>621.69</c:v>
                </c:pt>
                <c:pt idx="18">
                  <c:v>617.1</c:v>
                </c:pt>
                <c:pt idx="19">
                  <c:v>607.02</c:v>
                </c:pt>
                <c:pt idx="20">
                  <c:v>591.56</c:v>
                </c:pt>
                <c:pt idx="21">
                  <c:v>570.84</c:v>
                </c:pt>
                <c:pt idx="22">
                  <c:v>545.06</c:v>
                </c:pt>
                <c:pt idx="23">
                  <c:v>514.44</c:v>
                </c:pt>
                <c:pt idx="24">
                  <c:v>479.26</c:v>
                </c:pt>
                <c:pt idx="25">
                  <c:v>439.82</c:v>
                </c:pt>
                <c:pt idx="26">
                  <c:v>396.48</c:v>
                </c:pt>
                <c:pt idx="27">
                  <c:v>349.62</c:v>
                </c:pt>
                <c:pt idx="28">
                  <c:v>299.65</c:v>
                </c:pt>
                <c:pt idx="29">
                  <c:v>247.03</c:v>
                </c:pt>
                <c:pt idx="30">
                  <c:v>192.21</c:v>
                </c:pt>
                <c:pt idx="31">
                  <c:v>135.69</c:v>
                </c:pt>
                <c:pt idx="32">
                  <c:v>77.96</c:v>
                </c:pt>
                <c:pt idx="33">
                  <c:v>19.54</c:v>
                </c:pt>
                <c:pt idx="34">
                  <c:v>-39.06</c:v>
                </c:pt>
                <c:pt idx="35">
                  <c:v>-97.3</c:v>
                </c:pt>
                <c:pt idx="36">
                  <c:v>-154.69</c:v>
                </c:pt>
                <c:pt idx="37">
                  <c:v>-210.69</c:v>
                </c:pt>
                <c:pt idx="38">
                  <c:v>-264.83</c:v>
                </c:pt>
                <c:pt idx="39">
                  <c:v>-316.62</c:v>
                </c:pt>
                <c:pt idx="40">
                  <c:v>-365.6</c:v>
                </c:pt>
                <c:pt idx="41">
                  <c:v>-411.34</c:v>
                </c:pt>
                <c:pt idx="42">
                  <c:v>-453.42</c:v>
                </c:pt>
                <c:pt idx="43">
                  <c:v>-491.48</c:v>
                </c:pt>
                <c:pt idx="44">
                  <c:v>-525.17</c:v>
                </c:pt>
                <c:pt idx="45">
                  <c:v>-554.21</c:v>
                </c:pt>
                <c:pt idx="46">
                  <c:v>-578.32</c:v>
                </c:pt>
                <c:pt idx="47">
                  <c:v>-597.3</c:v>
                </c:pt>
                <c:pt idx="48">
                  <c:v>-610.98</c:v>
                </c:pt>
                <c:pt idx="49">
                  <c:v>-619.24</c:v>
                </c:pt>
                <c:pt idx="50">
                  <c:v>-622.0</c:v>
                </c:pt>
                <c:pt idx="51">
                  <c:v>-619.24</c:v>
                </c:pt>
                <c:pt idx="52">
                  <c:v>-610.98</c:v>
                </c:pt>
                <c:pt idx="53">
                  <c:v>-597.3</c:v>
                </c:pt>
                <c:pt idx="54">
                  <c:v>-578.32</c:v>
                </c:pt>
                <c:pt idx="55">
                  <c:v>-554.21</c:v>
                </c:pt>
                <c:pt idx="56">
                  <c:v>-525.17</c:v>
                </c:pt>
                <c:pt idx="57">
                  <c:v>-491.48</c:v>
                </c:pt>
                <c:pt idx="58">
                  <c:v>-453.42</c:v>
                </c:pt>
                <c:pt idx="59">
                  <c:v>-411.34</c:v>
                </c:pt>
                <c:pt idx="60">
                  <c:v>-365.6</c:v>
                </c:pt>
                <c:pt idx="61">
                  <c:v>-316.62</c:v>
                </c:pt>
                <c:pt idx="62">
                  <c:v>-264.83</c:v>
                </c:pt>
                <c:pt idx="63">
                  <c:v>-210.69</c:v>
                </c:pt>
                <c:pt idx="64">
                  <c:v>-154.69</c:v>
                </c:pt>
                <c:pt idx="65">
                  <c:v>-97.3</c:v>
                </c:pt>
                <c:pt idx="66">
                  <c:v>-39.06</c:v>
                </c:pt>
                <c:pt idx="67">
                  <c:v>19.54</c:v>
                </c:pt>
                <c:pt idx="68">
                  <c:v>77.96</c:v>
                </c:pt>
                <c:pt idx="69">
                  <c:v>135.69</c:v>
                </c:pt>
                <c:pt idx="70">
                  <c:v>192.21</c:v>
                </c:pt>
                <c:pt idx="71">
                  <c:v>247.03</c:v>
                </c:pt>
                <c:pt idx="72">
                  <c:v>299.65</c:v>
                </c:pt>
                <c:pt idx="73">
                  <c:v>349.62</c:v>
                </c:pt>
                <c:pt idx="74">
                  <c:v>396.48</c:v>
                </c:pt>
                <c:pt idx="75">
                  <c:v>439.82</c:v>
                </c:pt>
                <c:pt idx="76">
                  <c:v>479.26</c:v>
                </c:pt>
                <c:pt idx="77">
                  <c:v>514.44</c:v>
                </c:pt>
                <c:pt idx="78">
                  <c:v>545.06</c:v>
                </c:pt>
                <c:pt idx="79">
                  <c:v>570.84</c:v>
                </c:pt>
                <c:pt idx="80">
                  <c:v>591.56</c:v>
                </c:pt>
                <c:pt idx="81">
                  <c:v>607.02</c:v>
                </c:pt>
                <c:pt idx="82">
                  <c:v>617.1</c:v>
                </c:pt>
                <c:pt idx="83">
                  <c:v>621.69</c:v>
                </c:pt>
                <c:pt idx="84">
                  <c:v>620.77</c:v>
                </c:pt>
                <c:pt idx="85">
                  <c:v>614.34</c:v>
                </c:pt>
                <c:pt idx="86">
                  <c:v>602.46</c:v>
                </c:pt>
                <c:pt idx="87">
                  <c:v>585.23</c:v>
                </c:pt>
                <c:pt idx="88">
                  <c:v>562.8</c:v>
                </c:pt>
                <c:pt idx="89">
                  <c:v>535.38</c:v>
                </c:pt>
                <c:pt idx="90">
                  <c:v>503.21</c:v>
                </c:pt>
                <c:pt idx="91">
                  <c:v>466.57</c:v>
                </c:pt>
                <c:pt idx="92">
                  <c:v>425.79</c:v>
                </c:pt>
                <c:pt idx="93">
                  <c:v>381.23</c:v>
                </c:pt>
                <c:pt idx="94">
                  <c:v>333.28</c:v>
                </c:pt>
                <c:pt idx="95">
                  <c:v>282.38</c:v>
                </c:pt>
                <c:pt idx="96">
                  <c:v>228.97</c:v>
                </c:pt>
                <c:pt idx="97">
                  <c:v>173.53</c:v>
                </c:pt>
                <c:pt idx="98">
                  <c:v>116.55</c:v>
                </c:pt>
                <c:pt idx="99">
                  <c:v>58.54</c:v>
                </c:pt>
                <c:pt idx="100">
                  <c:v>0.0</c:v>
                </c:pt>
                <c:pt idx="101">
                  <c:v>-58.54</c:v>
                </c:pt>
                <c:pt idx="102">
                  <c:v>-116.55</c:v>
                </c:pt>
                <c:pt idx="103">
                  <c:v>-173.53</c:v>
                </c:pt>
                <c:pt idx="104">
                  <c:v>-228.97</c:v>
                </c:pt>
                <c:pt idx="105">
                  <c:v>-282.38</c:v>
                </c:pt>
                <c:pt idx="106">
                  <c:v>-333.28</c:v>
                </c:pt>
                <c:pt idx="107">
                  <c:v>-381.23</c:v>
                </c:pt>
                <c:pt idx="108">
                  <c:v>-425.79</c:v>
                </c:pt>
                <c:pt idx="109">
                  <c:v>-466.57</c:v>
                </c:pt>
                <c:pt idx="110">
                  <c:v>-503.21</c:v>
                </c:pt>
                <c:pt idx="111">
                  <c:v>-535.38</c:v>
                </c:pt>
                <c:pt idx="112">
                  <c:v>-562.8</c:v>
                </c:pt>
                <c:pt idx="113">
                  <c:v>-585.23</c:v>
                </c:pt>
                <c:pt idx="114">
                  <c:v>-602.46</c:v>
                </c:pt>
                <c:pt idx="115">
                  <c:v>-614.34</c:v>
                </c:pt>
                <c:pt idx="116">
                  <c:v>-620.77</c:v>
                </c:pt>
                <c:pt idx="117">
                  <c:v>-621.69</c:v>
                </c:pt>
                <c:pt idx="118">
                  <c:v>-617.1</c:v>
                </c:pt>
                <c:pt idx="119">
                  <c:v>-607.02</c:v>
                </c:pt>
                <c:pt idx="120">
                  <c:v>-591.56</c:v>
                </c:pt>
                <c:pt idx="121">
                  <c:v>-570.84</c:v>
                </c:pt>
                <c:pt idx="122">
                  <c:v>-545.06</c:v>
                </c:pt>
                <c:pt idx="123">
                  <c:v>-514.44</c:v>
                </c:pt>
                <c:pt idx="124">
                  <c:v>-479.26</c:v>
                </c:pt>
                <c:pt idx="125">
                  <c:v>-439.82</c:v>
                </c:pt>
                <c:pt idx="126">
                  <c:v>-396.48</c:v>
                </c:pt>
                <c:pt idx="127">
                  <c:v>-349.62</c:v>
                </c:pt>
                <c:pt idx="128">
                  <c:v>-299.65</c:v>
                </c:pt>
                <c:pt idx="129">
                  <c:v>-247.03</c:v>
                </c:pt>
                <c:pt idx="130">
                  <c:v>-192.21</c:v>
                </c:pt>
                <c:pt idx="131">
                  <c:v>-135.69</c:v>
                </c:pt>
                <c:pt idx="132">
                  <c:v>-77.96</c:v>
                </c:pt>
                <c:pt idx="133">
                  <c:v>-19.54</c:v>
                </c:pt>
                <c:pt idx="134">
                  <c:v>39.06</c:v>
                </c:pt>
                <c:pt idx="135">
                  <c:v>97.3</c:v>
                </c:pt>
                <c:pt idx="136">
                  <c:v>154.69</c:v>
                </c:pt>
                <c:pt idx="137">
                  <c:v>210.69</c:v>
                </c:pt>
                <c:pt idx="138">
                  <c:v>264.83</c:v>
                </c:pt>
                <c:pt idx="139">
                  <c:v>316.62</c:v>
                </c:pt>
                <c:pt idx="140">
                  <c:v>365.6</c:v>
                </c:pt>
                <c:pt idx="141">
                  <c:v>411.34</c:v>
                </c:pt>
                <c:pt idx="142">
                  <c:v>453.42</c:v>
                </c:pt>
                <c:pt idx="143">
                  <c:v>491.48</c:v>
                </c:pt>
                <c:pt idx="144">
                  <c:v>525.17</c:v>
                </c:pt>
                <c:pt idx="145">
                  <c:v>554.21</c:v>
                </c:pt>
                <c:pt idx="146">
                  <c:v>578.32</c:v>
                </c:pt>
                <c:pt idx="147">
                  <c:v>597.3</c:v>
                </c:pt>
                <c:pt idx="148">
                  <c:v>610.98</c:v>
                </c:pt>
                <c:pt idx="149">
                  <c:v>619.24</c:v>
                </c:pt>
                <c:pt idx="150">
                  <c:v>622.0</c:v>
                </c:pt>
                <c:pt idx="151">
                  <c:v>619.24</c:v>
                </c:pt>
                <c:pt idx="152">
                  <c:v>610.98</c:v>
                </c:pt>
                <c:pt idx="153">
                  <c:v>597.3</c:v>
                </c:pt>
                <c:pt idx="154">
                  <c:v>578.32</c:v>
                </c:pt>
                <c:pt idx="155">
                  <c:v>554.21</c:v>
                </c:pt>
                <c:pt idx="156">
                  <c:v>525.17</c:v>
                </c:pt>
                <c:pt idx="157">
                  <c:v>491.48</c:v>
                </c:pt>
                <c:pt idx="158">
                  <c:v>453.42</c:v>
                </c:pt>
                <c:pt idx="159">
                  <c:v>411.34</c:v>
                </c:pt>
                <c:pt idx="160">
                  <c:v>365.6</c:v>
                </c:pt>
              </c:numCache>
            </c:numRef>
          </c:y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Calibri"/>
                  <a:ea typeface="Calibri"/>
                  <a:cs typeface="Calibri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700"/>
          <c:min val="-70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FE7EE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Calibri"/>
                    <a:ea typeface="Calibri"/>
                    <a:cs typeface="Calibri"/>
                  </a:rPr>
                  <a:t>Spänning (V)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Calibri"/>
                  <a:ea typeface="Calibri"/>
                  <a:cs typeface="Calibri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</a:p>
        </c:txPr>
        <c:crossAx val="48650112"/>
        <c:majorUnit val="350"/>
      </c:valAx>
      <c:valAx>
        <c:axId val="48650112"/>
        <c:scaling>
          <c:orientation val="minMax"/>
          <c:max val="40"/>
          <c:min val="0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Calibri"/>
                    <a:ea typeface="Calibri"/>
                    <a:cs typeface="Calibri"/>
                  </a:rPr>
                  <a:t>Tid (ms)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Calibri"/>
                  <a:ea typeface="Calibri"/>
                  <a:cs typeface="Calibri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</a:p>
        </c:txPr>
        <c:crossAx val="48672768"/>
        <c:majorUnit val="10"/>
      </c:valAx>
      <c:spPr>
        <a:solidFill xmlns:a="http://schemas.openxmlformats.org/drawingml/2006/main">
          <a:srgbClr val="FFFFFF"/>
        </a:solidFill>
      </c:spPr>
    </c:plotArea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charts/chart2.xml><?xml version="1.0" encoding="utf-8"?>
<c:chartSpace xmlns:c="http://schemas.openxmlformats.org/drawingml/2006/chart" xmlns:r="http://schemas.openxmlformats.org/officeDocument/2006/relationships">
  <c:lang val="en-US"/>
  <c:chart>
    <c:plotArea>
      <c:scatterChart>
        <c:scatterStyle val="line"/>
        <c:ser>
          <c:idx val="0"/>
          <c:order val="0"/>
          <c:tx>
            <c:strRef>
              <c:f>Sheet1!$B$1</c:f>
              <c:strCache>
                <c:ptCount val="1"/>
                <c:pt idx="0">
                  <c:v>u</c:v>
                </c:pt>
              </c:strCache>
            </c:strRef>
          </c:tx>
          <c:spPr>
            <a:ln xmlns:a="http://schemas.openxmlformats.org/drawingml/2006/main" w="23813">
              <a:solidFill>
                <a:srgbClr val="064F91"/>
              </a:solidFill>
            </a:ln>
          </c:spPr>
          <c:marker>
            <c:symbol val="none"/>
          </c:marker>
          <c:xVal>
            <c:numRef>
              <c:f>Sheet1!$A$2:$A$162</c:f>
              <c:numCache>
                <c:formatCode>General</c:formatCode>
                <c:ptCount val="161"/>
                <c:pt idx="0">
                  <c:v>0.0</c:v>
                </c:pt>
                <c:pt idx="1">
                  <c:v>0.25</c:v>
                </c:pt>
                <c:pt idx="2">
                  <c:v>0.5</c:v>
                </c:pt>
                <c:pt idx="3">
                  <c:v>0.75</c:v>
                </c:pt>
                <c:pt idx="4">
                  <c:v>1.0</c:v>
                </c:pt>
                <c:pt idx="5">
                  <c:v>1.25</c:v>
                </c:pt>
                <c:pt idx="6">
                  <c:v>1.5</c:v>
                </c:pt>
                <c:pt idx="7">
                  <c:v>1.75</c:v>
                </c:pt>
                <c:pt idx="8">
                  <c:v>2.0</c:v>
                </c:pt>
                <c:pt idx="9">
                  <c:v>2.25</c:v>
                </c:pt>
                <c:pt idx="10">
                  <c:v>2.5</c:v>
                </c:pt>
                <c:pt idx="11">
                  <c:v>2.75</c:v>
                </c:pt>
                <c:pt idx="12">
                  <c:v>3.0</c:v>
                </c:pt>
                <c:pt idx="13">
                  <c:v>3.25</c:v>
                </c:pt>
                <c:pt idx="14">
                  <c:v>3.5</c:v>
                </c:pt>
                <c:pt idx="15">
                  <c:v>3.75</c:v>
                </c:pt>
                <c:pt idx="16">
                  <c:v>4.0</c:v>
                </c:pt>
                <c:pt idx="17">
                  <c:v>4.25</c:v>
                </c:pt>
                <c:pt idx="18">
                  <c:v>4.5</c:v>
                </c:pt>
                <c:pt idx="19">
                  <c:v>4.75</c:v>
                </c:pt>
                <c:pt idx="20">
                  <c:v>5.0</c:v>
                </c:pt>
                <c:pt idx="21">
                  <c:v>5.25</c:v>
                </c:pt>
                <c:pt idx="22">
                  <c:v>5.5</c:v>
                </c:pt>
                <c:pt idx="23">
                  <c:v>5.75</c:v>
                </c:pt>
                <c:pt idx="24">
                  <c:v>6.0</c:v>
                </c:pt>
                <c:pt idx="25">
                  <c:v>6.25</c:v>
                </c:pt>
                <c:pt idx="26">
                  <c:v>6.5</c:v>
                </c:pt>
                <c:pt idx="27">
                  <c:v>6.75</c:v>
                </c:pt>
                <c:pt idx="28">
                  <c:v>7.0</c:v>
                </c:pt>
                <c:pt idx="29">
                  <c:v>7.25</c:v>
                </c:pt>
                <c:pt idx="30">
                  <c:v>7.5</c:v>
                </c:pt>
                <c:pt idx="31">
                  <c:v>7.75</c:v>
                </c:pt>
                <c:pt idx="32">
                  <c:v>8.0</c:v>
                </c:pt>
                <c:pt idx="33">
                  <c:v>8.25</c:v>
                </c:pt>
                <c:pt idx="34">
                  <c:v>8.5</c:v>
                </c:pt>
                <c:pt idx="35">
                  <c:v>8.75</c:v>
                </c:pt>
                <c:pt idx="36">
                  <c:v>9.0</c:v>
                </c:pt>
                <c:pt idx="37">
                  <c:v>9.25</c:v>
                </c:pt>
                <c:pt idx="38">
                  <c:v>9.5</c:v>
                </c:pt>
                <c:pt idx="39">
                  <c:v>9.75</c:v>
                </c:pt>
                <c:pt idx="40">
                  <c:v>10.0</c:v>
                </c:pt>
                <c:pt idx="41">
                  <c:v>10.25</c:v>
                </c:pt>
                <c:pt idx="42">
                  <c:v>10.5</c:v>
                </c:pt>
                <c:pt idx="43">
                  <c:v>10.75</c:v>
                </c:pt>
                <c:pt idx="44">
                  <c:v>11.0</c:v>
                </c:pt>
                <c:pt idx="45">
                  <c:v>11.25</c:v>
                </c:pt>
                <c:pt idx="46">
                  <c:v>11.5</c:v>
                </c:pt>
                <c:pt idx="47">
                  <c:v>11.75</c:v>
                </c:pt>
                <c:pt idx="48">
                  <c:v>12.0</c:v>
                </c:pt>
                <c:pt idx="49">
                  <c:v>12.25</c:v>
                </c:pt>
                <c:pt idx="50">
                  <c:v>12.5</c:v>
                </c:pt>
                <c:pt idx="51">
                  <c:v>12.75</c:v>
                </c:pt>
                <c:pt idx="52">
                  <c:v>13.0</c:v>
                </c:pt>
                <c:pt idx="53">
                  <c:v>13.25</c:v>
                </c:pt>
                <c:pt idx="54">
                  <c:v>13.5</c:v>
                </c:pt>
                <c:pt idx="55">
                  <c:v>13.75</c:v>
                </c:pt>
                <c:pt idx="56">
                  <c:v>14.0</c:v>
                </c:pt>
                <c:pt idx="57">
                  <c:v>14.25</c:v>
                </c:pt>
                <c:pt idx="58">
                  <c:v>14.5</c:v>
                </c:pt>
                <c:pt idx="59">
                  <c:v>14.75</c:v>
                </c:pt>
                <c:pt idx="60">
                  <c:v>15.0</c:v>
                </c:pt>
                <c:pt idx="61">
                  <c:v>15.25</c:v>
                </c:pt>
                <c:pt idx="62">
                  <c:v>15.5</c:v>
                </c:pt>
                <c:pt idx="63">
                  <c:v>15.75</c:v>
                </c:pt>
                <c:pt idx="64">
                  <c:v>16.0</c:v>
                </c:pt>
                <c:pt idx="65">
                  <c:v>16.25</c:v>
                </c:pt>
                <c:pt idx="66">
                  <c:v>16.5</c:v>
                </c:pt>
                <c:pt idx="67">
                  <c:v>16.75</c:v>
                </c:pt>
                <c:pt idx="68">
                  <c:v>17.0</c:v>
                </c:pt>
                <c:pt idx="69">
                  <c:v>17.25</c:v>
                </c:pt>
                <c:pt idx="70">
                  <c:v>17.5</c:v>
                </c:pt>
                <c:pt idx="71">
                  <c:v>17.75</c:v>
                </c:pt>
                <c:pt idx="72">
                  <c:v>18.0</c:v>
                </c:pt>
                <c:pt idx="73">
                  <c:v>18.25</c:v>
                </c:pt>
                <c:pt idx="74">
                  <c:v>18.5</c:v>
                </c:pt>
                <c:pt idx="75">
                  <c:v>18.75</c:v>
                </c:pt>
                <c:pt idx="76">
                  <c:v>19.0</c:v>
                </c:pt>
                <c:pt idx="77">
                  <c:v>19.25</c:v>
                </c:pt>
                <c:pt idx="78">
                  <c:v>19.5</c:v>
                </c:pt>
                <c:pt idx="79">
                  <c:v>19.75</c:v>
                </c:pt>
                <c:pt idx="80">
                  <c:v>20.0</c:v>
                </c:pt>
                <c:pt idx="81">
                  <c:v>20.25</c:v>
                </c:pt>
                <c:pt idx="82">
                  <c:v>20.5</c:v>
                </c:pt>
                <c:pt idx="83">
                  <c:v>20.75</c:v>
                </c:pt>
                <c:pt idx="84">
                  <c:v>21.0</c:v>
                </c:pt>
                <c:pt idx="85">
                  <c:v>21.25</c:v>
                </c:pt>
                <c:pt idx="86">
                  <c:v>21.5</c:v>
                </c:pt>
                <c:pt idx="87">
                  <c:v>21.75</c:v>
                </c:pt>
                <c:pt idx="88">
                  <c:v>22.0</c:v>
                </c:pt>
                <c:pt idx="89">
                  <c:v>22.25</c:v>
                </c:pt>
                <c:pt idx="90">
                  <c:v>22.5</c:v>
                </c:pt>
                <c:pt idx="91">
                  <c:v>22.75</c:v>
                </c:pt>
                <c:pt idx="92">
                  <c:v>23.0</c:v>
                </c:pt>
                <c:pt idx="93">
                  <c:v>23.25</c:v>
                </c:pt>
                <c:pt idx="94">
                  <c:v>23.5</c:v>
                </c:pt>
                <c:pt idx="95">
                  <c:v>23.75</c:v>
                </c:pt>
                <c:pt idx="96">
                  <c:v>24.0</c:v>
                </c:pt>
                <c:pt idx="97">
                  <c:v>24.25</c:v>
                </c:pt>
                <c:pt idx="98">
                  <c:v>24.5</c:v>
                </c:pt>
                <c:pt idx="99">
                  <c:v>24.75</c:v>
                </c:pt>
                <c:pt idx="100">
                  <c:v>25.0</c:v>
                </c:pt>
                <c:pt idx="101">
                  <c:v>25.25</c:v>
                </c:pt>
                <c:pt idx="102">
                  <c:v>25.5</c:v>
                </c:pt>
                <c:pt idx="103">
                  <c:v>25.75</c:v>
                </c:pt>
                <c:pt idx="104">
                  <c:v>26.0</c:v>
                </c:pt>
                <c:pt idx="105">
                  <c:v>26.25</c:v>
                </c:pt>
                <c:pt idx="106">
                  <c:v>26.5</c:v>
                </c:pt>
                <c:pt idx="107">
                  <c:v>26.75</c:v>
                </c:pt>
                <c:pt idx="108">
                  <c:v>27.0</c:v>
                </c:pt>
                <c:pt idx="109">
                  <c:v>27.25</c:v>
                </c:pt>
                <c:pt idx="110">
                  <c:v>27.5</c:v>
                </c:pt>
                <c:pt idx="111">
                  <c:v>27.75</c:v>
                </c:pt>
                <c:pt idx="112">
                  <c:v>28.0</c:v>
                </c:pt>
                <c:pt idx="113">
                  <c:v>28.25</c:v>
                </c:pt>
                <c:pt idx="114">
                  <c:v>28.5</c:v>
                </c:pt>
                <c:pt idx="115">
                  <c:v>28.75</c:v>
                </c:pt>
                <c:pt idx="116">
                  <c:v>29.0</c:v>
                </c:pt>
                <c:pt idx="117">
                  <c:v>29.25</c:v>
                </c:pt>
                <c:pt idx="118">
                  <c:v>29.5</c:v>
                </c:pt>
                <c:pt idx="119">
                  <c:v>29.75</c:v>
                </c:pt>
                <c:pt idx="120">
                  <c:v>30.0</c:v>
                </c:pt>
                <c:pt idx="121">
                  <c:v>30.25</c:v>
                </c:pt>
                <c:pt idx="122">
                  <c:v>30.5</c:v>
                </c:pt>
                <c:pt idx="123">
                  <c:v>30.75</c:v>
                </c:pt>
                <c:pt idx="124">
                  <c:v>31.0</c:v>
                </c:pt>
                <c:pt idx="125">
                  <c:v>31.25</c:v>
                </c:pt>
                <c:pt idx="126">
                  <c:v>31.5</c:v>
                </c:pt>
                <c:pt idx="127">
                  <c:v>31.75</c:v>
                </c:pt>
                <c:pt idx="128">
                  <c:v>32.0</c:v>
                </c:pt>
                <c:pt idx="129">
                  <c:v>32.25</c:v>
                </c:pt>
                <c:pt idx="130">
                  <c:v>32.5</c:v>
                </c:pt>
                <c:pt idx="131">
                  <c:v>32.75</c:v>
                </c:pt>
                <c:pt idx="132">
                  <c:v>33.0</c:v>
                </c:pt>
                <c:pt idx="133">
                  <c:v>33.25</c:v>
                </c:pt>
                <c:pt idx="134">
                  <c:v>33.5</c:v>
                </c:pt>
                <c:pt idx="135">
                  <c:v>33.75</c:v>
                </c:pt>
                <c:pt idx="136">
                  <c:v>34.0</c:v>
                </c:pt>
                <c:pt idx="137">
                  <c:v>34.25</c:v>
                </c:pt>
                <c:pt idx="138">
                  <c:v>34.5</c:v>
                </c:pt>
                <c:pt idx="139">
                  <c:v>34.75</c:v>
                </c:pt>
                <c:pt idx="140">
                  <c:v>35.0</c:v>
                </c:pt>
                <c:pt idx="141">
                  <c:v>35.25</c:v>
                </c:pt>
                <c:pt idx="142">
                  <c:v>35.5</c:v>
                </c:pt>
                <c:pt idx="143">
                  <c:v>35.75</c:v>
                </c:pt>
                <c:pt idx="144">
                  <c:v>36.0</c:v>
                </c:pt>
                <c:pt idx="145">
                  <c:v>36.25</c:v>
                </c:pt>
                <c:pt idx="146">
                  <c:v>36.5</c:v>
                </c:pt>
                <c:pt idx="147">
                  <c:v>36.75</c:v>
                </c:pt>
                <c:pt idx="148">
                  <c:v>37.0</c:v>
                </c:pt>
                <c:pt idx="149">
                  <c:v>37.25</c:v>
                </c:pt>
                <c:pt idx="150">
                  <c:v>37.5</c:v>
                </c:pt>
                <c:pt idx="151">
                  <c:v>37.75</c:v>
                </c:pt>
                <c:pt idx="152">
                  <c:v>38.0</c:v>
                </c:pt>
                <c:pt idx="153">
                  <c:v>38.25</c:v>
                </c:pt>
                <c:pt idx="154">
                  <c:v>38.5</c:v>
                </c:pt>
                <c:pt idx="155">
                  <c:v>38.75</c:v>
                </c:pt>
                <c:pt idx="156">
                  <c:v>39.0</c:v>
                </c:pt>
                <c:pt idx="157">
                  <c:v>39.25</c:v>
                </c:pt>
                <c:pt idx="158">
                  <c:v>39.5</c:v>
                </c:pt>
                <c:pt idx="159">
                  <c:v>39.75</c:v>
                </c:pt>
                <c:pt idx="160">
                  <c:v>40.0</c:v>
                </c:pt>
              </c:numCache>
            </c:numRef>
          </c:xVal>
          <c:yVal>
            <c:numRef>
              <c:f>Sheet1!$B$2:$B$162</c:f>
              <c:numCache>
                <c:formatCode>General</c:formatCode>
                <c:ptCount val="161"/>
                <c:pt idx="0">
                  <c:v>0.0</c:v>
                </c:pt>
                <c:pt idx="1">
                  <c:v>58.54</c:v>
                </c:pt>
                <c:pt idx="2">
                  <c:v>116.55</c:v>
                </c:pt>
                <c:pt idx="3">
                  <c:v>173.53</c:v>
                </c:pt>
                <c:pt idx="4">
                  <c:v>228.97</c:v>
                </c:pt>
                <c:pt idx="5">
                  <c:v>282.38</c:v>
                </c:pt>
                <c:pt idx="6">
                  <c:v>333.28</c:v>
                </c:pt>
                <c:pt idx="7">
                  <c:v>381.23</c:v>
                </c:pt>
                <c:pt idx="8">
                  <c:v>425.79</c:v>
                </c:pt>
                <c:pt idx="9">
                  <c:v>466.57</c:v>
                </c:pt>
                <c:pt idx="10">
                  <c:v>503.21</c:v>
                </c:pt>
                <c:pt idx="11">
                  <c:v>535.38</c:v>
                </c:pt>
                <c:pt idx="12">
                  <c:v>562.8</c:v>
                </c:pt>
                <c:pt idx="13">
                  <c:v>585.23</c:v>
                </c:pt>
                <c:pt idx="14">
                  <c:v>602.46</c:v>
                </c:pt>
                <c:pt idx="15">
                  <c:v>614.34</c:v>
                </c:pt>
                <c:pt idx="16">
                  <c:v>620.77</c:v>
                </c:pt>
                <c:pt idx="17">
                  <c:v>621.69</c:v>
                </c:pt>
                <c:pt idx="18">
                  <c:v>617.1</c:v>
                </c:pt>
                <c:pt idx="19">
                  <c:v>607.02</c:v>
                </c:pt>
                <c:pt idx="20">
                  <c:v>591.56</c:v>
                </c:pt>
                <c:pt idx="21">
                  <c:v>570.84</c:v>
                </c:pt>
                <c:pt idx="22">
                  <c:v>545.06</c:v>
                </c:pt>
                <c:pt idx="23">
                  <c:v>514.44</c:v>
                </c:pt>
                <c:pt idx="24">
                  <c:v>479.26</c:v>
                </c:pt>
                <c:pt idx="25">
                  <c:v>439.82</c:v>
                </c:pt>
                <c:pt idx="26">
                  <c:v>396.48</c:v>
                </c:pt>
                <c:pt idx="27">
                  <c:v>349.62</c:v>
                </c:pt>
                <c:pt idx="28">
                  <c:v>299.65</c:v>
                </c:pt>
                <c:pt idx="29">
                  <c:v>247.03</c:v>
                </c:pt>
                <c:pt idx="30">
                  <c:v>192.21</c:v>
                </c:pt>
                <c:pt idx="31">
                  <c:v>135.69</c:v>
                </c:pt>
                <c:pt idx="32">
                  <c:v>77.96</c:v>
                </c:pt>
                <c:pt idx="33">
                  <c:v>19.54</c:v>
                </c:pt>
                <c:pt idx="34">
                  <c:v>-39.06</c:v>
                </c:pt>
                <c:pt idx="35">
                  <c:v>-97.3</c:v>
                </c:pt>
                <c:pt idx="36">
                  <c:v>-154.69</c:v>
                </c:pt>
                <c:pt idx="37">
                  <c:v>-210.69</c:v>
                </c:pt>
                <c:pt idx="38">
                  <c:v>-264.83</c:v>
                </c:pt>
                <c:pt idx="39">
                  <c:v>-316.62</c:v>
                </c:pt>
                <c:pt idx="40">
                  <c:v>-365.6</c:v>
                </c:pt>
                <c:pt idx="41">
                  <c:v>-411.34</c:v>
                </c:pt>
                <c:pt idx="42">
                  <c:v>-453.42</c:v>
                </c:pt>
                <c:pt idx="43">
                  <c:v>-491.48</c:v>
                </c:pt>
                <c:pt idx="44">
                  <c:v>-525.17</c:v>
                </c:pt>
                <c:pt idx="45">
                  <c:v>-554.21</c:v>
                </c:pt>
                <c:pt idx="46">
                  <c:v>-578.32</c:v>
                </c:pt>
                <c:pt idx="47">
                  <c:v>-597.3</c:v>
                </c:pt>
                <c:pt idx="48">
                  <c:v>-610.98</c:v>
                </c:pt>
                <c:pt idx="49">
                  <c:v>-619.24</c:v>
                </c:pt>
                <c:pt idx="50">
                  <c:v>-622.0</c:v>
                </c:pt>
                <c:pt idx="51">
                  <c:v>-619.24</c:v>
                </c:pt>
                <c:pt idx="52">
                  <c:v>-610.98</c:v>
                </c:pt>
                <c:pt idx="53">
                  <c:v>-597.3</c:v>
                </c:pt>
                <c:pt idx="54">
                  <c:v>-578.32</c:v>
                </c:pt>
                <c:pt idx="55">
                  <c:v>-554.21</c:v>
                </c:pt>
                <c:pt idx="56">
                  <c:v>-525.17</c:v>
                </c:pt>
                <c:pt idx="57">
                  <c:v>-491.48</c:v>
                </c:pt>
                <c:pt idx="58">
                  <c:v>-453.42</c:v>
                </c:pt>
                <c:pt idx="59">
                  <c:v>-411.34</c:v>
                </c:pt>
                <c:pt idx="60">
                  <c:v>-365.6</c:v>
                </c:pt>
                <c:pt idx="61">
                  <c:v>-316.62</c:v>
                </c:pt>
                <c:pt idx="62">
                  <c:v>-264.83</c:v>
                </c:pt>
                <c:pt idx="63">
                  <c:v>-210.69</c:v>
                </c:pt>
                <c:pt idx="64">
                  <c:v>-154.69</c:v>
                </c:pt>
                <c:pt idx="65">
                  <c:v>-97.3</c:v>
                </c:pt>
                <c:pt idx="66">
                  <c:v>-39.06</c:v>
                </c:pt>
                <c:pt idx="67">
                  <c:v>19.54</c:v>
                </c:pt>
                <c:pt idx="68">
                  <c:v>77.96</c:v>
                </c:pt>
                <c:pt idx="69">
                  <c:v>135.69</c:v>
                </c:pt>
                <c:pt idx="70">
                  <c:v>192.21</c:v>
                </c:pt>
                <c:pt idx="71">
                  <c:v>247.03</c:v>
                </c:pt>
                <c:pt idx="72">
                  <c:v>299.65</c:v>
                </c:pt>
                <c:pt idx="73">
                  <c:v>349.62</c:v>
                </c:pt>
                <c:pt idx="74">
                  <c:v>396.48</c:v>
                </c:pt>
                <c:pt idx="75">
                  <c:v>439.82</c:v>
                </c:pt>
                <c:pt idx="76">
                  <c:v>479.26</c:v>
                </c:pt>
                <c:pt idx="77">
                  <c:v>514.44</c:v>
                </c:pt>
                <c:pt idx="78">
                  <c:v>545.06</c:v>
                </c:pt>
                <c:pt idx="79">
                  <c:v>570.84</c:v>
                </c:pt>
                <c:pt idx="80">
                  <c:v>591.56</c:v>
                </c:pt>
                <c:pt idx="81">
                  <c:v>607.02</c:v>
                </c:pt>
                <c:pt idx="82">
                  <c:v>617.1</c:v>
                </c:pt>
                <c:pt idx="83">
                  <c:v>621.69</c:v>
                </c:pt>
                <c:pt idx="84">
                  <c:v>620.77</c:v>
                </c:pt>
                <c:pt idx="85">
                  <c:v>614.34</c:v>
                </c:pt>
                <c:pt idx="86">
                  <c:v>602.46</c:v>
                </c:pt>
                <c:pt idx="87">
                  <c:v>585.23</c:v>
                </c:pt>
                <c:pt idx="88">
                  <c:v>562.8</c:v>
                </c:pt>
                <c:pt idx="89">
                  <c:v>535.38</c:v>
                </c:pt>
                <c:pt idx="90">
                  <c:v>503.21</c:v>
                </c:pt>
                <c:pt idx="91">
                  <c:v>466.57</c:v>
                </c:pt>
                <c:pt idx="92">
                  <c:v>425.79</c:v>
                </c:pt>
                <c:pt idx="93">
                  <c:v>381.23</c:v>
                </c:pt>
                <c:pt idx="94">
                  <c:v>333.28</c:v>
                </c:pt>
                <c:pt idx="95">
                  <c:v>282.38</c:v>
                </c:pt>
                <c:pt idx="96">
                  <c:v>228.97</c:v>
                </c:pt>
                <c:pt idx="97">
                  <c:v>173.53</c:v>
                </c:pt>
                <c:pt idx="98">
                  <c:v>116.55</c:v>
                </c:pt>
                <c:pt idx="99">
                  <c:v>58.54</c:v>
                </c:pt>
                <c:pt idx="100">
                  <c:v>0.0</c:v>
                </c:pt>
                <c:pt idx="101">
                  <c:v>-58.54</c:v>
                </c:pt>
                <c:pt idx="102">
                  <c:v>-116.55</c:v>
                </c:pt>
                <c:pt idx="103">
                  <c:v>-173.53</c:v>
                </c:pt>
                <c:pt idx="104">
                  <c:v>-228.97</c:v>
                </c:pt>
                <c:pt idx="105">
                  <c:v>-282.38</c:v>
                </c:pt>
                <c:pt idx="106">
                  <c:v>-333.28</c:v>
                </c:pt>
                <c:pt idx="107">
                  <c:v>-381.23</c:v>
                </c:pt>
                <c:pt idx="108">
                  <c:v>-425.79</c:v>
                </c:pt>
                <c:pt idx="109">
                  <c:v>-466.57</c:v>
                </c:pt>
                <c:pt idx="110">
                  <c:v>-503.21</c:v>
                </c:pt>
                <c:pt idx="111">
                  <c:v>-535.38</c:v>
                </c:pt>
                <c:pt idx="112">
                  <c:v>-562.8</c:v>
                </c:pt>
                <c:pt idx="113">
                  <c:v>-585.23</c:v>
                </c:pt>
                <c:pt idx="114">
                  <c:v>-602.46</c:v>
                </c:pt>
                <c:pt idx="115">
                  <c:v>-614.34</c:v>
                </c:pt>
                <c:pt idx="116">
                  <c:v>-620.77</c:v>
                </c:pt>
                <c:pt idx="117">
                  <c:v>-621.69</c:v>
                </c:pt>
                <c:pt idx="118">
                  <c:v>-617.1</c:v>
                </c:pt>
                <c:pt idx="119">
                  <c:v>-607.02</c:v>
                </c:pt>
                <c:pt idx="120">
                  <c:v>-591.56</c:v>
                </c:pt>
                <c:pt idx="121">
                  <c:v>-570.84</c:v>
                </c:pt>
                <c:pt idx="122">
                  <c:v>-545.06</c:v>
                </c:pt>
                <c:pt idx="123">
                  <c:v>-514.44</c:v>
                </c:pt>
                <c:pt idx="124">
                  <c:v>-479.26</c:v>
                </c:pt>
                <c:pt idx="125">
                  <c:v>-439.82</c:v>
                </c:pt>
                <c:pt idx="126">
                  <c:v>-396.48</c:v>
                </c:pt>
                <c:pt idx="127">
                  <c:v>-349.62</c:v>
                </c:pt>
                <c:pt idx="128">
                  <c:v>-299.65</c:v>
                </c:pt>
                <c:pt idx="129">
                  <c:v>-247.03</c:v>
                </c:pt>
                <c:pt idx="130">
                  <c:v>-192.21</c:v>
                </c:pt>
                <c:pt idx="131">
                  <c:v>-135.69</c:v>
                </c:pt>
                <c:pt idx="132">
                  <c:v>-77.96</c:v>
                </c:pt>
                <c:pt idx="133">
                  <c:v>-19.54</c:v>
                </c:pt>
                <c:pt idx="134">
                  <c:v>39.06</c:v>
                </c:pt>
                <c:pt idx="135">
                  <c:v>97.3</c:v>
                </c:pt>
                <c:pt idx="136">
                  <c:v>154.69</c:v>
                </c:pt>
                <c:pt idx="137">
                  <c:v>210.69</c:v>
                </c:pt>
                <c:pt idx="138">
                  <c:v>264.83</c:v>
                </c:pt>
                <c:pt idx="139">
                  <c:v>316.62</c:v>
                </c:pt>
                <c:pt idx="140">
                  <c:v>365.6</c:v>
                </c:pt>
                <c:pt idx="141">
                  <c:v>411.34</c:v>
                </c:pt>
                <c:pt idx="142">
                  <c:v>453.42</c:v>
                </c:pt>
                <c:pt idx="143">
                  <c:v>491.48</c:v>
                </c:pt>
                <c:pt idx="144">
                  <c:v>525.17</c:v>
                </c:pt>
                <c:pt idx="145">
                  <c:v>554.21</c:v>
                </c:pt>
                <c:pt idx="146">
                  <c:v>578.32</c:v>
                </c:pt>
                <c:pt idx="147">
                  <c:v>597.3</c:v>
                </c:pt>
                <c:pt idx="148">
                  <c:v>610.98</c:v>
                </c:pt>
                <c:pt idx="149">
                  <c:v>619.24</c:v>
                </c:pt>
                <c:pt idx="150">
                  <c:v>622.0</c:v>
                </c:pt>
                <c:pt idx="151">
                  <c:v>619.24</c:v>
                </c:pt>
                <c:pt idx="152">
                  <c:v>610.98</c:v>
                </c:pt>
                <c:pt idx="153">
                  <c:v>597.3</c:v>
                </c:pt>
                <c:pt idx="154">
                  <c:v>578.32</c:v>
                </c:pt>
                <c:pt idx="155">
                  <c:v>554.21</c:v>
                </c:pt>
                <c:pt idx="156">
                  <c:v>525.17</c:v>
                </c:pt>
                <c:pt idx="157">
                  <c:v>491.48</c:v>
                </c:pt>
                <c:pt idx="158">
                  <c:v>453.42</c:v>
                </c:pt>
                <c:pt idx="159">
                  <c:v>411.34</c:v>
                </c:pt>
                <c:pt idx="160">
                  <c:v>365.6</c:v>
                </c:pt>
              </c:numCache>
            </c:numRef>
          </c:y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Calibri"/>
                  <a:ea typeface="Calibri"/>
                  <a:cs typeface="Calibri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700"/>
          <c:min val="-70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FE7EE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Calibri"/>
                    <a:ea typeface="Calibri"/>
                    <a:cs typeface="Calibri"/>
                  </a:rPr>
                  <a:t>Spänning (V)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Calibri"/>
                  <a:ea typeface="Calibri"/>
                  <a:cs typeface="Calibri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</a:p>
        </c:txPr>
        <c:crossAx val="48650112"/>
        <c:majorUnit val="350"/>
      </c:valAx>
      <c:valAx>
        <c:axId val="48650112"/>
        <c:scaling>
          <c:orientation val="minMax"/>
          <c:max val="40"/>
          <c:min val="0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Calibri"/>
                    <a:ea typeface="Calibri"/>
                    <a:cs typeface="Calibri"/>
                  </a:rPr>
                  <a:t>Tid (ms)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Calibri"/>
                  <a:ea typeface="Calibri"/>
                  <a:cs typeface="Calibri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</a:p>
        </c:txPr>
        <c:crossAx val="48672768"/>
        <c:majorUnit val="10"/>
      </c:valAx>
      <c:spPr>
        <a:solidFill xmlns:a="http://schemas.openxmlformats.org/drawingml/2006/main">
          <a:srgbClr val="FFFFFF"/>
        </a:solidFill>
      </c:spPr>
    </c:plotArea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charts/chart3.xml><?xml version="1.0" encoding="utf-8"?>
<c:chartSpace xmlns:c="http://schemas.openxmlformats.org/drawingml/2006/chart" xmlns:r="http://schemas.openxmlformats.org/officeDocument/2006/relationships">
  <c:lang val="en-US"/>
  <c:chart>
    <c:plotArea>
      <c:scatterChart>
        <c:scatterStyle val="line"/>
        <c:ser>
          <c:idx val="0"/>
          <c:order val="0"/>
          <c:tx>
            <c:strRef>
              <c:f>Sheet1!$B$1</c:f>
              <c:strCache>
                <c:ptCount val="1"/>
                <c:pt idx="0">
                  <c:v>u</c:v>
                </c:pt>
              </c:strCache>
            </c:strRef>
          </c:tx>
          <c:spPr>
            <a:ln xmlns:a="http://schemas.openxmlformats.org/drawingml/2006/main" w="23813">
              <a:solidFill>
                <a:srgbClr val="064F91"/>
              </a:solidFill>
            </a:ln>
          </c:spPr>
          <c:marker>
            <c:symbol val="none"/>
          </c:marker>
          <c:xVal>
            <c:numRef>
              <c:f>Sheet1!$A$2:$A$162</c:f>
              <c:numCache>
                <c:formatCode>General</c:formatCode>
                <c:ptCount val="161"/>
                <c:pt idx="0">
                  <c:v>0.0</c:v>
                </c:pt>
                <c:pt idx="1">
                  <c:v>0.25</c:v>
                </c:pt>
                <c:pt idx="2">
                  <c:v>0.5</c:v>
                </c:pt>
                <c:pt idx="3">
                  <c:v>0.75</c:v>
                </c:pt>
                <c:pt idx="4">
                  <c:v>1.0</c:v>
                </c:pt>
                <c:pt idx="5">
                  <c:v>1.25</c:v>
                </c:pt>
                <c:pt idx="6">
                  <c:v>1.5</c:v>
                </c:pt>
                <c:pt idx="7">
                  <c:v>1.75</c:v>
                </c:pt>
                <c:pt idx="8">
                  <c:v>2.0</c:v>
                </c:pt>
                <c:pt idx="9">
                  <c:v>2.25</c:v>
                </c:pt>
                <c:pt idx="10">
                  <c:v>2.5</c:v>
                </c:pt>
                <c:pt idx="11">
                  <c:v>2.75</c:v>
                </c:pt>
                <c:pt idx="12">
                  <c:v>3.0</c:v>
                </c:pt>
                <c:pt idx="13">
                  <c:v>3.25</c:v>
                </c:pt>
                <c:pt idx="14">
                  <c:v>3.5</c:v>
                </c:pt>
                <c:pt idx="15">
                  <c:v>3.75</c:v>
                </c:pt>
                <c:pt idx="16">
                  <c:v>4.0</c:v>
                </c:pt>
                <c:pt idx="17">
                  <c:v>4.25</c:v>
                </c:pt>
                <c:pt idx="18">
                  <c:v>4.5</c:v>
                </c:pt>
                <c:pt idx="19">
                  <c:v>4.75</c:v>
                </c:pt>
                <c:pt idx="20">
                  <c:v>5.0</c:v>
                </c:pt>
                <c:pt idx="21">
                  <c:v>5.25</c:v>
                </c:pt>
                <c:pt idx="22">
                  <c:v>5.5</c:v>
                </c:pt>
                <c:pt idx="23">
                  <c:v>5.75</c:v>
                </c:pt>
                <c:pt idx="24">
                  <c:v>6.0</c:v>
                </c:pt>
                <c:pt idx="25">
                  <c:v>6.25</c:v>
                </c:pt>
                <c:pt idx="26">
                  <c:v>6.5</c:v>
                </c:pt>
                <c:pt idx="27">
                  <c:v>6.75</c:v>
                </c:pt>
                <c:pt idx="28">
                  <c:v>7.0</c:v>
                </c:pt>
                <c:pt idx="29">
                  <c:v>7.25</c:v>
                </c:pt>
                <c:pt idx="30">
                  <c:v>7.5</c:v>
                </c:pt>
                <c:pt idx="31">
                  <c:v>7.75</c:v>
                </c:pt>
                <c:pt idx="32">
                  <c:v>8.0</c:v>
                </c:pt>
                <c:pt idx="33">
                  <c:v>8.25</c:v>
                </c:pt>
                <c:pt idx="34">
                  <c:v>8.5</c:v>
                </c:pt>
                <c:pt idx="35">
                  <c:v>8.75</c:v>
                </c:pt>
                <c:pt idx="36">
                  <c:v>9.0</c:v>
                </c:pt>
                <c:pt idx="37">
                  <c:v>9.25</c:v>
                </c:pt>
                <c:pt idx="38">
                  <c:v>9.5</c:v>
                </c:pt>
                <c:pt idx="39">
                  <c:v>9.75</c:v>
                </c:pt>
                <c:pt idx="40">
                  <c:v>10.0</c:v>
                </c:pt>
                <c:pt idx="41">
                  <c:v>10.25</c:v>
                </c:pt>
                <c:pt idx="42">
                  <c:v>10.5</c:v>
                </c:pt>
                <c:pt idx="43">
                  <c:v>10.75</c:v>
                </c:pt>
                <c:pt idx="44">
                  <c:v>11.0</c:v>
                </c:pt>
                <c:pt idx="45">
                  <c:v>11.25</c:v>
                </c:pt>
                <c:pt idx="46">
                  <c:v>11.5</c:v>
                </c:pt>
                <c:pt idx="47">
                  <c:v>11.75</c:v>
                </c:pt>
                <c:pt idx="48">
                  <c:v>12.0</c:v>
                </c:pt>
                <c:pt idx="49">
                  <c:v>12.25</c:v>
                </c:pt>
                <c:pt idx="50">
                  <c:v>12.5</c:v>
                </c:pt>
                <c:pt idx="51">
                  <c:v>12.75</c:v>
                </c:pt>
                <c:pt idx="52">
                  <c:v>13.0</c:v>
                </c:pt>
                <c:pt idx="53">
                  <c:v>13.25</c:v>
                </c:pt>
                <c:pt idx="54">
                  <c:v>13.5</c:v>
                </c:pt>
                <c:pt idx="55">
                  <c:v>13.75</c:v>
                </c:pt>
                <c:pt idx="56">
                  <c:v>14.0</c:v>
                </c:pt>
                <c:pt idx="57">
                  <c:v>14.25</c:v>
                </c:pt>
                <c:pt idx="58">
                  <c:v>14.5</c:v>
                </c:pt>
                <c:pt idx="59">
                  <c:v>14.75</c:v>
                </c:pt>
                <c:pt idx="60">
                  <c:v>15.0</c:v>
                </c:pt>
                <c:pt idx="61">
                  <c:v>15.25</c:v>
                </c:pt>
                <c:pt idx="62">
                  <c:v>15.5</c:v>
                </c:pt>
                <c:pt idx="63">
                  <c:v>15.75</c:v>
                </c:pt>
                <c:pt idx="64">
                  <c:v>16.0</c:v>
                </c:pt>
                <c:pt idx="65">
                  <c:v>16.25</c:v>
                </c:pt>
                <c:pt idx="66">
                  <c:v>16.5</c:v>
                </c:pt>
                <c:pt idx="67">
                  <c:v>16.75</c:v>
                </c:pt>
                <c:pt idx="68">
                  <c:v>17.0</c:v>
                </c:pt>
                <c:pt idx="69">
                  <c:v>17.25</c:v>
                </c:pt>
                <c:pt idx="70">
                  <c:v>17.5</c:v>
                </c:pt>
                <c:pt idx="71">
                  <c:v>17.75</c:v>
                </c:pt>
                <c:pt idx="72">
                  <c:v>18.0</c:v>
                </c:pt>
                <c:pt idx="73">
                  <c:v>18.25</c:v>
                </c:pt>
                <c:pt idx="74">
                  <c:v>18.5</c:v>
                </c:pt>
                <c:pt idx="75">
                  <c:v>18.75</c:v>
                </c:pt>
                <c:pt idx="76">
                  <c:v>19.0</c:v>
                </c:pt>
                <c:pt idx="77">
                  <c:v>19.25</c:v>
                </c:pt>
                <c:pt idx="78">
                  <c:v>19.5</c:v>
                </c:pt>
                <c:pt idx="79">
                  <c:v>19.75</c:v>
                </c:pt>
                <c:pt idx="80">
                  <c:v>20.0</c:v>
                </c:pt>
                <c:pt idx="81">
                  <c:v>20.25</c:v>
                </c:pt>
                <c:pt idx="82">
                  <c:v>20.5</c:v>
                </c:pt>
                <c:pt idx="83">
                  <c:v>20.75</c:v>
                </c:pt>
                <c:pt idx="84">
                  <c:v>21.0</c:v>
                </c:pt>
                <c:pt idx="85">
                  <c:v>21.25</c:v>
                </c:pt>
                <c:pt idx="86">
                  <c:v>21.5</c:v>
                </c:pt>
                <c:pt idx="87">
                  <c:v>21.75</c:v>
                </c:pt>
                <c:pt idx="88">
                  <c:v>22.0</c:v>
                </c:pt>
                <c:pt idx="89">
                  <c:v>22.25</c:v>
                </c:pt>
                <c:pt idx="90">
                  <c:v>22.5</c:v>
                </c:pt>
                <c:pt idx="91">
                  <c:v>22.75</c:v>
                </c:pt>
                <c:pt idx="92">
                  <c:v>23.0</c:v>
                </c:pt>
                <c:pt idx="93">
                  <c:v>23.25</c:v>
                </c:pt>
                <c:pt idx="94">
                  <c:v>23.5</c:v>
                </c:pt>
                <c:pt idx="95">
                  <c:v>23.75</c:v>
                </c:pt>
                <c:pt idx="96">
                  <c:v>24.0</c:v>
                </c:pt>
                <c:pt idx="97">
                  <c:v>24.25</c:v>
                </c:pt>
                <c:pt idx="98">
                  <c:v>24.5</c:v>
                </c:pt>
                <c:pt idx="99">
                  <c:v>24.75</c:v>
                </c:pt>
                <c:pt idx="100">
                  <c:v>25.0</c:v>
                </c:pt>
                <c:pt idx="101">
                  <c:v>25.25</c:v>
                </c:pt>
                <c:pt idx="102">
                  <c:v>25.5</c:v>
                </c:pt>
                <c:pt idx="103">
                  <c:v>25.75</c:v>
                </c:pt>
                <c:pt idx="104">
                  <c:v>26.0</c:v>
                </c:pt>
                <c:pt idx="105">
                  <c:v>26.25</c:v>
                </c:pt>
                <c:pt idx="106">
                  <c:v>26.5</c:v>
                </c:pt>
                <c:pt idx="107">
                  <c:v>26.75</c:v>
                </c:pt>
                <c:pt idx="108">
                  <c:v>27.0</c:v>
                </c:pt>
                <c:pt idx="109">
                  <c:v>27.25</c:v>
                </c:pt>
                <c:pt idx="110">
                  <c:v>27.5</c:v>
                </c:pt>
                <c:pt idx="111">
                  <c:v>27.75</c:v>
                </c:pt>
                <c:pt idx="112">
                  <c:v>28.0</c:v>
                </c:pt>
                <c:pt idx="113">
                  <c:v>28.25</c:v>
                </c:pt>
                <c:pt idx="114">
                  <c:v>28.5</c:v>
                </c:pt>
                <c:pt idx="115">
                  <c:v>28.75</c:v>
                </c:pt>
                <c:pt idx="116">
                  <c:v>29.0</c:v>
                </c:pt>
                <c:pt idx="117">
                  <c:v>29.25</c:v>
                </c:pt>
                <c:pt idx="118">
                  <c:v>29.5</c:v>
                </c:pt>
                <c:pt idx="119">
                  <c:v>29.75</c:v>
                </c:pt>
                <c:pt idx="120">
                  <c:v>30.0</c:v>
                </c:pt>
                <c:pt idx="121">
                  <c:v>30.25</c:v>
                </c:pt>
                <c:pt idx="122">
                  <c:v>30.5</c:v>
                </c:pt>
                <c:pt idx="123">
                  <c:v>30.75</c:v>
                </c:pt>
                <c:pt idx="124">
                  <c:v>31.0</c:v>
                </c:pt>
                <c:pt idx="125">
                  <c:v>31.25</c:v>
                </c:pt>
                <c:pt idx="126">
                  <c:v>31.5</c:v>
                </c:pt>
                <c:pt idx="127">
                  <c:v>31.75</c:v>
                </c:pt>
                <c:pt idx="128">
                  <c:v>32.0</c:v>
                </c:pt>
                <c:pt idx="129">
                  <c:v>32.25</c:v>
                </c:pt>
                <c:pt idx="130">
                  <c:v>32.5</c:v>
                </c:pt>
                <c:pt idx="131">
                  <c:v>32.75</c:v>
                </c:pt>
                <c:pt idx="132">
                  <c:v>33.0</c:v>
                </c:pt>
                <c:pt idx="133">
                  <c:v>33.25</c:v>
                </c:pt>
                <c:pt idx="134">
                  <c:v>33.5</c:v>
                </c:pt>
                <c:pt idx="135">
                  <c:v>33.75</c:v>
                </c:pt>
                <c:pt idx="136">
                  <c:v>34.0</c:v>
                </c:pt>
                <c:pt idx="137">
                  <c:v>34.25</c:v>
                </c:pt>
                <c:pt idx="138">
                  <c:v>34.5</c:v>
                </c:pt>
                <c:pt idx="139">
                  <c:v>34.75</c:v>
                </c:pt>
                <c:pt idx="140">
                  <c:v>35.0</c:v>
                </c:pt>
                <c:pt idx="141">
                  <c:v>35.25</c:v>
                </c:pt>
                <c:pt idx="142">
                  <c:v>35.5</c:v>
                </c:pt>
                <c:pt idx="143">
                  <c:v>35.75</c:v>
                </c:pt>
                <c:pt idx="144">
                  <c:v>36.0</c:v>
                </c:pt>
                <c:pt idx="145">
                  <c:v>36.25</c:v>
                </c:pt>
                <c:pt idx="146">
                  <c:v>36.5</c:v>
                </c:pt>
                <c:pt idx="147">
                  <c:v>36.75</c:v>
                </c:pt>
                <c:pt idx="148">
                  <c:v>37.0</c:v>
                </c:pt>
                <c:pt idx="149">
                  <c:v>37.25</c:v>
                </c:pt>
                <c:pt idx="150">
                  <c:v>37.5</c:v>
                </c:pt>
                <c:pt idx="151">
                  <c:v>37.75</c:v>
                </c:pt>
                <c:pt idx="152">
                  <c:v>38.0</c:v>
                </c:pt>
                <c:pt idx="153">
                  <c:v>38.25</c:v>
                </c:pt>
                <c:pt idx="154">
                  <c:v>38.5</c:v>
                </c:pt>
                <c:pt idx="155">
                  <c:v>38.75</c:v>
                </c:pt>
                <c:pt idx="156">
                  <c:v>39.0</c:v>
                </c:pt>
                <c:pt idx="157">
                  <c:v>39.25</c:v>
                </c:pt>
                <c:pt idx="158">
                  <c:v>39.5</c:v>
                </c:pt>
                <c:pt idx="159">
                  <c:v>39.75</c:v>
                </c:pt>
                <c:pt idx="160">
                  <c:v>40.0</c:v>
                </c:pt>
              </c:numCache>
            </c:numRef>
          </c:xVal>
          <c:yVal>
            <c:numRef>
              <c:f>Sheet1!$B$2:$B$162</c:f>
              <c:numCache>
                <c:formatCode>General</c:formatCode>
                <c:ptCount val="161"/>
                <c:pt idx="0">
                  <c:v>0.0</c:v>
                </c:pt>
                <c:pt idx="1">
                  <c:v>58.54</c:v>
                </c:pt>
                <c:pt idx="2">
                  <c:v>116.55</c:v>
                </c:pt>
                <c:pt idx="3">
                  <c:v>173.53</c:v>
                </c:pt>
                <c:pt idx="4">
                  <c:v>228.97</c:v>
                </c:pt>
                <c:pt idx="5">
                  <c:v>282.38</c:v>
                </c:pt>
                <c:pt idx="6">
                  <c:v>333.28</c:v>
                </c:pt>
                <c:pt idx="7">
                  <c:v>381.23</c:v>
                </c:pt>
                <c:pt idx="8">
                  <c:v>425.79</c:v>
                </c:pt>
                <c:pt idx="9">
                  <c:v>466.57</c:v>
                </c:pt>
                <c:pt idx="10">
                  <c:v>503.21</c:v>
                </c:pt>
                <c:pt idx="11">
                  <c:v>535.38</c:v>
                </c:pt>
                <c:pt idx="12">
                  <c:v>562.8</c:v>
                </c:pt>
                <c:pt idx="13">
                  <c:v>585.23</c:v>
                </c:pt>
                <c:pt idx="14">
                  <c:v>602.46</c:v>
                </c:pt>
                <c:pt idx="15">
                  <c:v>614.34</c:v>
                </c:pt>
                <c:pt idx="16">
                  <c:v>620.77</c:v>
                </c:pt>
                <c:pt idx="17">
                  <c:v>621.69</c:v>
                </c:pt>
                <c:pt idx="18">
                  <c:v>617.1</c:v>
                </c:pt>
                <c:pt idx="19">
                  <c:v>607.02</c:v>
                </c:pt>
                <c:pt idx="20">
                  <c:v>591.56</c:v>
                </c:pt>
                <c:pt idx="21">
                  <c:v>570.84</c:v>
                </c:pt>
                <c:pt idx="22">
                  <c:v>545.06</c:v>
                </c:pt>
                <c:pt idx="23">
                  <c:v>514.44</c:v>
                </c:pt>
                <c:pt idx="24">
                  <c:v>479.26</c:v>
                </c:pt>
                <c:pt idx="25">
                  <c:v>439.82</c:v>
                </c:pt>
                <c:pt idx="26">
                  <c:v>396.48</c:v>
                </c:pt>
                <c:pt idx="27">
                  <c:v>349.62</c:v>
                </c:pt>
                <c:pt idx="28">
                  <c:v>299.65</c:v>
                </c:pt>
                <c:pt idx="29">
                  <c:v>247.03</c:v>
                </c:pt>
                <c:pt idx="30">
                  <c:v>192.21</c:v>
                </c:pt>
                <c:pt idx="31">
                  <c:v>135.69</c:v>
                </c:pt>
                <c:pt idx="32">
                  <c:v>77.96</c:v>
                </c:pt>
                <c:pt idx="33">
                  <c:v>19.54</c:v>
                </c:pt>
                <c:pt idx="34">
                  <c:v>-39.06</c:v>
                </c:pt>
                <c:pt idx="35">
                  <c:v>-97.3</c:v>
                </c:pt>
                <c:pt idx="36">
                  <c:v>-154.69</c:v>
                </c:pt>
                <c:pt idx="37">
                  <c:v>-210.69</c:v>
                </c:pt>
                <c:pt idx="38">
                  <c:v>-264.83</c:v>
                </c:pt>
                <c:pt idx="39">
                  <c:v>-316.62</c:v>
                </c:pt>
                <c:pt idx="40">
                  <c:v>-365.6</c:v>
                </c:pt>
                <c:pt idx="41">
                  <c:v>-411.34</c:v>
                </c:pt>
                <c:pt idx="42">
                  <c:v>-453.42</c:v>
                </c:pt>
                <c:pt idx="43">
                  <c:v>-491.48</c:v>
                </c:pt>
                <c:pt idx="44">
                  <c:v>-525.17</c:v>
                </c:pt>
                <c:pt idx="45">
                  <c:v>-554.21</c:v>
                </c:pt>
                <c:pt idx="46">
                  <c:v>-578.32</c:v>
                </c:pt>
                <c:pt idx="47">
                  <c:v>-597.3</c:v>
                </c:pt>
                <c:pt idx="48">
                  <c:v>-610.98</c:v>
                </c:pt>
                <c:pt idx="49">
                  <c:v>-619.24</c:v>
                </c:pt>
                <c:pt idx="50">
                  <c:v>-622.0</c:v>
                </c:pt>
                <c:pt idx="51">
                  <c:v>-619.24</c:v>
                </c:pt>
                <c:pt idx="52">
                  <c:v>-610.98</c:v>
                </c:pt>
                <c:pt idx="53">
                  <c:v>-597.3</c:v>
                </c:pt>
                <c:pt idx="54">
                  <c:v>-578.32</c:v>
                </c:pt>
                <c:pt idx="55">
                  <c:v>-554.21</c:v>
                </c:pt>
                <c:pt idx="56">
                  <c:v>-525.17</c:v>
                </c:pt>
                <c:pt idx="57">
                  <c:v>-491.48</c:v>
                </c:pt>
                <c:pt idx="58">
                  <c:v>-453.42</c:v>
                </c:pt>
                <c:pt idx="59">
                  <c:v>-411.34</c:v>
                </c:pt>
                <c:pt idx="60">
                  <c:v>-365.6</c:v>
                </c:pt>
                <c:pt idx="61">
                  <c:v>-316.62</c:v>
                </c:pt>
                <c:pt idx="62">
                  <c:v>-264.83</c:v>
                </c:pt>
                <c:pt idx="63">
                  <c:v>-210.69</c:v>
                </c:pt>
                <c:pt idx="64">
                  <c:v>-154.69</c:v>
                </c:pt>
                <c:pt idx="65">
                  <c:v>-97.3</c:v>
                </c:pt>
                <c:pt idx="66">
                  <c:v>-39.06</c:v>
                </c:pt>
                <c:pt idx="67">
                  <c:v>19.54</c:v>
                </c:pt>
                <c:pt idx="68">
                  <c:v>77.96</c:v>
                </c:pt>
                <c:pt idx="69">
                  <c:v>135.69</c:v>
                </c:pt>
                <c:pt idx="70">
                  <c:v>192.21</c:v>
                </c:pt>
                <c:pt idx="71">
                  <c:v>247.03</c:v>
                </c:pt>
                <c:pt idx="72">
                  <c:v>299.65</c:v>
                </c:pt>
                <c:pt idx="73">
                  <c:v>349.62</c:v>
                </c:pt>
                <c:pt idx="74">
                  <c:v>396.48</c:v>
                </c:pt>
                <c:pt idx="75">
                  <c:v>439.82</c:v>
                </c:pt>
                <c:pt idx="76">
                  <c:v>479.26</c:v>
                </c:pt>
                <c:pt idx="77">
                  <c:v>514.44</c:v>
                </c:pt>
                <c:pt idx="78">
                  <c:v>545.06</c:v>
                </c:pt>
                <c:pt idx="79">
                  <c:v>570.84</c:v>
                </c:pt>
                <c:pt idx="80">
                  <c:v>591.56</c:v>
                </c:pt>
                <c:pt idx="81">
                  <c:v>607.02</c:v>
                </c:pt>
                <c:pt idx="82">
                  <c:v>617.1</c:v>
                </c:pt>
                <c:pt idx="83">
                  <c:v>621.69</c:v>
                </c:pt>
                <c:pt idx="84">
                  <c:v>620.77</c:v>
                </c:pt>
                <c:pt idx="85">
                  <c:v>614.34</c:v>
                </c:pt>
                <c:pt idx="86">
                  <c:v>602.46</c:v>
                </c:pt>
                <c:pt idx="87">
                  <c:v>585.23</c:v>
                </c:pt>
                <c:pt idx="88">
                  <c:v>562.8</c:v>
                </c:pt>
                <c:pt idx="89">
                  <c:v>535.38</c:v>
                </c:pt>
                <c:pt idx="90">
                  <c:v>503.21</c:v>
                </c:pt>
                <c:pt idx="91">
                  <c:v>466.57</c:v>
                </c:pt>
                <c:pt idx="92">
                  <c:v>425.79</c:v>
                </c:pt>
                <c:pt idx="93">
                  <c:v>381.23</c:v>
                </c:pt>
                <c:pt idx="94">
                  <c:v>333.28</c:v>
                </c:pt>
                <c:pt idx="95">
                  <c:v>282.38</c:v>
                </c:pt>
                <c:pt idx="96">
                  <c:v>228.97</c:v>
                </c:pt>
                <c:pt idx="97">
                  <c:v>173.53</c:v>
                </c:pt>
                <c:pt idx="98">
                  <c:v>116.55</c:v>
                </c:pt>
                <c:pt idx="99">
                  <c:v>58.54</c:v>
                </c:pt>
                <c:pt idx="100">
                  <c:v>0.0</c:v>
                </c:pt>
                <c:pt idx="101">
                  <c:v>-58.54</c:v>
                </c:pt>
                <c:pt idx="102">
                  <c:v>-116.55</c:v>
                </c:pt>
                <c:pt idx="103">
                  <c:v>-173.53</c:v>
                </c:pt>
                <c:pt idx="104">
                  <c:v>-228.97</c:v>
                </c:pt>
                <c:pt idx="105">
                  <c:v>-282.38</c:v>
                </c:pt>
                <c:pt idx="106">
                  <c:v>-333.28</c:v>
                </c:pt>
                <c:pt idx="107">
                  <c:v>-381.23</c:v>
                </c:pt>
                <c:pt idx="108">
                  <c:v>-425.79</c:v>
                </c:pt>
                <c:pt idx="109">
                  <c:v>-466.57</c:v>
                </c:pt>
                <c:pt idx="110">
                  <c:v>-503.21</c:v>
                </c:pt>
                <c:pt idx="111">
                  <c:v>-535.38</c:v>
                </c:pt>
                <c:pt idx="112">
                  <c:v>-562.8</c:v>
                </c:pt>
                <c:pt idx="113">
                  <c:v>-585.23</c:v>
                </c:pt>
                <c:pt idx="114">
                  <c:v>-602.46</c:v>
                </c:pt>
                <c:pt idx="115">
                  <c:v>-614.34</c:v>
                </c:pt>
                <c:pt idx="116">
                  <c:v>-620.77</c:v>
                </c:pt>
                <c:pt idx="117">
                  <c:v>-621.69</c:v>
                </c:pt>
                <c:pt idx="118">
                  <c:v>-617.1</c:v>
                </c:pt>
                <c:pt idx="119">
                  <c:v>-607.02</c:v>
                </c:pt>
                <c:pt idx="120">
                  <c:v>-591.56</c:v>
                </c:pt>
                <c:pt idx="121">
                  <c:v>-570.84</c:v>
                </c:pt>
                <c:pt idx="122">
                  <c:v>-545.06</c:v>
                </c:pt>
                <c:pt idx="123">
                  <c:v>-514.44</c:v>
                </c:pt>
                <c:pt idx="124">
                  <c:v>-479.26</c:v>
                </c:pt>
                <c:pt idx="125">
                  <c:v>-439.82</c:v>
                </c:pt>
                <c:pt idx="126">
                  <c:v>-396.48</c:v>
                </c:pt>
                <c:pt idx="127">
                  <c:v>-349.62</c:v>
                </c:pt>
                <c:pt idx="128">
                  <c:v>-299.65</c:v>
                </c:pt>
                <c:pt idx="129">
                  <c:v>-247.03</c:v>
                </c:pt>
                <c:pt idx="130">
                  <c:v>-192.21</c:v>
                </c:pt>
                <c:pt idx="131">
                  <c:v>-135.69</c:v>
                </c:pt>
                <c:pt idx="132">
                  <c:v>-77.96</c:v>
                </c:pt>
                <c:pt idx="133">
                  <c:v>-19.54</c:v>
                </c:pt>
                <c:pt idx="134">
                  <c:v>39.06</c:v>
                </c:pt>
                <c:pt idx="135">
                  <c:v>97.3</c:v>
                </c:pt>
                <c:pt idx="136">
                  <c:v>154.69</c:v>
                </c:pt>
                <c:pt idx="137">
                  <c:v>210.69</c:v>
                </c:pt>
                <c:pt idx="138">
                  <c:v>264.83</c:v>
                </c:pt>
                <c:pt idx="139">
                  <c:v>316.62</c:v>
                </c:pt>
                <c:pt idx="140">
                  <c:v>365.6</c:v>
                </c:pt>
                <c:pt idx="141">
                  <c:v>411.34</c:v>
                </c:pt>
                <c:pt idx="142">
                  <c:v>453.42</c:v>
                </c:pt>
                <c:pt idx="143">
                  <c:v>491.48</c:v>
                </c:pt>
                <c:pt idx="144">
                  <c:v>525.17</c:v>
                </c:pt>
                <c:pt idx="145">
                  <c:v>554.21</c:v>
                </c:pt>
                <c:pt idx="146">
                  <c:v>578.32</c:v>
                </c:pt>
                <c:pt idx="147">
                  <c:v>597.3</c:v>
                </c:pt>
                <c:pt idx="148">
                  <c:v>610.98</c:v>
                </c:pt>
                <c:pt idx="149">
                  <c:v>619.24</c:v>
                </c:pt>
                <c:pt idx="150">
                  <c:v>622.0</c:v>
                </c:pt>
                <c:pt idx="151">
                  <c:v>619.24</c:v>
                </c:pt>
                <c:pt idx="152">
                  <c:v>610.98</c:v>
                </c:pt>
                <c:pt idx="153">
                  <c:v>597.3</c:v>
                </c:pt>
                <c:pt idx="154">
                  <c:v>578.32</c:v>
                </c:pt>
                <c:pt idx="155">
                  <c:v>554.21</c:v>
                </c:pt>
                <c:pt idx="156">
                  <c:v>525.17</c:v>
                </c:pt>
                <c:pt idx="157">
                  <c:v>491.48</c:v>
                </c:pt>
                <c:pt idx="158">
                  <c:v>453.42</c:v>
                </c:pt>
                <c:pt idx="159">
                  <c:v>411.34</c:v>
                </c:pt>
                <c:pt idx="160">
                  <c:v>365.6</c:v>
                </c:pt>
              </c:numCache>
            </c:numRef>
          </c:y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Calibri"/>
                  <a:ea typeface="Calibri"/>
                  <a:cs typeface="Calibri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700"/>
          <c:min val="-70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FE7EE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Calibri"/>
                    <a:ea typeface="Calibri"/>
                    <a:cs typeface="Calibri"/>
                  </a:rPr>
                  <a:t>Spänning (V)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Calibri"/>
                  <a:ea typeface="Calibri"/>
                  <a:cs typeface="Calibri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</a:p>
        </c:txPr>
        <c:crossAx val="48650112"/>
        <c:majorUnit val="350"/>
      </c:valAx>
      <c:valAx>
        <c:axId val="48650112"/>
        <c:scaling>
          <c:orientation val="minMax"/>
          <c:max val="40"/>
          <c:min val="0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Calibri"/>
                    <a:ea typeface="Calibri"/>
                    <a:cs typeface="Calibri"/>
                  </a:rPr>
                  <a:t>Tid (ms)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Calibri"/>
                  <a:ea typeface="Calibri"/>
                  <a:cs typeface="Calibri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</a:p>
        </c:txPr>
        <c:crossAx val="48672768"/>
        <c:majorUnit val="10"/>
      </c:valAx>
      <c:spPr>
        <a:solidFill xmlns:a="http://schemas.openxmlformats.org/drawingml/2006/main">
          <a:srgbClr val="FFFFFF"/>
        </a:solidFill>
      </c:spPr>
    </c:plotArea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charts/chart4.xml><?xml version="1.0" encoding="utf-8"?>
<c:chartSpace xmlns:c="http://schemas.openxmlformats.org/drawingml/2006/chart" xmlns:r="http://schemas.openxmlformats.org/officeDocument/2006/relationships">
  <c:lang val="en-US"/>
  <c:chart>
    <c:plotArea>
      <c:scatterChart>
        <c:scatterStyle val="line"/>
        <c:ser>
          <c:idx val="0"/>
          <c:order val="0"/>
          <c:tx>
            <c:strRef>
              <c:f>Sheet1!$B$1</c:f>
              <c:strCache>
                <c:ptCount val="1"/>
                <c:pt idx="0">
                  <c:v>u</c:v>
                </c:pt>
              </c:strCache>
            </c:strRef>
          </c:tx>
          <c:spPr>
            <a:ln xmlns:a="http://schemas.openxmlformats.org/drawingml/2006/main" w="23813">
              <a:solidFill>
                <a:srgbClr val="064F91"/>
              </a:solidFill>
            </a:ln>
          </c:spPr>
          <c:marker>
            <c:symbol val="none"/>
          </c:marker>
          <c:xVal>
            <c:numRef>
              <c:f>Sheet1!$A$2:$A$162</c:f>
              <c:numCache>
                <c:formatCode>General</c:formatCode>
                <c:ptCount val="161"/>
                <c:pt idx="0">
                  <c:v>0.0</c:v>
                </c:pt>
                <c:pt idx="1">
                  <c:v>0.25</c:v>
                </c:pt>
                <c:pt idx="2">
                  <c:v>0.5</c:v>
                </c:pt>
                <c:pt idx="3">
                  <c:v>0.75</c:v>
                </c:pt>
                <c:pt idx="4">
                  <c:v>1.0</c:v>
                </c:pt>
                <c:pt idx="5">
                  <c:v>1.25</c:v>
                </c:pt>
                <c:pt idx="6">
                  <c:v>1.5</c:v>
                </c:pt>
                <c:pt idx="7">
                  <c:v>1.75</c:v>
                </c:pt>
                <c:pt idx="8">
                  <c:v>2.0</c:v>
                </c:pt>
                <c:pt idx="9">
                  <c:v>2.25</c:v>
                </c:pt>
                <c:pt idx="10">
                  <c:v>2.5</c:v>
                </c:pt>
                <c:pt idx="11">
                  <c:v>2.75</c:v>
                </c:pt>
                <c:pt idx="12">
                  <c:v>3.0</c:v>
                </c:pt>
                <c:pt idx="13">
                  <c:v>3.25</c:v>
                </c:pt>
                <c:pt idx="14">
                  <c:v>3.5</c:v>
                </c:pt>
                <c:pt idx="15">
                  <c:v>3.75</c:v>
                </c:pt>
                <c:pt idx="16">
                  <c:v>4.0</c:v>
                </c:pt>
                <c:pt idx="17">
                  <c:v>4.25</c:v>
                </c:pt>
                <c:pt idx="18">
                  <c:v>4.5</c:v>
                </c:pt>
                <c:pt idx="19">
                  <c:v>4.75</c:v>
                </c:pt>
                <c:pt idx="20">
                  <c:v>5.0</c:v>
                </c:pt>
                <c:pt idx="21">
                  <c:v>5.25</c:v>
                </c:pt>
                <c:pt idx="22">
                  <c:v>5.5</c:v>
                </c:pt>
                <c:pt idx="23">
                  <c:v>5.75</c:v>
                </c:pt>
                <c:pt idx="24">
                  <c:v>6.0</c:v>
                </c:pt>
                <c:pt idx="25">
                  <c:v>6.25</c:v>
                </c:pt>
                <c:pt idx="26">
                  <c:v>6.5</c:v>
                </c:pt>
                <c:pt idx="27">
                  <c:v>6.75</c:v>
                </c:pt>
                <c:pt idx="28">
                  <c:v>7.0</c:v>
                </c:pt>
                <c:pt idx="29">
                  <c:v>7.25</c:v>
                </c:pt>
                <c:pt idx="30">
                  <c:v>7.5</c:v>
                </c:pt>
                <c:pt idx="31">
                  <c:v>7.75</c:v>
                </c:pt>
                <c:pt idx="32">
                  <c:v>8.0</c:v>
                </c:pt>
                <c:pt idx="33">
                  <c:v>8.25</c:v>
                </c:pt>
                <c:pt idx="34">
                  <c:v>8.5</c:v>
                </c:pt>
                <c:pt idx="35">
                  <c:v>8.75</c:v>
                </c:pt>
                <c:pt idx="36">
                  <c:v>9.0</c:v>
                </c:pt>
                <c:pt idx="37">
                  <c:v>9.25</c:v>
                </c:pt>
                <c:pt idx="38">
                  <c:v>9.5</c:v>
                </c:pt>
                <c:pt idx="39">
                  <c:v>9.75</c:v>
                </c:pt>
                <c:pt idx="40">
                  <c:v>10.0</c:v>
                </c:pt>
                <c:pt idx="41">
                  <c:v>10.25</c:v>
                </c:pt>
                <c:pt idx="42">
                  <c:v>10.5</c:v>
                </c:pt>
                <c:pt idx="43">
                  <c:v>10.75</c:v>
                </c:pt>
                <c:pt idx="44">
                  <c:v>11.0</c:v>
                </c:pt>
                <c:pt idx="45">
                  <c:v>11.25</c:v>
                </c:pt>
                <c:pt idx="46">
                  <c:v>11.5</c:v>
                </c:pt>
                <c:pt idx="47">
                  <c:v>11.75</c:v>
                </c:pt>
                <c:pt idx="48">
                  <c:v>12.0</c:v>
                </c:pt>
                <c:pt idx="49">
                  <c:v>12.25</c:v>
                </c:pt>
                <c:pt idx="50">
                  <c:v>12.5</c:v>
                </c:pt>
                <c:pt idx="51">
                  <c:v>12.75</c:v>
                </c:pt>
                <c:pt idx="52">
                  <c:v>13.0</c:v>
                </c:pt>
                <c:pt idx="53">
                  <c:v>13.25</c:v>
                </c:pt>
                <c:pt idx="54">
                  <c:v>13.5</c:v>
                </c:pt>
                <c:pt idx="55">
                  <c:v>13.75</c:v>
                </c:pt>
                <c:pt idx="56">
                  <c:v>14.0</c:v>
                </c:pt>
                <c:pt idx="57">
                  <c:v>14.25</c:v>
                </c:pt>
                <c:pt idx="58">
                  <c:v>14.5</c:v>
                </c:pt>
                <c:pt idx="59">
                  <c:v>14.75</c:v>
                </c:pt>
                <c:pt idx="60">
                  <c:v>15.0</c:v>
                </c:pt>
                <c:pt idx="61">
                  <c:v>15.25</c:v>
                </c:pt>
                <c:pt idx="62">
                  <c:v>15.5</c:v>
                </c:pt>
                <c:pt idx="63">
                  <c:v>15.75</c:v>
                </c:pt>
                <c:pt idx="64">
                  <c:v>16.0</c:v>
                </c:pt>
                <c:pt idx="65">
                  <c:v>16.25</c:v>
                </c:pt>
                <c:pt idx="66">
                  <c:v>16.5</c:v>
                </c:pt>
                <c:pt idx="67">
                  <c:v>16.75</c:v>
                </c:pt>
                <c:pt idx="68">
                  <c:v>17.0</c:v>
                </c:pt>
                <c:pt idx="69">
                  <c:v>17.25</c:v>
                </c:pt>
                <c:pt idx="70">
                  <c:v>17.5</c:v>
                </c:pt>
                <c:pt idx="71">
                  <c:v>17.75</c:v>
                </c:pt>
                <c:pt idx="72">
                  <c:v>18.0</c:v>
                </c:pt>
                <c:pt idx="73">
                  <c:v>18.25</c:v>
                </c:pt>
                <c:pt idx="74">
                  <c:v>18.5</c:v>
                </c:pt>
                <c:pt idx="75">
                  <c:v>18.75</c:v>
                </c:pt>
                <c:pt idx="76">
                  <c:v>19.0</c:v>
                </c:pt>
                <c:pt idx="77">
                  <c:v>19.25</c:v>
                </c:pt>
                <c:pt idx="78">
                  <c:v>19.5</c:v>
                </c:pt>
                <c:pt idx="79">
                  <c:v>19.75</c:v>
                </c:pt>
                <c:pt idx="80">
                  <c:v>20.0</c:v>
                </c:pt>
                <c:pt idx="81">
                  <c:v>20.25</c:v>
                </c:pt>
                <c:pt idx="82">
                  <c:v>20.5</c:v>
                </c:pt>
                <c:pt idx="83">
                  <c:v>20.75</c:v>
                </c:pt>
                <c:pt idx="84">
                  <c:v>21.0</c:v>
                </c:pt>
                <c:pt idx="85">
                  <c:v>21.25</c:v>
                </c:pt>
                <c:pt idx="86">
                  <c:v>21.5</c:v>
                </c:pt>
                <c:pt idx="87">
                  <c:v>21.75</c:v>
                </c:pt>
                <c:pt idx="88">
                  <c:v>22.0</c:v>
                </c:pt>
                <c:pt idx="89">
                  <c:v>22.25</c:v>
                </c:pt>
                <c:pt idx="90">
                  <c:v>22.5</c:v>
                </c:pt>
                <c:pt idx="91">
                  <c:v>22.75</c:v>
                </c:pt>
                <c:pt idx="92">
                  <c:v>23.0</c:v>
                </c:pt>
                <c:pt idx="93">
                  <c:v>23.25</c:v>
                </c:pt>
                <c:pt idx="94">
                  <c:v>23.5</c:v>
                </c:pt>
                <c:pt idx="95">
                  <c:v>23.75</c:v>
                </c:pt>
                <c:pt idx="96">
                  <c:v>24.0</c:v>
                </c:pt>
                <c:pt idx="97">
                  <c:v>24.25</c:v>
                </c:pt>
                <c:pt idx="98">
                  <c:v>24.5</c:v>
                </c:pt>
                <c:pt idx="99">
                  <c:v>24.75</c:v>
                </c:pt>
                <c:pt idx="100">
                  <c:v>25.0</c:v>
                </c:pt>
                <c:pt idx="101">
                  <c:v>25.25</c:v>
                </c:pt>
                <c:pt idx="102">
                  <c:v>25.5</c:v>
                </c:pt>
                <c:pt idx="103">
                  <c:v>25.75</c:v>
                </c:pt>
                <c:pt idx="104">
                  <c:v>26.0</c:v>
                </c:pt>
                <c:pt idx="105">
                  <c:v>26.25</c:v>
                </c:pt>
                <c:pt idx="106">
                  <c:v>26.5</c:v>
                </c:pt>
                <c:pt idx="107">
                  <c:v>26.75</c:v>
                </c:pt>
                <c:pt idx="108">
                  <c:v>27.0</c:v>
                </c:pt>
                <c:pt idx="109">
                  <c:v>27.25</c:v>
                </c:pt>
                <c:pt idx="110">
                  <c:v>27.5</c:v>
                </c:pt>
                <c:pt idx="111">
                  <c:v>27.75</c:v>
                </c:pt>
                <c:pt idx="112">
                  <c:v>28.0</c:v>
                </c:pt>
                <c:pt idx="113">
                  <c:v>28.25</c:v>
                </c:pt>
                <c:pt idx="114">
                  <c:v>28.5</c:v>
                </c:pt>
                <c:pt idx="115">
                  <c:v>28.75</c:v>
                </c:pt>
                <c:pt idx="116">
                  <c:v>29.0</c:v>
                </c:pt>
                <c:pt idx="117">
                  <c:v>29.25</c:v>
                </c:pt>
                <c:pt idx="118">
                  <c:v>29.5</c:v>
                </c:pt>
                <c:pt idx="119">
                  <c:v>29.75</c:v>
                </c:pt>
                <c:pt idx="120">
                  <c:v>30.0</c:v>
                </c:pt>
                <c:pt idx="121">
                  <c:v>30.25</c:v>
                </c:pt>
                <c:pt idx="122">
                  <c:v>30.5</c:v>
                </c:pt>
                <c:pt idx="123">
                  <c:v>30.75</c:v>
                </c:pt>
                <c:pt idx="124">
                  <c:v>31.0</c:v>
                </c:pt>
                <c:pt idx="125">
                  <c:v>31.25</c:v>
                </c:pt>
                <c:pt idx="126">
                  <c:v>31.5</c:v>
                </c:pt>
                <c:pt idx="127">
                  <c:v>31.75</c:v>
                </c:pt>
                <c:pt idx="128">
                  <c:v>32.0</c:v>
                </c:pt>
                <c:pt idx="129">
                  <c:v>32.25</c:v>
                </c:pt>
                <c:pt idx="130">
                  <c:v>32.5</c:v>
                </c:pt>
                <c:pt idx="131">
                  <c:v>32.75</c:v>
                </c:pt>
                <c:pt idx="132">
                  <c:v>33.0</c:v>
                </c:pt>
                <c:pt idx="133">
                  <c:v>33.25</c:v>
                </c:pt>
                <c:pt idx="134">
                  <c:v>33.5</c:v>
                </c:pt>
                <c:pt idx="135">
                  <c:v>33.75</c:v>
                </c:pt>
                <c:pt idx="136">
                  <c:v>34.0</c:v>
                </c:pt>
                <c:pt idx="137">
                  <c:v>34.25</c:v>
                </c:pt>
                <c:pt idx="138">
                  <c:v>34.5</c:v>
                </c:pt>
                <c:pt idx="139">
                  <c:v>34.75</c:v>
                </c:pt>
                <c:pt idx="140">
                  <c:v>35.0</c:v>
                </c:pt>
                <c:pt idx="141">
                  <c:v>35.25</c:v>
                </c:pt>
                <c:pt idx="142">
                  <c:v>35.5</c:v>
                </c:pt>
                <c:pt idx="143">
                  <c:v>35.75</c:v>
                </c:pt>
                <c:pt idx="144">
                  <c:v>36.0</c:v>
                </c:pt>
                <c:pt idx="145">
                  <c:v>36.25</c:v>
                </c:pt>
                <c:pt idx="146">
                  <c:v>36.5</c:v>
                </c:pt>
                <c:pt idx="147">
                  <c:v>36.75</c:v>
                </c:pt>
                <c:pt idx="148">
                  <c:v>37.0</c:v>
                </c:pt>
                <c:pt idx="149">
                  <c:v>37.25</c:v>
                </c:pt>
                <c:pt idx="150">
                  <c:v>37.5</c:v>
                </c:pt>
                <c:pt idx="151">
                  <c:v>37.75</c:v>
                </c:pt>
                <c:pt idx="152">
                  <c:v>38.0</c:v>
                </c:pt>
                <c:pt idx="153">
                  <c:v>38.25</c:v>
                </c:pt>
                <c:pt idx="154">
                  <c:v>38.5</c:v>
                </c:pt>
                <c:pt idx="155">
                  <c:v>38.75</c:v>
                </c:pt>
                <c:pt idx="156">
                  <c:v>39.0</c:v>
                </c:pt>
                <c:pt idx="157">
                  <c:v>39.25</c:v>
                </c:pt>
                <c:pt idx="158">
                  <c:v>39.5</c:v>
                </c:pt>
                <c:pt idx="159">
                  <c:v>39.75</c:v>
                </c:pt>
                <c:pt idx="160">
                  <c:v>40.0</c:v>
                </c:pt>
              </c:numCache>
            </c:numRef>
          </c:xVal>
          <c:yVal>
            <c:numRef>
              <c:f>Sheet1!$B$2:$B$162</c:f>
              <c:numCache>
                <c:formatCode>General</c:formatCode>
                <c:ptCount val="161"/>
                <c:pt idx="0">
                  <c:v>0.0</c:v>
                </c:pt>
                <c:pt idx="1">
                  <c:v>58.54</c:v>
                </c:pt>
                <c:pt idx="2">
                  <c:v>116.55</c:v>
                </c:pt>
                <c:pt idx="3">
                  <c:v>173.53</c:v>
                </c:pt>
                <c:pt idx="4">
                  <c:v>228.97</c:v>
                </c:pt>
                <c:pt idx="5">
                  <c:v>282.38</c:v>
                </c:pt>
                <c:pt idx="6">
                  <c:v>333.28</c:v>
                </c:pt>
                <c:pt idx="7">
                  <c:v>381.23</c:v>
                </c:pt>
                <c:pt idx="8">
                  <c:v>425.79</c:v>
                </c:pt>
                <c:pt idx="9">
                  <c:v>466.57</c:v>
                </c:pt>
                <c:pt idx="10">
                  <c:v>503.21</c:v>
                </c:pt>
                <c:pt idx="11">
                  <c:v>535.38</c:v>
                </c:pt>
                <c:pt idx="12">
                  <c:v>562.8</c:v>
                </c:pt>
                <c:pt idx="13">
                  <c:v>585.23</c:v>
                </c:pt>
                <c:pt idx="14">
                  <c:v>602.46</c:v>
                </c:pt>
                <c:pt idx="15">
                  <c:v>614.34</c:v>
                </c:pt>
                <c:pt idx="16">
                  <c:v>620.77</c:v>
                </c:pt>
                <c:pt idx="17">
                  <c:v>621.69</c:v>
                </c:pt>
                <c:pt idx="18">
                  <c:v>617.1</c:v>
                </c:pt>
                <c:pt idx="19">
                  <c:v>607.02</c:v>
                </c:pt>
                <c:pt idx="20">
                  <c:v>591.56</c:v>
                </c:pt>
                <c:pt idx="21">
                  <c:v>570.84</c:v>
                </c:pt>
                <c:pt idx="22">
                  <c:v>545.06</c:v>
                </c:pt>
                <c:pt idx="23">
                  <c:v>514.44</c:v>
                </c:pt>
                <c:pt idx="24">
                  <c:v>479.26</c:v>
                </c:pt>
                <c:pt idx="25">
                  <c:v>439.82</c:v>
                </c:pt>
                <c:pt idx="26">
                  <c:v>396.48</c:v>
                </c:pt>
                <c:pt idx="27">
                  <c:v>349.62</c:v>
                </c:pt>
                <c:pt idx="28">
                  <c:v>299.65</c:v>
                </c:pt>
                <c:pt idx="29">
                  <c:v>247.03</c:v>
                </c:pt>
                <c:pt idx="30">
                  <c:v>192.21</c:v>
                </c:pt>
                <c:pt idx="31">
                  <c:v>135.69</c:v>
                </c:pt>
                <c:pt idx="32">
                  <c:v>77.96</c:v>
                </c:pt>
                <c:pt idx="33">
                  <c:v>19.54</c:v>
                </c:pt>
                <c:pt idx="34">
                  <c:v>-39.06</c:v>
                </c:pt>
                <c:pt idx="35">
                  <c:v>-97.3</c:v>
                </c:pt>
                <c:pt idx="36">
                  <c:v>-154.69</c:v>
                </c:pt>
                <c:pt idx="37">
                  <c:v>-210.69</c:v>
                </c:pt>
                <c:pt idx="38">
                  <c:v>-264.83</c:v>
                </c:pt>
                <c:pt idx="39">
                  <c:v>-316.62</c:v>
                </c:pt>
                <c:pt idx="40">
                  <c:v>-365.6</c:v>
                </c:pt>
                <c:pt idx="41">
                  <c:v>-411.34</c:v>
                </c:pt>
                <c:pt idx="42">
                  <c:v>-453.42</c:v>
                </c:pt>
                <c:pt idx="43">
                  <c:v>-491.48</c:v>
                </c:pt>
                <c:pt idx="44">
                  <c:v>-525.17</c:v>
                </c:pt>
                <c:pt idx="45">
                  <c:v>-554.21</c:v>
                </c:pt>
                <c:pt idx="46">
                  <c:v>-578.32</c:v>
                </c:pt>
                <c:pt idx="47">
                  <c:v>-597.3</c:v>
                </c:pt>
                <c:pt idx="48">
                  <c:v>-610.98</c:v>
                </c:pt>
                <c:pt idx="49">
                  <c:v>-619.24</c:v>
                </c:pt>
                <c:pt idx="50">
                  <c:v>-622.0</c:v>
                </c:pt>
                <c:pt idx="51">
                  <c:v>-619.24</c:v>
                </c:pt>
                <c:pt idx="52">
                  <c:v>-610.98</c:v>
                </c:pt>
                <c:pt idx="53">
                  <c:v>-597.3</c:v>
                </c:pt>
                <c:pt idx="54">
                  <c:v>-578.32</c:v>
                </c:pt>
                <c:pt idx="55">
                  <c:v>-554.21</c:v>
                </c:pt>
                <c:pt idx="56">
                  <c:v>-525.17</c:v>
                </c:pt>
                <c:pt idx="57">
                  <c:v>-491.48</c:v>
                </c:pt>
                <c:pt idx="58">
                  <c:v>-453.42</c:v>
                </c:pt>
                <c:pt idx="59">
                  <c:v>-411.34</c:v>
                </c:pt>
                <c:pt idx="60">
                  <c:v>-365.6</c:v>
                </c:pt>
                <c:pt idx="61">
                  <c:v>-316.62</c:v>
                </c:pt>
                <c:pt idx="62">
                  <c:v>-264.83</c:v>
                </c:pt>
                <c:pt idx="63">
                  <c:v>-210.69</c:v>
                </c:pt>
                <c:pt idx="64">
                  <c:v>-154.69</c:v>
                </c:pt>
                <c:pt idx="65">
                  <c:v>-97.3</c:v>
                </c:pt>
                <c:pt idx="66">
                  <c:v>-39.06</c:v>
                </c:pt>
                <c:pt idx="67">
                  <c:v>19.54</c:v>
                </c:pt>
                <c:pt idx="68">
                  <c:v>77.96</c:v>
                </c:pt>
                <c:pt idx="69">
                  <c:v>135.69</c:v>
                </c:pt>
                <c:pt idx="70">
                  <c:v>192.21</c:v>
                </c:pt>
                <c:pt idx="71">
                  <c:v>247.03</c:v>
                </c:pt>
                <c:pt idx="72">
                  <c:v>299.65</c:v>
                </c:pt>
                <c:pt idx="73">
                  <c:v>349.62</c:v>
                </c:pt>
                <c:pt idx="74">
                  <c:v>396.48</c:v>
                </c:pt>
                <c:pt idx="75">
                  <c:v>439.82</c:v>
                </c:pt>
                <c:pt idx="76">
                  <c:v>479.26</c:v>
                </c:pt>
                <c:pt idx="77">
                  <c:v>514.44</c:v>
                </c:pt>
                <c:pt idx="78">
                  <c:v>545.06</c:v>
                </c:pt>
                <c:pt idx="79">
                  <c:v>570.84</c:v>
                </c:pt>
                <c:pt idx="80">
                  <c:v>591.56</c:v>
                </c:pt>
                <c:pt idx="81">
                  <c:v>607.02</c:v>
                </c:pt>
                <c:pt idx="82">
                  <c:v>617.1</c:v>
                </c:pt>
                <c:pt idx="83">
                  <c:v>621.69</c:v>
                </c:pt>
                <c:pt idx="84">
                  <c:v>620.77</c:v>
                </c:pt>
                <c:pt idx="85">
                  <c:v>614.34</c:v>
                </c:pt>
                <c:pt idx="86">
                  <c:v>602.46</c:v>
                </c:pt>
                <c:pt idx="87">
                  <c:v>585.23</c:v>
                </c:pt>
                <c:pt idx="88">
                  <c:v>562.8</c:v>
                </c:pt>
                <c:pt idx="89">
                  <c:v>535.38</c:v>
                </c:pt>
                <c:pt idx="90">
                  <c:v>503.21</c:v>
                </c:pt>
                <c:pt idx="91">
                  <c:v>466.57</c:v>
                </c:pt>
                <c:pt idx="92">
                  <c:v>425.79</c:v>
                </c:pt>
                <c:pt idx="93">
                  <c:v>381.23</c:v>
                </c:pt>
                <c:pt idx="94">
                  <c:v>333.28</c:v>
                </c:pt>
                <c:pt idx="95">
                  <c:v>282.38</c:v>
                </c:pt>
                <c:pt idx="96">
                  <c:v>228.97</c:v>
                </c:pt>
                <c:pt idx="97">
                  <c:v>173.53</c:v>
                </c:pt>
                <c:pt idx="98">
                  <c:v>116.55</c:v>
                </c:pt>
                <c:pt idx="99">
                  <c:v>58.54</c:v>
                </c:pt>
                <c:pt idx="100">
                  <c:v>0.0</c:v>
                </c:pt>
                <c:pt idx="101">
                  <c:v>-58.54</c:v>
                </c:pt>
                <c:pt idx="102">
                  <c:v>-116.55</c:v>
                </c:pt>
                <c:pt idx="103">
                  <c:v>-173.53</c:v>
                </c:pt>
                <c:pt idx="104">
                  <c:v>-228.97</c:v>
                </c:pt>
                <c:pt idx="105">
                  <c:v>-282.38</c:v>
                </c:pt>
                <c:pt idx="106">
                  <c:v>-333.28</c:v>
                </c:pt>
                <c:pt idx="107">
                  <c:v>-381.23</c:v>
                </c:pt>
                <c:pt idx="108">
                  <c:v>-425.79</c:v>
                </c:pt>
                <c:pt idx="109">
                  <c:v>-466.57</c:v>
                </c:pt>
                <c:pt idx="110">
                  <c:v>-503.21</c:v>
                </c:pt>
                <c:pt idx="111">
                  <c:v>-535.38</c:v>
                </c:pt>
                <c:pt idx="112">
                  <c:v>-562.8</c:v>
                </c:pt>
                <c:pt idx="113">
                  <c:v>-585.23</c:v>
                </c:pt>
                <c:pt idx="114">
                  <c:v>-602.46</c:v>
                </c:pt>
                <c:pt idx="115">
                  <c:v>-614.34</c:v>
                </c:pt>
                <c:pt idx="116">
                  <c:v>-620.77</c:v>
                </c:pt>
                <c:pt idx="117">
                  <c:v>-621.69</c:v>
                </c:pt>
                <c:pt idx="118">
                  <c:v>-617.1</c:v>
                </c:pt>
                <c:pt idx="119">
                  <c:v>-607.02</c:v>
                </c:pt>
                <c:pt idx="120">
                  <c:v>-591.56</c:v>
                </c:pt>
                <c:pt idx="121">
                  <c:v>-570.84</c:v>
                </c:pt>
                <c:pt idx="122">
                  <c:v>-545.06</c:v>
                </c:pt>
                <c:pt idx="123">
                  <c:v>-514.44</c:v>
                </c:pt>
                <c:pt idx="124">
                  <c:v>-479.26</c:v>
                </c:pt>
                <c:pt idx="125">
                  <c:v>-439.82</c:v>
                </c:pt>
                <c:pt idx="126">
                  <c:v>-396.48</c:v>
                </c:pt>
                <c:pt idx="127">
                  <c:v>-349.62</c:v>
                </c:pt>
                <c:pt idx="128">
                  <c:v>-299.65</c:v>
                </c:pt>
                <c:pt idx="129">
                  <c:v>-247.03</c:v>
                </c:pt>
                <c:pt idx="130">
                  <c:v>-192.21</c:v>
                </c:pt>
                <c:pt idx="131">
                  <c:v>-135.69</c:v>
                </c:pt>
                <c:pt idx="132">
                  <c:v>-77.96</c:v>
                </c:pt>
                <c:pt idx="133">
                  <c:v>-19.54</c:v>
                </c:pt>
                <c:pt idx="134">
                  <c:v>39.06</c:v>
                </c:pt>
                <c:pt idx="135">
                  <c:v>97.3</c:v>
                </c:pt>
                <c:pt idx="136">
                  <c:v>154.69</c:v>
                </c:pt>
                <c:pt idx="137">
                  <c:v>210.69</c:v>
                </c:pt>
                <c:pt idx="138">
                  <c:v>264.83</c:v>
                </c:pt>
                <c:pt idx="139">
                  <c:v>316.62</c:v>
                </c:pt>
                <c:pt idx="140">
                  <c:v>365.6</c:v>
                </c:pt>
                <c:pt idx="141">
                  <c:v>411.34</c:v>
                </c:pt>
                <c:pt idx="142">
                  <c:v>453.42</c:v>
                </c:pt>
                <c:pt idx="143">
                  <c:v>491.48</c:v>
                </c:pt>
                <c:pt idx="144">
                  <c:v>525.17</c:v>
                </c:pt>
                <c:pt idx="145">
                  <c:v>554.21</c:v>
                </c:pt>
                <c:pt idx="146">
                  <c:v>578.32</c:v>
                </c:pt>
                <c:pt idx="147">
                  <c:v>597.3</c:v>
                </c:pt>
                <c:pt idx="148">
                  <c:v>610.98</c:v>
                </c:pt>
                <c:pt idx="149">
                  <c:v>619.24</c:v>
                </c:pt>
                <c:pt idx="150">
                  <c:v>622.0</c:v>
                </c:pt>
                <c:pt idx="151">
                  <c:v>619.24</c:v>
                </c:pt>
                <c:pt idx="152">
                  <c:v>610.98</c:v>
                </c:pt>
                <c:pt idx="153">
                  <c:v>597.3</c:v>
                </c:pt>
                <c:pt idx="154">
                  <c:v>578.32</c:v>
                </c:pt>
                <c:pt idx="155">
                  <c:v>554.21</c:v>
                </c:pt>
                <c:pt idx="156">
                  <c:v>525.17</c:v>
                </c:pt>
                <c:pt idx="157">
                  <c:v>491.48</c:v>
                </c:pt>
                <c:pt idx="158">
                  <c:v>453.42</c:v>
                </c:pt>
                <c:pt idx="159">
                  <c:v>411.34</c:v>
                </c:pt>
                <c:pt idx="160">
                  <c:v>365.6</c:v>
                </c:pt>
              </c:numCache>
            </c:numRef>
          </c:y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Calibri"/>
                  <a:ea typeface="Calibri"/>
                  <a:cs typeface="Calibri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700"/>
          <c:min val="-70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FE7EE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Calibri"/>
                    <a:ea typeface="Calibri"/>
                    <a:cs typeface="Calibri"/>
                  </a:rPr>
                  <a:t>Spänning (V)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Calibri"/>
                  <a:ea typeface="Calibri"/>
                  <a:cs typeface="Calibri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</a:p>
        </c:txPr>
        <c:crossAx val="48650112"/>
        <c:majorUnit val="350"/>
      </c:valAx>
      <c:valAx>
        <c:axId val="48650112"/>
        <c:scaling>
          <c:orientation val="minMax"/>
          <c:max val="40"/>
          <c:min val="0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Calibri"/>
                    <a:ea typeface="Calibri"/>
                    <a:cs typeface="Calibri"/>
                  </a:rPr>
                  <a:t>Tid (ms)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Calibri"/>
                  <a:ea typeface="Calibri"/>
                  <a:cs typeface="Calibri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</a:p>
        </c:txPr>
        <c:crossAx val="48672768"/>
        <c:majorUnit val="10"/>
      </c:valAx>
      <c:spPr>
        <a:solidFill xmlns:a="http://schemas.openxmlformats.org/drawingml/2006/main">
          <a:srgbClr val="FFFFFF"/>
        </a:solidFill>
      </c:spPr>
    </c:plotArea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1b59b7a1fb8467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pic>
        <p:nvPicPr>
          <p:cNvPr id="18" name="Bildobjekt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2f20a46a9cd490b"/>
          <a:srcRect xmlns:a="http://schemas.openxmlformats.org/drawingml/2006/main" l="0" t="194" r="0" b="19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-185460"/>
            <a:ext cx="9138501" cy="6068674"/>
          </a:xfrm>
          <a:prstGeom xmlns:a="http://schemas.openxmlformats.org/drawingml/2006/main" prst="rect">
            <a:avLst/>
          </a:prstGeom>
        </p:spPr>
      </p:pic>
      <p:sp>
        <p:nvSpPr>
          <p:cNvPr id="11" name="Kontrast för omslagets rubrik">
            <a:extLst xmlns:a="http://schemas.openxmlformats.org/drawingml/2006/main">
              <a:ext uri="{FF2B5EF4-FFF2-40B4-BE49-F238E27FC236}">
                <a16:creationId xmlns:a16="http://schemas.microsoft.com/office/drawing/2014/main" id="{1C68A519-5C2F-4ADA-8D1B-2915957F9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38501" cy="5883214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01427">
                  <a:alpha val="38000"/>
                </a:srgbClr>
              </a:gs>
              <a:gs pos="42000">
                <a:srgbClr val="001427">
                  <a:alpha val="45000"/>
                </a:srgbClr>
              </a:gs>
              <a:gs pos="68000">
                <a:srgbClr val="001427">
                  <a:alpha val="0"/>
                </a:srgbClr>
              </a:gs>
              <a:gs pos="100000">
                <a:srgbClr val="001427">
                  <a:alpha val="0"/>
                </a:srgbClr>
              </a:gs>
            </a:gsLst>
            <a:lin ang="5400000"/>
          </a:gra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2" name="textruta 3">
            <a:extLst xmlns:a="http://schemas.openxmlformats.org/drawingml/2006/main">
              <a:ext uri="{FF2B5EF4-FFF2-40B4-BE49-F238E27FC236}">
                <a16:creationId xmlns:a16="http://schemas.microsoft.com/office/drawing/2014/main" id="{3314D241-D727-4F62-9DDC-CED970349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704850"/>
            <a:ext cx="6334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Sinusformad växelspänning</a:t>
            </a:r>
          </a:p>
        </p:txBody>
      </p:sp>
      <p:sp>
        <p:nvSpPr>
          <p:cNvPr id="13" name="Period, frekvens, toppvärde och effektivvärde">
            <a:extLst xmlns:a="http://schemas.openxmlformats.org/drawingml/2006/main">
              <a:ext uri="{FF2B5EF4-FFF2-40B4-BE49-F238E27FC236}">
                <a16:creationId xmlns:a16="http://schemas.microsoft.com/office/drawing/2014/main" id="{71DEC4CA-7C23-4868-A36F-13163BEDC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1809750"/>
            <a:ext cx="628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Period, frekvens, toppvärde och effektivvärde</a:t>
            </a:r>
          </a:p>
        </p:txBody>
      </p:sp>
      <p:sp>
        <p:nvSpPr>
          <p:cNvPr id="14" name="1">
            <a:extLst xmlns:a="http://schemas.openxmlformats.org/drawingml/2006/main">
              <a:ext uri="{FF2B5EF4-FFF2-40B4-BE49-F238E27FC236}">
                <a16:creationId xmlns:a16="http://schemas.microsoft.com/office/drawing/2014/main" id="{51AE8A25-D656-4627-9221-6994440B5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15937386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e0ff7acf47544b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FC087E38-24B8-4390-A470-171A4B90C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Det här ska du kunna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1A327D7A-75B0-4711-BCCD-6AF044A3E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Hitta en hel period på kurvan och räkna periodtiden T ur frekvensen.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Skilja på toppvärde, effektivvärde (RMS) och medelvärde.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Förklara varför en multimeter och kurvans topp visar olika tal.</a:t>
            </a:r>
          </a:p>
        </p:txBody>
      </p:sp>
      <p:sp>
        <p:nvSpPr>
          <p:cNvPr id="11" name="section">
            <a:extLst xmlns:a="http://schemas.openxmlformats.org/drawingml/2006/main">
              <a:ext uri="{FF2B5EF4-FFF2-40B4-BE49-F238E27FC236}">
                <a16:creationId xmlns:a16="http://schemas.microsoft.com/office/drawing/2014/main" id="{AB055349-C913-4DA4-AAEF-3C07FCB0F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2" name="page">
            <a:extLst xmlns:a="http://schemas.openxmlformats.org/drawingml/2006/main">
              <a:ext uri="{FF2B5EF4-FFF2-40B4-BE49-F238E27FC236}">
                <a16:creationId xmlns:a16="http://schemas.microsoft.com/office/drawing/2014/main" id="{3D685F21-ACC8-4690-A04E-30DEFACEE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f9516a5b457451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7673C849-9725-4670-B00D-B19CF87B8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Spänning över tid</a:t>
            </a:r>
          </a:p>
        </p:txBody>
      </p:sp>
      <p:graphicFrame>
        <p:nvGraphicFramePr>
          <p:cNvPr id="16" name="Chart"/>
          <p:cNvGraphicFramePr/>
          <p:nvPr/>
        </p:nvGraphicFramePr>
        <p:xfrm>
          <a:off xmlns:a="http://schemas.openxmlformats.org/drawingml/2006/main" x="857250" y="1352550"/>
          <a:ext xmlns:a="http://schemas.openxmlformats.org/drawingml/2006/main" cx="7429500" cy="2381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e78b578c5db4d97"/>
          </a:graphicData>
        </a:graphic>
      </p:graphicFrame>
      <p:sp>
        <p:nvSpPr>
          <p:cNvPr id="11" name="body">
            <a:extLst xmlns:a="http://schemas.openxmlformats.org/drawingml/2006/main">
              <a:ext uri="{FF2B5EF4-FFF2-40B4-BE49-F238E27FC236}">
                <a16:creationId xmlns:a16="http://schemas.microsoft.com/office/drawing/2014/main" id="{E7E198F2-1BA5-4B75-911A-4EA57EC67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05250"/>
            <a:ext cx="76200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Den vågräta axeln visar tid i millisekunder. Den lodräta visar spänning i volt.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Kurvan går över och under noll. Spänningens polaritet växlar.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En hel period går från en stigande nollpassage till nästa stigande nollpassage.</a:t>
            </a:r>
          </a:p>
        </p:txBody>
      </p:sp>
      <p:sp>
        <p:nvSpPr>
          <p:cNvPr id="12" name="section">
            <a:extLst xmlns:a="http://schemas.openxmlformats.org/drawingml/2006/main">
              <a:ext uri="{FF2B5EF4-FFF2-40B4-BE49-F238E27FC236}">
                <a16:creationId xmlns:a16="http://schemas.microsoft.com/office/drawing/2014/main" id="{B0C29A2D-ECFF-47EF-912E-834529A9E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3" name="page">
            <a:extLst xmlns:a="http://schemas.openxmlformats.org/drawingml/2006/main">
              <a:ext uri="{FF2B5EF4-FFF2-40B4-BE49-F238E27FC236}">
                <a16:creationId xmlns:a16="http://schemas.microsoft.com/office/drawing/2014/main" id="{5ADE5B8C-4E29-4290-A758-52AFEBDD3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6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3cff0e3ded34ac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EBF8A642-F295-478D-9568-8CA871756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Periodtid och frekvens</a:t>
            </a:r>
          </a:p>
        </p:txBody>
      </p:sp>
      <p:graphicFrame>
        <p:nvGraphicFramePr>
          <p:cNvPr id="18" name="Chart"/>
          <p:cNvGraphicFramePr/>
          <p:nvPr/>
        </p:nvGraphicFramePr>
        <p:xfrm>
          <a:off xmlns:a="http://schemas.openxmlformats.org/drawingml/2006/main" x="857250" y="1352550"/>
          <a:ext xmlns:a="http://schemas.openxmlformats.org/drawingml/2006/main" cx="7429500" cy="2381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e1d2de372f734ba9"/>
          </a:graphicData>
        </a:graphic>
      </p:graphicFrame>
      <p:sp>
        <p:nvSpPr>
          <p:cNvPr id="11" name="period-label">
            <a:extLst xmlns:a="http://schemas.openxmlformats.org/drawingml/2006/main">
              <a:ext uri="{FF2B5EF4-FFF2-40B4-BE49-F238E27FC236}">
                <a16:creationId xmlns:a16="http://schemas.microsoft.com/office/drawing/2014/main" id="{59320ED9-579C-4F64-BF6D-8396697C0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1362075"/>
            <a:ext cx="295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En hel period vid 60 Hz: 16,7 ms</a:t>
            </a:r>
          </a:p>
        </p:txBody>
      </p:sp>
      <p:sp>
        <p:nvSpPr>
          <p:cNvPr id="12" name="body">
            <a:extLst xmlns:a="http://schemas.openxmlformats.org/drawingml/2006/main">
              <a:ext uri="{FF2B5EF4-FFF2-40B4-BE49-F238E27FC236}">
                <a16:creationId xmlns:a16="http://schemas.microsoft.com/office/drawing/2014/main" id="{A9E45233-63F6-45F4-A44A-836A92A56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05250"/>
            <a:ext cx="76200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Frekvens f är antal perioder per sekund. Enheten är hertz, Hz.</a:t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Periodtiden T är tiden för en hel period. Ombord är frekvensen 60 Hz: T = 1/60 ≈ 0,0167 s = 16,7 ms (millisekunder, tusendels sekunder).</a:t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På kurvan är avståndet mellan motsvarande punkter 16,7 ms.</a:t>
            </a:r>
          </a:p>
        </p:txBody>
      </p:sp>
      <p:sp>
        <p:nvSpPr>
          <p:cNvPr id="13" name="formula">
            <a:extLst xmlns:a="http://schemas.openxmlformats.org/drawingml/2006/main">
              <a:ext uri="{FF2B5EF4-FFF2-40B4-BE49-F238E27FC236}">
                <a16:creationId xmlns:a16="http://schemas.microsoft.com/office/drawing/2014/main" id="{C6A60F1A-CBFC-4085-822F-9181FCE0A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552825"/>
            <a:ext cx="7524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17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 = 1/f     T i ms = 1 000/f</a:t>
            </a:r>
          </a:p>
        </p:txBody>
      </p:sp>
      <p:sp>
        <p:nvSpPr>
          <p:cNvPr id="14" name="section">
            <a:extLst xmlns:a="http://schemas.openxmlformats.org/drawingml/2006/main">
              <a:ext uri="{FF2B5EF4-FFF2-40B4-BE49-F238E27FC236}">
                <a16:creationId xmlns:a16="http://schemas.microsoft.com/office/drawing/2014/main" id="{5B87CD48-7E03-41B1-91A1-D9E014D44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5" name="page">
            <a:extLst xmlns:a="http://schemas.openxmlformats.org/drawingml/2006/main">
              <a:ext uri="{FF2B5EF4-FFF2-40B4-BE49-F238E27FC236}">
                <a16:creationId xmlns:a16="http://schemas.microsoft.com/office/drawing/2014/main" id="{3ACDD28B-8335-40BB-9E7E-E693A331C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6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fdb4787d7e04fb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2223FF91-0A2D-4EB6-A96D-9AD26D395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Toppvärde och topp till topp</a:t>
            </a:r>
          </a:p>
        </p:txBody>
      </p:sp>
      <p:graphicFrame>
        <p:nvGraphicFramePr>
          <p:cNvPr id="18" name="Chart"/>
          <p:cNvGraphicFramePr/>
          <p:nvPr/>
        </p:nvGraphicFramePr>
        <p:xfrm>
          <a:off xmlns:a="http://schemas.openxmlformats.org/drawingml/2006/main" x="857250" y="1352550"/>
          <a:ext xmlns:a="http://schemas.openxmlformats.org/drawingml/2006/main" cx="7429500" cy="2381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a2831535db414bd1"/>
          </a:graphicData>
        </a:graphic>
      </p:graphicFrame>
      <p:sp>
        <p:nvSpPr>
          <p:cNvPr id="11" name="peak-label">
            <a:extLst xmlns:a="http://schemas.openxmlformats.org/drawingml/2006/main">
              <a:ext uri="{FF2B5EF4-FFF2-40B4-BE49-F238E27FC236}">
                <a16:creationId xmlns:a16="http://schemas.microsoft.com/office/drawing/2014/main" id="{D3C25ABC-2A41-44D4-B30C-338048ABE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1362075"/>
            <a:ext cx="304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Topp från noll: 622 V</a:t>
            </a:r>
          </a:p>
        </p:txBody>
      </p:sp>
      <p:sp>
        <p:nvSpPr>
          <p:cNvPr id="12" name="body">
            <a:extLst xmlns:a="http://schemas.openxmlformats.org/drawingml/2006/main">
              <a:ext uri="{FF2B5EF4-FFF2-40B4-BE49-F238E27FC236}">
                <a16:creationId xmlns:a16="http://schemas.microsoft.com/office/drawing/2014/main" id="{00845828-32FA-4835-B117-40C37D47E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05250"/>
            <a:ext cx="76200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Toppvärdet û (läses u-topp, u med hatt) mäts från noll till den positiva toppen.</a:t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Topp till topp, U</a:t>
            </a:r>
            <a:r>
              <a:rPr sz="165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pp</a:t>
            </a: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 (pp: peak to peak), går från negativ topp till positiv topp.</a:t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Exempel, 440 V-nätet ombord: û ≈ 622 V och U</a:t>
            </a:r>
            <a:r>
              <a:rPr sz="165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pp</a:t>
            </a: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 = 2 · û ≈ 1 245 V.</a:t>
            </a:r>
          </a:p>
        </p:txBody>
      </p:sp>
      <p:sp>
        <p:nvSpPr>
          <p:cNvPr id="13" name="formula">
            <a:extLst xmlns:a="http://schemas.openxmlformats.org/drawingml/2006/main">
              <a:ext uri="{FF2B5EF4-FFF2-40B4-BE49-F238E27FC236}">
                <a16:creationId xmlns:a16="http://schemas.microsoft.com/office/drawing/2014/main" id="{D1C32827-549D-442A-826A-1D5D52727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552825"/>
            <a:ext cx="7524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17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17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pp</a:t>
            </a:r>
            <a:r>
              <a:rPr sz="17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2 · û</a:t>
            </a:r>
          </a:p>
        </p:txBody>
      </p:sp>
      <p:sp>
        <p:nvSpPr>
          <p:cNvPr id="14" name="section">
            <a:extLst xmlns:a="http://schemas.openxmlformats.org/drawingml/2006/main">
              <a:ext uri="{FF2B5EF4-FFF2-40B4-BE49-F238E27FC236}">
                <a16:creationId xmlns:a16="http://schemas.microsoft.com/office/drawing/2014/main" id="{215F48C6-4C1B-4653-9B97-5FAA81195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5" name="page">
            <a:extLst xmlns:a="http://schemas.openxmlformats.org/drawingml/2006/main">
              <a:ext uri="{FF2B5EF4-FFF2-40B4-BE49-F238E27FC236}">
                <a16:creationId xmlns:a16="http://schemas.microsoft.com/office/drawing/2014/main" id="{F729C037-1891-43AF-847C-0FED2E6EA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efd4ff62482408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ACAE807B-6D83-4F49-B7C3-EC29EC7A2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Effektivvärdet beskriver värmeeffekten</a:t>
            </a:r>
          </a:p>
        </p:txBody>
      </p:sp>
      <p:sp>
        <p:nvSpPr>
          <p:cNvPr id="10" name="meter-label-0">
            <a:extLst xmlns:a="http://schemas.openxmlformats.org/drawingml/2006/main">
              <a:ext uri="{FF2B5EF4-FFF2-40B4-BE49-F238E27FC236}">
                <a16:creationId xmlns:a16="http://schemas.microsoft.com/office/drawing/2014/main" id="{136C8B4C-BFC8-46E0-B52A-280C4BB99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476375"/>
            <a:ext cx="4095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Multimeter, true RMS</a:t>
            </a:r>
          </a:p>
        </p:txBody>
      </p:sp>
      <p:sp>
        <p:nvSpPr>
          <p:cNvPr id="11" name="meter-value-0">
            <a:extLst xmlns:a="http://schemas.openxmlformats.org/drawingml/2006/main">
              <a:ext uri="{FF2B5EF4-FFF2-40B4-BE49-F238E27FC236}">
                <a16:creationId xmlns:a16="http://schemas.microsoft.com/office/drawing/2014/main" id="{FC0A56AE-42CC-4B47-9720-60B458068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1419225"/>
            <a:ext cx="276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440 V</a:t>
            </a:r>
          </a:p>
        </p:txBody>
      </p:sp>
      <p:sp>
        <p:nvSpPr>
          <p:cNvPr id="12" name="meter-label-1">
            <a:extLst xmlns:a="http://schemas.openxmlformats.org/drawingml/2006/main">
              <a:ext uri="{FF2B5EF4-FFF2-40B4-BE49-F238E27FC236}">
                <a16:creationId xmlns:a16="http://schemas.microsoft.com/office/drawing/2014/main" id="{E659F7A7-6E8D-4684-929B-A24536F77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428875"/>
            <a:ext cx="4095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Kurvans topp</a:t>
            </a:r>
          </a:p>
        </p:txBody>
      </p:sp>
      <p:sp>
        <p:nvSpPr>
          <p:cNvPr id="13" name="meter-value-1">
            <a:extLst xmlns:a="http://schemas.openxmlformats.org/drawingml/2006/main">
              <a:ext uri="{FF2B5EF4-FFF2-40B4-BE49-F238E27FC236}">
                <a16:creationId xmlns:a16="http://schemas.microsoft.com/office/drawing/2014/main" id="{5ACC3EFA-8C29-4716-A58A-19271F562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371725"/>
            <a:ext cx="276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622 V</a:t>
            </a:r>
          </a:p>
        </p:txBody>
      </p:sp>
      <p:sp>
        <p:nvSpPr>
          <p:cNvPr id="14" name="body">
            <a:extLst xmlns:a="http://schemas.openxmlformats.org/drawingml/2006/main">
              <a:ext uri="{FF2B5EF4-FFF2-40B4-BE49-F238E27FC236}">
                <a16:creationId xmlns:a16="http://schemas.microsoft.com/office/drawing/2014/main" id="{CECD8F8B-4716-4A32-A82B-2937E88CA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05250"/>
            <a:ext cx="76200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Effektivvärdet 230 V i vägguttaget värmer en vattenkokare lika mycket som 230 V likspänning (DC).</a:t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Effektivvärdet förkortas RMS (root mean square, engelska för kvadratiskt medelvärde). U utan index betyder alltid effektivvärdet. Multimetern i växelspänningsläget (AC eller V~) visar 230 V i vägguttaget och 440 V ombord.</a:t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Toppen är högre eftersom spänningen bara når toppen en kort stund.</a:t>
            </a:r>
          </a:p>
        </p:txBody>
      </p:sp>
      <p:sp>
        <p:nvSpPr>
          <p:cNvPr id="15" name="formula">
            <a:extLst xmlns:a="http://schemas.openxmlformats.org/drawingml/2006/main">
              <a:ext uri="{FF2B5EF4-FFF2-40B4-BE49-F238E27FC236}">
                <a16:creationId xmlns:a16="http://schemas.microsoft.com/office/drawing/2014/main" id="{F93CBAE8-6391-491B-929C-897E30001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552825"/>
            <a:ext cx="7524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17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û = √2 · U = √2 · 440 ≈ 622 V</a:t>
            </a:r>
          </a:p>
        </p:txBody>
      </p:sp>
      <p:sp>
        <p:nvSpPr>
          <p:cNvPr id="16" name="section">
            <a:extLst xmlns:a="http://schemas.openxmlformats.org/drawingml/2006/main">
              <a:ext uri="{FF2B5EF4-FFF2-40B4-BE49-F238E27FC236}">
                <a16:creationId xmlns:a16="http://schemas.microsoft.com/office/drawing/2014/main" id="{733AB601-5AD4-4E31-8494-364D7B44D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7" name="page">
            <a:extLst xmlns:a="http://schemas.openxmlformats.org/drawingml/2006/main">
              <a:ext uri="{FF2B5EF4-FFF2-40B4-BE49-F238E27FC236}">
                <a16:creationId xmlns:a16="http://schemas.microsoft.com/office/drawing/2014/main" id="{495A4DEA-4AAC-4F11-8DAD-09E7BD130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c5a024022404e7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230AE83B-6E10-48AF-9324-BB78DE328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helt räkneexempel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7BF4C775-CEF9-4EFD-9C25-675A893BB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Givet: fartygets huvudnät, U = 440 V RMS och f = 60 Hz.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Period: T = 1 000/60 ≈ 16,7 ms.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Topp: û = 440 · √2 ≈ 622 V. Topp till topp: ≈ 1 245 V.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Räkna sedan själv med labbens källa. Skriv förväntat värde före avläsningen.</a:t>
            </a:r>
          </a:p>
        </p:txBody>
      </p:sp>
      <p:sp>
        <p:nvSpPr>
          <p:cNvPr id="11" name="section">
            <a:extLst xmlns:a="http://schemas.openxmlformats.org/drawingml/2006/main">
              <a:ext uri="{FF2B5EF4-FFF2-40B4-BE49-F238E27FC236}">
                <a16:creationId xmlns:a16="http://schemas.microsoft.com/office/drawing/2014/main" id="{EAD7E56B-1990-4179-9F16-5D1EA3D14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2" name="page">
            <a:extLst xmlns:a="http://schemas.openxmlformats.org/drawingml/2006/main">
              <a:ext uri="{FF2B5EF4-FFF2-40B4-BE49-F238E27FC236}">
                <a16:creationId xmlns:a16="http://schemas.microsoft.com/office/drawing/2014/main" id="{86077810-0813-4B51-9269-EBB9B1CFA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8791"/>
            <a:ext cx="9144006" cy="763524"/>
          </a:xfrm>
          <a:prstGeom prst="rect">
            <a:avLst/>
          </a:prstGeom>
        </p:spPr>
      </p:pic>
      <p:sp>
        <p:nvSpPr>
          <p:cNvPr id="9" name="title">
            <a:extLst>
              <a:ext uri="{FF2B5EF4-FFF2-40B4-BE49-F238E27FC236}">
                <a16:creationId xmlns:a16="http://schemas.microsoft.com/office/drawing/2014/main" id="{7962C62C-109D-441A-9E4A-67632189D64C}"/>
              </a:ext>
            </a:extLst>
          </p:cNvPr>
          <p:cNvSpPr>
            <a:spLocks noGrp="1"/>
          </p:cNvSpPr>
          <p:nvPr/>
        </p:nvSpPr>
        <p:spPr>
          <a:xfrm>
            <a:off x="571500" y="428625"/>
            <a:ext cx="8001000" cy="781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Din tur: belysningsnätet ombord</a:t>
            </a:r>
          </a:p>
        </p:txBody>
      </p:sp>
      <p:sp>
        <p:nvSpPr>
          <p:cNvPr id="10" name="body">
            <a:extLst>
              <a:ext uri="{FF2B5EF4-FFF2-40B4-BE49-F238E27FC236}">
                <a16:creationId xmlns:a16="http://schemas.microsoft.com/office/drawing/2014/main" id="{8BAD7154-9510-4220-A4BE-FE50A6F6BFC1}"/>
              </a:ext>
            </a:extLst>
          </p:cNvPr>
          <p:cNvSpPr>
            <a:spLocks noGrp="1"/>
          </p:cNvSpPr>
          <p:nvPr/>
        </p:nvSpPr>
        <p:spPr>
          <a:xfrm>
            <a:off x="762000" y="1330000"/>
            <a:ext cx="7620000" cy="56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4D6579"/>
                </a:solidFill>
                <a:latin typeface="Calibri"/>
                <a:ea typeface="Calibri"/>
                <a:cs typeface="Calibri"/>
              </a:rPr>
              <a:t>Räkna på papper eller miniwhiteboard. Titta på svaret först när du har ett eget.</a:t>
            </a:r>
          </a:p>
        </p:txBody>
      </p:sp>
      <p:sp>
        <p:nvSpPr>
          <p:cNvPr id="11" name="check">
            <a:extLst>
              <a:ext uri="{FF2B5EF4-FFF2-40B4-BE49-F238E27FC236}">
                <a16:creationId xmlns:a16="http://schemas.microsoft.com/office/drawing/2014/main" id="{B70753C7-C3B8-4F47-B62B-24102E19EEBC}"/>
              </a:ext>
            </a:extLst>
          </p:cNvPr>
          <p:cNvSpPr>
            <a:spLocks noGrp="1"/>
          </p:cNvSpPr>
          <p:nvPr/>
        </p:nvSpPr>
        <p:spPr>
          <a:xfrm>
            <a:off x="762000" y="1950000"/>
            <a:ext cx="7620000" cy="190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defRPr sz="17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600" b="1">
                <a:solidFill>
                  <a:srgbClr val="163248"/>
                </a:solidFill>
                <a:latin typeface="Calibri"/>
                <a:ea typeface="Calibri"/>
                <a:cs typeface="Calibri"/>
              </a:rPr>
              <a:t>Belysningsnätet ombord har U = 254 V RMS och f = 60 Hz. Räkna toppvärdet û och topp till topp U</a:t>
            </a:r>
            <a:r>
              <a:rPr sz="2600" b="1" baseline="-25000">
                <a:solidFill>
                  <a:srgbClr val="163248"/>
                </a:solidFill>
                <a:latin typeface="Calibri"/>
                <a:ea typeface="Calibri"/>
                <a:cs typeface="Calibri"/>
              </a:rPr>
              <a:t>pp</a:t>
            </a:r>
            <a:r>
              <a:rPr sz="2600" b="1">
                <a:solidFill>
                  <a:srgbClr val="16324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12" name="section">
            <a:extLst>
              <a:ext uri="{FF2B5EF4-FFF2-40B4-BE49-F238E27FC236}">
                <a16:creationId xmlns:a16="http://schemas.microsoft.com/office/drawing/2014/main" id="{9B1C64DD-2273-42DB-B85F-C12446C1D3B3}"/>
              </a:ext>
            </a:extLst>
          </p:cNvPr>
          <p:cNvSpPr>
            <a:spLocks noGrp="1"/>
          </p:cNvSpPr>
          <p:nvPr/>
        </p:nvSpPr>
        <p:spPr>
          <a:xfrm>
            <a:off x="1809750" y="6419850"/>
            <a:ext cx="41910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3" name="page">
            <a:extLst>
              <a:ext uri="{FF2B5EF4-FFF2-40B4-BE49-F238E27FC236}">
                <a16:creationId xmlns:a16="http://schemas.microsoft.com/office/drawing/2014/main" id="{56C39C5B-E2A3-490F-AB9A-BF7FF13842D6}"/>
              </a:ext>
            </a:extLst>
          </p:cNvPr>
          <p:cNvSpPr>
            <a:spLocks noGrp="1"/>
          </p:cNvSpPr>
          <p:nvPr/>
        </p:nvSpPr>
        <p:spPr>
          <a:xfrm>
            <a:off x="8286750" y="6438900"/>
            <a:ext cx="428625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8</a:t>
            </a:r>
          </a:p>
        </p:txBody>
      </p:sp>
      <p:sp>
        <p:nvSpPr>
          <p:cNvPr id="14" name="svar">
            <a:extLst>
              <a:ext uri="{FF2B5EF4-FFF2-40B4-BE49-F238E27FC236}">
                <a16:creationId xmlns:a16="http://schemas.microsoft.com/office/drawing/2014/main" id="{B70753C7-C3B8-4F47-B62B-24102E19EEBC}"/>
              </a:ext>
            </a:extLst>
          </p:cNvPr>
          <p:cNvSpPr>
            <a:spLocks noGrp="1"/>
          </p:cNvSpPr>
          <p:nvPr/>
        </p:nvSpPr>
        <p:spPr>
          <a:xfrm>
            <a:off x="762000" y="3950000"/>
            <a:ext cx="7620000" cy="1250000"/>
          </a:xfrm>
          <a:prstGeom prst="rect">
            <a:avLst/>
          </a:prstGeom>
          <a:solidFill>
            <a:srgbClr val="E9F5EE"/>
          </a:solidFill>
          <a:ln w="19050">
            <a:solidFill>
              <a:srgbClr val="176844"/>
            </a:solidFill>
          </a:ln>
        </p:spPr>
        <p:txBody>
          <a:bodyPr lIns="160000" tIns="110000" rIns="160000" bIns="110000" anchor="t" wrap="square">
            <a:noAutofit/>
          </a:bodyPr>
          <a:lstStyle/>
          <a:p>
            <a:pPr>
              <a:defRPr sz="17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1">
                <a:solidFill>
                  <a:srgbClr val="176844"/>
                </a:solidFill>
                <a:latin typeface="Calibri"/>
                <a:ea typeface="Calibri"/>
                <a:cs typeface="Calibri"/>
              </a:rPr>
              <a:t>û = √2 · 254 ≈ 359 V. U</a:t>
            </a:r>
            <a:r>
              <a:rPr sz="2000" b="1" baseline="-25000">
                <a:solidFill>
                  <a:srgbClr val="176844"/>
                </a:solidFill>
                <a:latin typeface="Calibri"/>
                <a:ea typeface="Calibri"/>
                <a:cs typeface="Calibri"/>
              </a:rPr>
              <a:t>pp</a:t>
            </a:r>
            <a:r>
              <a:rPr sz="2000" b="1">
                <a:solidFill>
                  <a:srgbClr val="176844"/>
                </a:solidFill>
                <a:latin typeface="Calibri"/>
                <a:ea typeface="Calibri"/>
                <a:cs typeface="Calibri"/>
              </a:rPr>
              <a:t> = 2 · û ≈ 718 V.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</p:bldLst>
  </p:timing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65d211cfed4448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C483EA55-AB96-4596-8623-3A2975DC4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Instrumentkontroll före mätningen</a:t>
            </a:r>
          </a:p>
        </p:txBody>
      </p:sp>
      <p:sp>
        <p:nvSpPr>
          <p:cNvPr id="10" name="meter-label-0">
            <a:extLst xmlns:a="http://schemas.openxmlformats.org/drawingml/2006/main">
              <a:ext uri="{FF2B5EF4-FFF2-40B4-BE49-F238E27FC236}">
                <a16:creationId xmlns:a16="http://schemas.microsoft.com/office/drawing/2014/main" id="{D9A36E47-F692-4883-AA97-A85C4A5CE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476375"/>
            <a:ext cx="4095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True RMS</a:t>
            </a:r>
          </a:p>
        </p:txBody>
      </p:sp>
      <p:sp>
        <p:nvSpPr>
          <p:cNvPr id="11" name="meter-value-0">
            <a:extLst xmlns:a="http://schemas.openxmlformats.org/drawingml/2006/main">
              <a:ext uri="{FF2B5EF4-FFF2-40B4-BE49-F238E27FC236}">
                <a16:creationId xmlns:a16="http://schemas.microsoft.com/office/drawing/2014/main" id="{2E80B963-170B-41CB-8CCB-64AFB5B5B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1419225"/>
            <a:ext cx="276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= U</a:t>
            </a:r>
          </a:p>
        </p:txBody>
      </p:sp>
      <p:sp>
        <p:nvSpPr>
          <p:cNvPr id="12" name="meter-label-1">
            <a:extLst xmlns:a="http://schemas.openxmlformats.org/drawingml/2006/main">
              <a:ext uri="{FF2B5EF4-FFF2-40B4-BE49-F238E27FC236}">
                <a16:creationId xmlns:a16="http://schemas.microsoft.com/office/drawing/2014/main" id="{37225E30-B52C-42FB-AC53-098B03189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428875"/>
            <a:ext cx="4095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Sinuskalibrerad</a:t>
            </a:r>
          </a:p>
        </p:txBody>
      </p:sp>
      <p:sp>
        <p:nvSpPr>
          <p:cNvPr id="13" name="meter-value-1">
            <a:extLst xmlns:a="http://schemas.openxmlformats.org/drawingml/2006/main">
              <a:ext uri="{FF2B5EF4-FFF2-40B4-BE49-F238E27FC236}">
                <a16:creationId xmlns:a16="http://schemas.microsoft.com/office/drawing/2014/main" id="{C0F3EE65-B546-460F-8041-D883FE531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371725"/>
            <a:ext cx="276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= U</a:t>
            </a:r>
          </a:p>
        </p:txBody>
      </p:sp>
      <p:sp>
        <p:nvSpPr>
          <p:cNvPr id="14" name="body">
            <a:extLst xmlns:a="http://schemas.openxmlformats.org/drawingml/2006/main">
              <a:ext uri="{FF2B5EF4-FFF2-40B4-BE49-F238E27FC236}">
                <a16:creationId xmlns:a16="http://schemas.microsoft.com/office/drawing/2014/main" id="{2E1DCEFD-383B-4927-81D7-C12D1166E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05250"/>
            <a:ext cx="76200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I simulatorn väljer grunduppgiften en kalibrator på 10,00 V sinus.</a:t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Förutsäg visningen. Läs sedan av både true RMS-mätaren (räknar ut det verkliga effektivvärdet för alla kurvformer) och den sinuskalibrerade mätaren (visar rätt bara för ren sinus).</a:t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För en ren sinus visar båda mätartyperna kalibratorns effektivvärde. Skillnaden syns först vid andra kurvformer. Kontrollen dokumenteras för båda instrumenten.</a:t>
            </a:r>
          </a:p>
        </p:txBody>
      </p:sp>
      <p:sp>
        <p:nvSpPr>
          <p:cNvPr id="15" name="section">
            <a:extLst xmlns:a="http://schemas.openxmlformats.org/drawingml/2006/main">
              <a:ext uri="{FF2B5EF4-FFF2-40B4-BE49-F238E27FC236}">
                <a16:creationId xmlns:a16="http://schemas.microsoft.com/office/drawing/2014/main" id="{BE08DD8C-2C2F-46E8-A89A-DE09D45B1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6" name="page">
            <a:extLst xmlns:a="http://schemas.openxmlformats.org/drawingml/2006/main">
              <a:ext uri="{FF2B5EF4-FFF2-40B4-BE49-F238E27FC236}">
                <a16:creationId xmlns:a16="http://schemas.microsoft.com/office/drawing/2014/main" id="{BC480966-7F56-495F-B28D-2C0C46A3A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d96d33ba7aa4ba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DABF7100-E82B-4D1C-B160-ABF3EC162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protokollrad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FB38414D-923A-430C-90E5-1E98ADD2A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Exempel från fartyget, 60 Hz. Förutsäg: T = 1 000/60 ≈ 16,7 ms.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Läs av och registrera 16,7 ms.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Jämför: avläst − förväntat = 0,0 ms.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Förklara: en hel period tar 16,7 ms. Frekvensen är 60 perioder per sekund. I labben gör du samma sak vid 50 Hz med din egen spänning, som räknas fram ur ditt D.</a:t>
            </a:r>
          </a:p>
        </p:txBody>
      </p:sp>
      <p:sp>
        <p:nvSpPr>
          <p:cNvPr id="11" name="section">
            <a:extLst xmlns:a="http://schemas.openxmlformats.org/drawingml/2006/main">
              <a:ext uri="{FF2B5EF4-FFF2-40B4-BE49-F238E27FC236}">
                <a16:creationId xmlns:a16="http://schemas.microsoft.com/office/drawing/2014/main" id="{7860C59D-1395-4123-B438-378564C34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2" name="page">
            <a:extLst xmlns:a="http://schemas.openxmlformats.org/drawingml/2006/main">
              <a:ext uri="{FF2B5EF4-FFF2-40B4-BE49-F238E27FC236}">
                <a16:creationId xmlns:a16="http://schemas.microsoft.com/office/drawing/2014/main" id="{B016A708-78DC-4921-9CF0-477656845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eadcd2bc3654cf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5679B69D-FCE1-4A6E-9DC0-92EBD76CC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Medelvärde och RMS är olika</a:t>
            </a:r>
          </a:p>
        </p:txBody>
      </p:sp>
      <p:graphicFrame>
        <p:nvGraphicFramePr>
          <p:cNvPr id="16" name="Chart"/>
          <p:cNvGraphicFramePr/>
          <p:nvPr/>
        </p:nvGraphicFramePr>
        <p:xfrm>
          <a:off xmlns:a="http://schemas.openxmlformats.org/drawingml/2006/main" x="857250" y="1352550"/>
          <a:ext xmlns:a="http://schemas.openxmlformats.org/drawingml/2006/main" cx="7429500" cy="2381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597b8378fbc94007"/>
          </a:graphicData>
        </a:graphic>
      </p:graphicFrame>
      <p:sp>
        <p:nvSpPr>
          <p:cNvPr id="11" name="body">
            <a:extLst xmlns:a="http://schemas.openxmlformats.org/drawingml/2006/main">
              <a:ext uri="{FF2B5EF4-FFF2-40B4-BE49-F238E27FC236}">
                <a16:creationId xmlns:a16="http://schemas.microsoft.com/office/drawing/2014/main" id="{CFCF6AEC-4A08-4A1B-B2D7-F26DB1717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05250"/>
            <a:ext cx="76200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Den symmetriska sinusens positiva och negativa delar tar ut varandra. Vanligt medelvärde över en hel period är 0 V.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Resistorn blir ändå varm. Båda halvperioderna bidrar till u²/R.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För 440 V-nätet ombord: vanligt medelvärde 0 V, RMS 440 V och topp 622 V.</a:t>
            </a:r>
          </a:p>
        </p:txBody>
      </p:sp>
      <p:sp>
        <p:nvSpPr>
          <p:cNvPr id="12" name="section">
            <a:extLst xmlns:a="http://schemas.openxmlformats.org/drawingml/2006/main">
              <a:ext uri="{FF2B5EF4-FFF2-40B4-BE49-F238E27FC236}">
                <a16:creationId xmlns:a16="http://schemas.microsoft.com/office/drawing/2014/main" id="{7C77872D-BA53-46CF-9528-C1C828786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3" name="page">
            <a:extLst xmlns:a="http://schemas.openxmlformats.org/drawingml/2006/main">
              <a:ext uri="{FF2B5EF4-FFF2-40B4-BE49-F238E27FC236}">
                <a16:creationId xmlns:a16="http://schemas.microsoft.com/office/drawing/2014/main" id="{CBC1ACFC-4B8A-4CD2-9E6F-49E57BA68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15a5b0efdfa4a8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7962C62C-109D-441A-9E4A-67632189D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Eget försök med andra värden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8BAD7154-9510-4220-A4BE-FE50A6F6B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En sinus har U = 48,00 V RMS och f = 120 Hz.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Beräkna T och û. Ange både tal och enhet.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Förklara vilken avläsning en true RMS-multimeter visar.</a:t>
            </a:r>
          </a:p>
        </p:txBody>
      </p:sp>
      <p:sp>
        <p:nvSpPr>
          <p:cNvPr id="11" name="check">
            <a:extLst xmlns:a="http://schemas.openxmlformats.org/drawingml/2006/main">
              <a:ext uri="{FF2B5EF4-FFF2-40B4-BE49-F238E27FC236}">
                <a16:creationId xmlns:a16="http://schemas.microsoft.com/office/drawing/2014/main" id="{B70753C7-C3B8-4F47-B62B-24102E19E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543550"/>
            <a:ext cx="7620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17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Räkna innan facit visas.</a:t>
            </a:r>
          </a:p>
        </p:txBody>
      </p:sp>
      <p:sp>
        <p:nvSpPr>
          <p:cNvPr id="12" name="section">
            <a:extLst xmlns:a="http://schemas.openxmlformats.org/drawingml/2006/main">
              <a:ext uri="{FF2B5EF4-FFF2-40B4-BE49-F238E27FC236}">
                <a16:creationId xmlns:a16="http://schemas.microsoft.com/office/drawing/2014/main" id="{9B1C64DD-2273-42DB-B85F-C12446C1D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3" name="page">
            <a:extLst xmlns:a="http://schemas.openxmlformats.org/drawingml/2006/main">
              <a:ext uri="{FF2B5EF4-FFF2-40B4-BE49-F238E27FC236}">
                <a16:creationId xmlns:a16="http://schemas.microsoft.com/office/drawing/2014/main" id="{56C39C5B-E2A3-490F-AB9A-BF7FF1384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8791"/>
            <a:ext cx="9144006" cy="763524"/>
          </a:xfrm>
          <a:prstGeom prst="rect">
            <a:avLst/>
          </a:prstGeom>
        </p:spPr>
      </p:pic>
      <p:sp>
        <p:nvSpPr>
          <p:cNvPr id="9" name="title">
            <a:extLst>
              <a:ext uri="{FF2B5EF4-FFF2-40B4-BE49-F238E27FC236}">
                <a16:creationId xmlns:a16="http://schemas.microsoft.com/office/drawing/2014/main" id="{768C19FF-3F32-4696-8C05-BA05833A4972}"/>
              </a:ext>
            </a:extLst>
          </p:cNvPr>
          <p:cNvSpPr>
            <a:spLocks noGrp="1"/>
          </p:cNvSpPr>
          <p:nvPr/>
        </p:nvSpPr>
        <p:spPr>
          <a:xfrm>
            <a:off x="571500" y="428625"/>
            <a:ext cx="8001000" cy="781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Radianer och grader</a:t>
            </a:r>
          </a:p>
        </p:txBody>
      </p:sp>
      <p:sp>
        <p:nvSpPr>
          <p:cNvPr id="10" name="body">
            <a:extLst>
              <a:ext uri="{FF2B5EF4-FFF2-40B4-BE49-F238E27FC236}">
                <a16:creationId xmlns:a16="http://schemas.microsoft.com/office/drawing/2014/main" id="{46CF4177-6412-4786-B0E5-13C9F10B86B1}"/>
              </a:ext>
            </a:extLst>
          </p:cNvPr>
          <p:cNvSpPr>
            <a:spLocks noGrp="1"/>
          </p:cNvSpPr>
          <p:nvPr/>
        </p:nvSpPr>
        <p:spPr>
          <a:xfrm>
            <a:off x="762000" y="3680000"/>
            <a:ext cx="7620000" cy="265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spcAft>
                <a:spcPts val="500"/>
              </a:spcAft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En vinkel kan mätas i grader eller i radianer, som en längd i meter eller i fot. Ett helt varv är 360° eller 2π radianer (cirka 6,28). 1 radian är cirka 57°.</a:t>
            </a:r>
          </a:p>
          <a:p>
            <a:pPr>
              <a:spcAft>
                <a:spcPts val="500"/>
              </a:spcAft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Radianer mäter sträckan som kanten på ett hjul med radien 1 har rullat. Ett halvt varv är π och ett kvarts varv π/2.</a:t>
            </a:r>
          </a:p>
          <a:p>
            <a:pPr>
              <a:spcAft>
                <a:spcPts val="500"/>
              </a:spcAft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Generatorn vrids ett varv per period, alltså 2π · f · t radianer efter tiden t. Därför står räknaren i RAD när du räknar u(t) = û · sin(2π · f · t).</a:t>
            </a:r>
          </a:p>
          <a:p>
            <a:pPr>
              <a:spcAft>
                <a:spcPts val="500"/>
              </a:spcAft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Fasvinklar i grader, som 90° eller φ = arctan(X/R), räknas i DEG. Snabbkoll: blir sin(90) = 1 står räknaren i DEG.</a:t>
            </a:r>
          </a:p>
        </p:txBody>
      </p:sp>
      <p:sp>
        <p:nvSpPr>
          <p:cNvPr id="11" name="formula">
            <a:extLst>
              <a:ext uri="{FF2B5EF4-FFF2-40B4-BE49-F238E27FC236}">
                <a16:creationId xmlns:a16="http://schemas.microsoft.com/office/drawing/2014/main" id="{A1C56A8B-AE69-44B9-B96A-9B246FD43181}"/>
              </a:ext>
            </a:extLst>
          </p:cNvPr>
          <p:cNvSpPr>
            <a:spLocks noGrp="1"/>
          </p:cNvSpPr>
          <p:nvPr/>
        </p:nvSpPr>
        <p:spPr>
          <a:xfrm>
            <a:off x="762000" y="3250000"/>
            <a:ext cx="7620000" cy="38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 varv = 360° = 2π rad     1 rad ≈ 57°</a:t>
            </a:r>
          </a:p>
        </p:txBody>
      </p:sp>
      <p:sp>
        <p:nvSpPr>
          <p:cNvPr id="12" name="section">
            <a:extLst>
              <a:ext uri="{FF2B5EF4-FFF2-40B4-BE49-F238E27FC236}">
                <a16:creationId xmlns:a16="http://schemas.microsoft.com/office/drawing/2014/main" id="{77E6A15A-B27F-404F-A31E-CE18B0C88418}"/>
              </a:ext>
            </a:extLst>
          </p:cNvPr>
          <p:cNvSpPr>
            <a:spLocks noGrp="1"/>
          </p:cNvSpPr>
          <p:nvPr/>
        </p:nvSpPr>
        <p:spPr>
          <a:xfrm>
            <a:off x="1809750" y="6419850"/>
            <a:ext cx="41910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3" name="page">
            <a:extLst>
              <a:ext uri="{FF2B5EF4-FFF2-40B4-BE49-F238E27FC236}">
                <a16:creationId xmlns:a16="http://schemas.microsoft.com/office/drawing/2014/main" id="{D18C590D-2246-402D-B65B-6D4082600B0A}"/>
              </a:ext>
            </a:extLst>
          </p:cNvPr>
          <p:cNvSpPr>
            <a:spLocks noGrp="1"/>
          </p:cNvSpPr>
          <p:nvPr/>
        </p:nvSpPr>
        <p:spPr>
          <a:xfrm>
            <a:off x="8286750" y="6438900"/>
            <a:ext cx="428625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13</a:t>
            </a:r>
          </a:p>
        </p:txBody>
      </p:sp>
      <p:pic>
        <p:nvPicPr>
          <p:cNvPr id="14" name="figur-radianer" descr="ra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49778" y="1200000"/>
            <a:ext cx="4444444" cy="2000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17a905c4e284c5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768C19FF-3F32-4696-8C05-BA05833A4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Fördjupning: momentanvärde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46CF4177-6412-4786-B0E5-13C9F10B8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Momentanvärdet u(t) är spänningen vid en bestämd tidpunkt t. Liten bokstav u betyder ett värde som ändras med tiden.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Exempel, fartygets 440 V-nät: U = 440 V RMS, f = 60 Hz, t = 2,0 ms = 0,002 s.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û = 440√2 ≈ 622 V. Vinkeln 2πft ≈ 0,754 rad (radianer; 2π radianer är ett helt varv, 360°).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u = 622 · sin(0,754) ≈ 426 V. Räknaren ska stå i RAD (radianer), inte DEG (grader).</a:t>
            </a:r>
          </a:p>
        </p:txBody>
      </p:sp>
      <p:sp>
        <p:nvSpPr>
          <p:cNvPr id="11" name="formula">
            <a:extLst xmlns:a="http://schemas.openxmlformats.org/drawingml/2006/main">
              <a:ext uri="{FF2B5EF4-FFF2-40B4-BE49-F238E27FC236}">
                <a16:creationId xmlns:a16="http://schemas.microsoft.com/office/drawing/2014/main" id="{A1C56A8B-AE69-44B9-B96A-9B246FD43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53000"/>
            <a:ext cx="7620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u(t) = û · sin(2πft)</a:t>
            </a:r>
          </a:p>
        </p:txBody>
      </p:sp>
      <p:sp>
        <p:nvSpPr>
          <p:cNvPr id="12" name="section">
            <a:extLst xmlns:a="http://schemas.openxmlformats.org/drawingml/2006/main">
              <a:ext uri="{FF2B5EF4-FFF2-40B4-BE49-F238E27FC236}">
                <a16:creationId xmlns:a16="http://schemas.microsoft.com/office/drawing/2014/main" id="{77E6A15A-B27F-404F-A31E-CE18B0C88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Fördjupning</a:t>
            </a:r>
          </a:p>
        </p:txBody>
      </p:sp>
      <p:sp>
        <p:nvSpPr>
          <p:cNvPr id="13" name="page">
            <a:extLst xmlns:a="http://schemas.openxmlformats.org/drawingml/2006/main">
              <a:ext uri="{FF2B5EF4-FFF2-40B4-BE49-F238E27FC236}">
                <a16:creationId xmlns:a16="http://schemas.microsoft.com/office/drawing/2014/main" id="{D18C590D-2246-402D-B65B-6D4082600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8791"/>
            <a:ext cx="9144006" cy="763524"/>
          </a:xfrm>
          <a:prstGeom prst="rect">
            <a:avLst/>
          </a:prstGeom>
        </p:spPr>
      </p:pic>
      <p:sp>
        <p:nvSpPr>
          <p:cNvPr id="9" name="title">
            <a:extLst>
              <a:ext uri="{FF2B5EF4-FFF2-40B4-BE49-F238E27FC236}">
                <a16:creationId xmlns:a16="http://schemas.microsoft.com/office/drawing/2014/main" id="{7962C62C-109D-441A-9E4A-67632189D64C}"/>
              </a:ext>
            </a:extLst>
          </p:cNvPr>
          <p:cNvSpPr>
            <a:spLocks noGrp="1"/>
          </p:cNvSpPr>
          <p:nvPr/>
        </p:nvSpPr>
        <p:spPr>
          <a:xfrm>
            <a:off x="571500" y="428625"/>
            <a:ext cx="8001000" cy="781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Din tur: momentanvärde i vägguttaget</a:t>
            </a:r>
          </a:p>
        </p:txBody>
      </p:sp>
      <p:sp>
        <p:nvSpPr>
          <p:cNvPr id="10" name="body">
            <a:extLst>
              <a:ext uri="{FF2B5EF4-FFF2-40B4-BE49-F238E27FC236}">
                <a16:creationId xmlns:a16="http://schemas.microsoft.com/office/drawing/2014/main" id="{8BAD7154-9510-4220-A4BE-FE50A6F6BFC1}"/>
              </a:ext>
            </a:extLst>
          </p:cNvPr>
          <p:cNvSpPr>
            <a:spLocks noGrp="1"/>
          </p:cNvSpPr>
          <p:nvPr/>
        </p:nvSpPr>
        <p:spPr>
          <a:xfrm>
            <a:off x="762000" y="1330000"/>
            <a:ext cx="7620000" cy="56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4D6579"/>
                </a:solidFill>
                <a:latin typeface="Calibri"/>
                <a:ea typeface="Calibri"/>
                <a:cs typeface="Calibri"/>
              </a:rPr>
              <a:t>Räkna på papper eller miniwhiteboard. Titta på svaret först när du har ett eget.</a:t>
            </a:r>
          </a:p>
        </p:txBody>
      </p:sp>
      <p:sp>
        <p:nvSpPr>
          <p:cNvPr id="11" name="check">
            <a:extLst>
              <a:ext uri="{FF2B5EF4-FFF2-40B4-BE49-F238E27FC236}">
                <a16:creationId xmlns:a16="http://schemas.microsoft.com/office/drawing/2014/main" id="{B70753C7-C3B8-4F47-B62B-24102E19EEBC}"/>
              </a:ext>
            </a:extLst>
          </p:cNvPr>
          <p:cNvSpPr>
            <a:spLocks noGrp="1"/>
          </p:cNvSpPr>
          <p:nvPr/>
        </p:nvSpPr>
        <p:spPr>
          <a:xfrm>
            <a:off x="762000" y="1950000"/>
            <a:ext cx="7620000" cy="190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defRPr sz="17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600" b="1">
                <a:solidFill>
                  <a:srgbClr val="163248"/>
                </a:solidFill>
                <a:latin typeface="Calibri"/>
                <a:ea typeface="Calibri"/>
                <a:cs typeface="Calibri"/>
              </a:rPr>
              <a:t>Vägguttaget hemma: U = 230 V RMS och f = 50 Hz. Hur stor är spänningen u efter t = 3,0 ms? Räknaren ska stå i RAD.</a:t>
            </a:r>
          </a:p>
        </p:txBody>
      </p:sp>
      <p:sp>
        <p:nvSpPr>
          <p:cNvPr id="12" name="section">
            <a:extLst>
              <a:ext uri="{FF2B5EF4-FFF2-40B4-BE49-F238E27FC236}">
                <a16:creationId xmlns:a16="http://schemas.microsoft.com/office/drawing/2014/main" id="{9B1C64DD-2273-42DB-B85F-C12446C1D3B3}"/>
              </a:ext>
            </a:extLst>
          </p:cNvPr>
          <p:cNvSpPr>
            <a:spLocks noGrp="1"/>
          </p:cNvSpPr>
          <p:nvPr/>
        </p:nvSpPr>
        <p:spPr>
          <a:xfrm>
            <a:off x="1809750" y="6419850"/>
            <a:ext cx="41910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Fördjupning</a:t>
            </a:r>
          </a:p>
        </p:txBody>
      </p:sp>
      <p:sp>
        <p:nvSpPr>
          <p:cNvPr id="13" name="page">
            <a:extLst>
              <a:ext uri="{FF2B5EF4-FFF2-40B4-BE49-F238E27FC236}">
                <a16:creationId xmlns:a16="http://schemas.microsoft.com/office/drawing/2014/main" id="{56C39C5B-E2A3-490F-AB9A-BF7FF13842D6}"/>
              </a:ext>
            </a:extLst>
          </p:cNvPr>
          <p:cNvSpPr>
            <a:spLocks noGrp="1"/>
          </p:cNvSpPr>
          <p:nvPr/>
        </p:nvSpPr>
        <p:spPr>
          <a:xfrm>
            <a:off x="8286750" y="6438900"/>
            <a:ext cx="428625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15</a:t>
            </a:r>
          </a:p>
        </p:txBody>
      </p:sp>
      <p:sp>
        <p:nvSpPr>
          <p:cNvPr id="14" name="svar">
            <a:extLst>
              <a:ext uri="{FF2B5EF4-FFF2-40B4-BE49-F238E27FC236}">
                <a16:creationId xmlns:a16="http://schemas.microsoft.com/office/drawing/2014/main" id="{B70753C7-C3B8-4F47-B62B-24102E19EEBC}"/>
              </a:ext>
            </a:extLst>
          </p:cNvPr>
          <p:cNvSpPr>
            <a:spLocks noGrp="1"/>
          </p:cNvSpPr>
          <p:nvPr/>
        </p:nvSpPr>
        <p:spPr>
          <a:xfrm>
            <a:off x="762000" y="3950000"/>
            <a:ext cx="7620000" cy="1250000"/>
          </a:xfrm>
          <a:prstGeom prst="rect">
            <a:avLst/>
          </a:prstGeom>
          <a:solidFill>
            <a:srgbClr val="E9F5EE"/>
          </a:solidFill>
          <a:ln w="19050">
            <a:solidFill>
              <a:srgbClr val="176844"/>
            </a:solidFill>
          </a:ln>
        </p:spPr>
        <p:txBody>
          <a:bodyPr lIns="160000" tIns="110000" rIns="160000" bIns="110000" anchor="t" wrap="square">
            <a:noAutofit/>
          </a:bodyPr>
          <a:lstStyle/>
          <a:p>
            <a:pPr>
              <a:defRPr sz="17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1">
                <a:solidFill>
                  <a:srgbClr val="176844"/>
                </a:solidFill>
                <a:latin typeface="Calibri"/>
                <a:ea typeface="Calibri"/>
                <a:cs typeface="Calibri"/>
              </a:rPr>
              <a:t>û = √2 · 230 ≈ 325 V. Vinkeln 2π · 50 · 0,003 ≈ 0,942 rad. u ≈ 325 · sin(0,942) ≈ 263 V. Står räknaren i DEG blir svaret fel, cirka 5,3 V.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</p:bldLst>
  </p:timing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d16b1c64d0745f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170F42CD-12B2-4F03-B87D-BFE40D626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Fördjupning: tid och fas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EC69BD07-3F9C-4665-B1B3-DF1300816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En hel period motsvarar 360°. Fasvinkeln φ (fi) anger hur långt två kurvor är förskjutna, och Δt (delta t) är tidsskillnaden mellan dem.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Ombord, vid 60 Hz, är T ≈ 16,7 ms. Ett tidsavstånd på 2,5 ms ger 360 · 2,5/16,67 ≈ 54°.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Kurvan som når motsvarande punkt först leder. Den andra släpar.</a:t>
            </a:r>
          </a:p>
        </p:txBody>
      </p:sp>
      <p:sp>
        <p:nvSpPr>
          <p:cNvPr id="11" name="formula">
            <a:extLst xmlns:a="http://schemas.openxmlformats.org/drawingml/2006/main">
              <a:ext uri="{FF2B5EF4-FFF2-40B4-BE49-F238E27FC236}">
                <a16:creationId xmlns:a16="http://schemas.microsoft.com/office/drawing/2014/main" id="{78D23C7F-F98E-4E62-BAA9-E760ADFE5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53000"/>
            <a:ext cx="7620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|φ| = 360° · Δt/T</a:t>
            </a:r>
          </a:p>
        </p:txBody>
      </p:sp>
      <p:sp>
        <p:nvSpPr>
          <p:cNvPr id="12" name="section">
            <a:extLst xmlns:a="http://schemas.openxmlformats.org/drawingml/2006/main">
              <a:ext uri="{FF2B5EF4-FFF2-40B4-BE49-F238E27FC236}">
                <a16:creationId xmlns:a16="http://schemas.microsoft.com/office/drawing/2014/main" id="{5B954A59-8BE6-49ED-86C3-9ABC249B9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Fördjupning</a:t>
            </a:r>
          </a:p>
        </p:txBody>
      </p:sp>
      <p:sp>
        <p:nvSpPr>
          <p:cNvPr id="13" name="page">
            <a:extLst xmlns:a="http://schemas.openxmlformats.org/drawingml/2006/main">
              <a:ext uri="{FF2B5EF4-FFF2-40B4-BE49-F238E27FC236}">
                <a16:creationId xmlns:a16="http://schemas.microsoft.com/office/drawing/2014/main" id="{AFDE5888-34E6-4730-9700-98A0E8CF5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2a86cb939f64d8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464139A4-EEB9-4FE9-A85D-519726169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Fördjupning: likriktat medelvärde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047F45F4-4911-4E27-8C54-AF316525A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Vid likriktning speglas den negativa halvperioden uppåt. |u| betyder spänningen utan tecken (beloppet), så medelvärdet av |u| blir positivt.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För sinus: medel(|u|) = 2û/π. Vid 12,00 V RMS blir det cirka 10,80 V.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En medelvärdesmätande, sinuskalibrerad mätare multiplicerar detta med cirka 1,11072 och visar 12,00 V.</a:t>
            </a:r>
          </a:p>
        </p:txBody>
      </p:sp>
      <p:sp>
        <p:nvSpPr>
          <p:cNvPr id="11" name="formula">
            <a:extLst xmlns:a="http://schemas.openxmlformats.org/drawingml/2006/main">
              <a:ext uri="{FF2B5EF4-FFF2-40B4-BE49-F238E27FC236}">
                <a16:creationId xmlns:a16="http://schemas.microsoft.com/office/drawing/2014/main" id="{48018A5C-3BFB-4654-B48D-A83066985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53000"/>
            <a:ext cx="7620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Visning = π/(2√2) · medel(|u|)</a:t>
            </a:r>
          </a:p>
        </p:txBody>
      </p:sp>
      <p:sp>
        <p:nvSpPr>
          <p:cNvPr id="12" name="section">
            <a:extLst xmlns:a="http://schemas.openxmlformats.org/drawingml/2006/main">
              <a:ext uri="{FF2B5EF4-FFF2-40B4-BE49-F238E27FC236}">
                <a16:creationId xmlns:a16="http://schemas.microsoft.com/office/drawing/2014/main" id="{FEF19FF0-D18D-4845-8331-056215CD6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Fördjupning</a:t>
            </a:r>
          </a:p>
        </p:txBody>
      </p:sp>
      <p:sp>
        <p:nvSpPr>
          <p:cNvPr id="13" name="page">
            <a:extLst xmlns:a="http://schemas.openxmlformats.org/drawingml/2006/main">
              <a:ext uri="{FF2B5EF4-FFF2-40B4-BE49-F238E27FC236}">
                <a16:creationId xmlns:a16="http://schemas.microsoft.com/office/drawing/2014/main" id="{A123CB10-80AE-4F10-9249-8286CFFBF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cbe0d361f6e451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6FFAB6AA-DA28-47D7-B0AC-69E28B4A6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Fördjupning: samma RMS, olika visning</a:t>
            </a:r>
          </a:p>
        </p:txBody>
      </p:sp>
      <p:sp>
        <p:nvSpPr>
          <p:cNvPr id="10" name="meter-label-0">
            <a:extLst xmlns:a="http://schemas.openxmlformats.org/drawingml/2006/main">
              <a:ext uri="{FF2B5EF4-FFF2-40B4-BE49-F238E27FC236}">
                <a16:creationId xmlns:a16="http://schemas.microsoft.com/office/drawing/2014/main" id="{B7A7C537-6970-4975-8577-F93238980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476375"/>
            <a:ext cx="4095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Sinus</a:t>
            </a:r>
          </a:p>
        </p:txBody>
      </p:sp>
      <p:sp>
        <p:nvSpPr>
          <p:cNvPr id="11" name="meter-value-0">
            <a:extLst xmlns:a="http://schemas.openxmlformats.org/drawingml/2006/main">
              <a:ext uri="{FF2B5EF4-FFF2-40B4-BE49-F238E27FC236}">
                <a16:creationId xmlns:a16="http://schemas.microsoft.com/office/drawing/2014/main" id="{F74AF3B0-67F9-4F0E-A243-2E93C7E72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1419225"/>
            <a:ext cx="276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10,00 V</a:t>
            </a:r>
          </a:p>
        </p:txBody>
      </p:sp>
      <p:sp>
        <p:nvSpPr>
          <p:cNvPr id="12" name="meter-label-1">
            <a:extLst xmlns:a="http://schemas.openxmlformats.org/drawingml/2006/main">
              <a:ext uri="{FF2B5EF4-FFF2-40B4-BE49-F238E27FC236}">
                <a16:creationId xmlns:a16="http://schemas.microsoft.com/office/drawing/2014/main" id="{FDC5E835-7269-4BBB-A79D-585E69BF9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143125"/>
            <a:ext cx="4095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Fyrkant</a:t>
            </a:r>
          </a:p>
        </p:txBody>
      </p:sp>
      <p:sp>
        <p:nvSpPr>
          <p:cNvPr id="13" name="meter-value-1">
            <a:extLst xmlns:a="http://schemas.openxmlformats.org/drawingml/2006/main">
              <a:ext uri="{FF2B5EF4-FFF2-40B4-BE49-F238E27FC236}">
                <a16:creationId xmlns:a16="http://schemas.microsoft.com/office/drawing/2014/main" id="{C12742ED-FD2E-48DF-B3C9-D5E41C64C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085975"/>
            <a:ext cx="276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11,11 V</a:t>
            </a:r>
          </a:p>
        </p:txBody>
      </p:sp>
      <p:sp>
        <p:nvSpPr>
          <p:cNvPr id="14" name="meter-label-2">
            <a:extLst xmlns:a="http://schemas.openxmlformats.org/drawingml/2006/main">
              <a:ext uri="{FF2B5EF4-FFF2-40B4-BE49-F238E27FC236}">
                <a16:creationId xmlns:a16="http://schemas.microsoft.com/office/drawing/2014/main" id="{B8518814-19E3-4565-B36F-3EA21A76C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809875"/>
            <a:ext cx="4095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Triangel</a:t>
            </a:r>
          </a:p>
        </p:txBody>
      </p:sp>
      <p:sp>
        <p:nvSpPr>
          <p:cNvPr id="15" name="meter-value-2">
            <a:extLst xmlns:a="http://schemas.openxmlformats.org/drawingml/2006/main">
              <a:ext uri="{FF2B5EF4-FFF2-40B4-BE49-F238E27FC236}">
                <a16:creationId xmlns:a16="http://schemas.microsoft.com/office/drawing/2014/main" id="{7C37CA11-F637-4B36-AEC4-53A92FF87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752725"/>
            <a:ext cx="276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9,62 V</a:t>
            </a:r>
          </a:p>
        </p:txBody>
      </p:sp>
      <p:sp>
        <p:nvSpPr>
          <p:cNvPr id="16" name="body">
            <a:extLst xmlns:a="http://schemas.openxmlformats.org/drawingml/2006/main">
              <a:ext uri="{FF2B5EF4-FFF2-40B4-BE49-F238E27FC236}">
                <a16:creationId xmlns:a16="http://schemas.microsoft.com/office/drawing/2014/main" id="{F0F2B345-4986-46D4-8678-C854990DC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05250"/>
            <a:ext cx="76200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Alla tre signalerna har effektivvärdet 10,00 V och ingen likspänningsdel (DC-innehåll).</a:t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Sinus: topp 14,14 V. Den sinuskalibrerade mätaren visar 10,00 V.</a:t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Fyrkant: topp 10,00 V. Medel(|u|) = 10,00 V. Visning ≈ 11,11 V.</a:t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Triangel: topp = √3 · 10 ≈ 17,32 V. Medel(|u|) = û/2. Visning ≈ 9,62 V.</a:t>
            </a:r>
          </a:p>
        </p:txBody>
      </p:sp>
      <p:sp>
        <p:nvSpPr>
          <p:cNvPr id="17" name="section">
            <a:extLst xmlns:a="http://schemas.openxmlformats.org/drawingml/2006/main">
              <a:ext uri="{FF2B5EF4-FFF2-40B4-BE49-F238E27FC236}">
                <a16:creationId xmlns:a16="http://schemas.microsoft.com/office/drawing/2014/main" id="{9730A28B-D8F6-4BA3-98D4-EAA6D06CC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Fördjupning</a:t>
            </a:r>
          </a:p>
        </p:txBody>
      </p:sp>
      <p:sp>
        <p:nvSpPr>
          <p:cNvPr id="18" name="page">
            <a:extLst xmlns:a="http://schemas.openxmlformats.org/drawingml/2006/main">
              <a:ext uri="{FF2B5EF4-FFF2-40B4-BE49-F238E27FC236}">
                <a16:creationId xmlns:a16="http://schemas.microsoft.com/office/drawing/2014/main" id="{61B2B049-E507-4518-AFF6-95E1EDD03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7dc44925af7495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AC0737DC-5390-42B9-9AC8-A7E7AC577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Fördjupning: Station B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F0229CB0-E606-47FD-A1E1-FF7223749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Stationsmodellen är märkt 12 V ±0,5 V och ger 12,35 V RMS vid 50 Hz.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Använd avlästa 12,35 V när du förutsäger toppen: cirka 17,47 V.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Fyrkant ger cirka 13,72 V på den sinuskalibrerade mätaren, trots att RMS är 12,35 V.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Att visningen stämmer med mätarmodellen betyder inte att den visar korrekt RMS.</a:t>
            </a:r>
          </a:p>
        </p:txBody>
      </p:sp>
      <p:sp>
        <p:nvSpPr>
          <p:cNvPr id="11" name="section">
            <a:extLst xmlns:a="http://schemas.openxmlformats.org/drawingml/2006/main">
              <a:ext uri="{FF2B5EF4-FFF2-40B4-BE49-F238E27FC236}">
                <a16:creationId xmlns:a16="http://schemas.microsoft.com/office/drawing/2014/main" id="{13E83441-71C3-455A-A6C2-B073C5E1F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Fördjupning</a:t>
            </a:r>
          </a:p>
        </p:txBody>
      </p:sp>
      <p:sp>
        <p:nvSpPr>
          <p:cNvPr id="12" name="page">
            <a:extLst xmlns:a="http://schemas.openxmlformats.org/drawingml/2006/main">
              <a:ext uri="{FF2B5EF4-FFF2-40B4-BE49-F238E27FC236}">
                <a16:creationId xmlns:a16="http://schemas.microsoft.com/office/drawing/2014/main" id="{89DE7BA6-3FB2-4E2A-8009-6FC6F344E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80bf77cdbb64fa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4F3A706E-8A75-4E8E-BA66-BDD3D02EA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Inför nästa del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EA480D0F-7E52-40C4-B778-625E7178E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Genomför grunduppgifterna och spara protokollet.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Förklara med egna ord skillnaden mellan effektivvärde (RMS), toppvärde och vanligt medelvärde.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Fysisk anslutning, oscilloskopets inställningar och godkända mätpunkter övas på den verkliga stationen.</a:t>
            </a:r>
          </a:p>
        </p:txBody>
      </p:sp>
      <p:sp>
        <p:nvSpPr>
          <p:cNvPr id="11" name="section">
            <a:extLst xmlns:a="http://schemas.openxmlformats.org/drawingml/2006/main">
              <a:ext uri="{FF2B5EF4-FFF2-40B4-BE49-F238E27FC236}">
                <a16:creationId xmlns:a16="http://schemas.microsoft.com/office/drawing/2014/main" id="{E4C4A516-CEE2-411B-8DF9-7A025726C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2" name="page">
            <a:extLst xmlns:a="http://schemas.openxmlformats.org/drawingml/2006/main">
              <a:ext uri="{FF2B5EF4-FFF2-40B4-BE49-F238E27FC236}">
                <a16:creationId xmlns:a16="http://schemas.microsoft.com/office/drawing/2014/main" id="{23A670A8-23CE-446D-860E-D21DECB10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theme/theme1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2026-09-25T19:30:47.0860000Z</dcterms:created>
  <dcterms:modified xsi:type="dcterms:W3CDTF">2026-09-25T19:30:47.0860000Z</dcterms:modified>
</coreProperties>
</file>