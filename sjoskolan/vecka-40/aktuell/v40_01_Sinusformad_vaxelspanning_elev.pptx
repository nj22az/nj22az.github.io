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ns0="http://schemas.openxmlformats.org/officeDocument/2006/relationships" id="274" ns0:id="rId25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ns0="http://schemas.openxmlformats.org/officeDocument/2006/relationships" id="273" ns0:id="rId24"/>
    <p:sldId xmlns:r="http://schemas.openxmlformats.org/officeDocument/2006/relationships" id="267" r:id="Rded5d88f7ce64e01"/>
    <p:sldId xmlns:ns0="http://schemas.openxmlformats.org/officeDocument/2006/relationships" id="275" ns0:id="rId26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6.xml"/><Relationship Id="R5942ded79b0b433b" Type="http://schemas.openxmlformats.org/officeDocument/2006/relationships/slide" Target="slides/slide19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2.xml"/><Relationship Id="Ra80746bf83924aa1" Type="http://schemas.openxmlformats.org/officeDocument/2006/relationships/slide" Target="slides/slide20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7.xml"/><Relationship Id="Rbddf0e0b75874633" Type="http://schemas.openxmlformats.org/officeDocument/2006/relationships/slide" Target="slides/slide18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4.xml"/><Relationship Id="Re494e029d18b4aa3" Type="http://schemas.openxmlformats.org/officeDocument/2006/relationships/slide" Target="slides/slide11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10.xml"/><Relationship Id="Rff95a2faf0894a32" Type="http://schemas.openxmlformats.org/officeDocument/2006/relationships/slide" Target="slides/slide9.xml"/><Relationship Id="rId24" Type="http://schemas.openxmlformats.org/officeDocument/2006/relationships/slide" Target="slides/slide13.xml"/><Relationship Id="rId25" Type="http://schemas.openxmlformats.org/officeDocument/2006/relationships/slide" Target="slides/slide8.xml"/><Relationship Id="rId26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1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4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8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9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Hitta en hel period på kurvan och räkna periodtiden T ur frekvensen.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toppvärde, effektivvärde (RMS) och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en multimeter och kurvans topp visar olika tal.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räknar du: period och topp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435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 RMS betyder effektivvärde.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Sökt: periodtid i millisekunder, toppvärde och topp till topp.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Välj samband: T = 1/f eftersom en sekund delas mellan f perioder. För en sinus är û = √2 · U och U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tiden: 1/60 ≈ 0,0167 s. Multiplicera med 1 000 för millisekunder: cirka 16,7 ms.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toppen: 440 · √2 ≈ 622 V. Dubbla toppvärdet för topp till topp: cirka 1 245 V.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60 perioder på cirka 0,0167 s blir en sekund. Effektivvärdet är mindre än toppen, som är hälften av topp till topp.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belysningsnätet ombord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Belysningsnätet ombord har U = 254 V RMS och f = 60 Hz. Räkna toppvärdet û och topp till topp U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û = √2 · 254 ≈ 359 V. U</a:t>
            </a:r>
            <a:r>
              <a:rPr sz="2000" b="1" baseline="-25000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 = 2 · û ≈ 718 V.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 med din egen spänning, som räknas fram ur ditt D.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48,00 V RMS och f = 120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Radianer och grader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noGrp="1"/>
          </p:cNvSpPr>
          <p:nvPr/>
        </p:nvSpPr>
        <p:spPr>
          <a:xfrm>
            <a:off x="762000" y="3680000"/>
            <a:ext cx="7620000" cy="2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vinkel kan mätas i grader eller i radianer, som en längd i meter eller i fot. Ett helt varv är 360° eller 2π radianer (cirka 6,28). 1 radian är cirka 57°.</a:t>
            </a:r>
          </a:p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Radianer mäter sträckan som kanten på ett hjul med radien 1 har rullat. Ett halvt varv är π och ett kvarts varv π/2.</a:t>
            </a:r>
          </a:p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Generatorn vrids ett varv per period, alltså 2π · f · t radianer efter tiden t. Därför står räknaren i RAD när du räknar u(t) = û · sin(2π · f · t).</a:t>
            </a:r>
          </a:p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Fasvinklar i grader, som 90° eller φ = arctan(X/R), räknas i DEG. Snabbkoll: blir sin(90) = 1 står räknaren i DEG.</a:t>
            </a:r>
          </a:p>
        </p:txBody>
      </p:sp>
      <p:sp>
        <p:nvSpPr>
          <p:cNvPr id="11" name="formula">
            <a:extLst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noGrp="1"/>
          </p:cNvSpPr>
          <p:nvPr/>
        </p:nvSpPr>
        <p:spPr>
          <a:xfrm>
            <a:off x="762000" y="3250000"/>
            <a:ext cx="7620000" cy="3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 varv = 360° = 2π rad     1 rad ≈ 57°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>
        <p:nvPicPr>
          <p:cNvPr id="14" name="figur-radianer" descr="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778" y="1200000"/>
            <a:ext cx="4444444" cy="20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302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momentanvärde i vägguttaget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Vägguttaget hemma: U = 230 V RMS och f = 50 Hz. Hur stor är spänningen u efter t = 3,0 ms? Räknaren ska stå i RAD.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û = √2 · 230 ≈ 325 V. Vinkeln 2π · 50 · 0,003 ≈ 0,942 rad. u ≈ 325 · sin(0,942) ≈ 263 V. Står räknaren i DEG blir svaret fel, cirka 5,3 V.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