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r="http://schemas.openxmlformats.org/officeDocument/2006/relationships" id="267" r:id="Rded5d88f7ce64e01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3.xml"/><Relationship Id="R5942ded79b0b433b" Type="http://schemas.openxmlformats.org/officeDocument/2006/relationships/slide" Target="slides/slide16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1.xml"/><Relationship Id="Ra80746bf83924aa1" Type="http://schemas.openxmlformats.org/officeDocument/2006/relationships/slide" Target="slides/slide17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4.xml"/><Relationship Id="Rbddf0e0b75874633" Type="http://schemas.openxmlformats.org/officeDocument/2006/relationships/slide" Target="slides/slide15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2.xml"/><Relationship Id="Re494e029d18b4aa3" Type="http://schemas.openxmlformats.org/officeDocument/2006/relationships/slide" Target="slides/slide10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9.xml"/><Relationship Id="Rff95a2faf0894a3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0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2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5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6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1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Hitta en hel period på kurvan och räkna periodtiden T ur frekvensen.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toppvärde, effektivvärde (RMS) och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en multimeter och kurvans topp visar olika tal.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 vid 60 Hz: 16,7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622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440 · √2 ≈ 622 V. Topp till topp: ≈ 1 245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sedan själv med labbens källa.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 med din egen spänning, som räknas fram ur ditt namn.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48,00 V RMS och f = 120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