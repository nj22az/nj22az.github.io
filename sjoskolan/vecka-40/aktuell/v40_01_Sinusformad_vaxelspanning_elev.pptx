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ns0="http://schemas.openxmlformats.org/officeDocument/2006/relationships" id="273" ns0:id="rId24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4.xml"/><Relationship Id="R5942ded79b0b433b" Type="http://schemas.openxmlformats.org/officeDocument/2006/relationships/slide" Target="slides/slide17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8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5.xml"/><Relationship Id="Rbddf0e0b75874633" Type="http://schemas.openxmlformats.org/officeDocument/2006/relationships/slide" Target="slides/slide16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3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3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6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7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Radianer och grader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noGrp="1"/>
          </p:cNvSpPr>
          <p:nvPr/>
        </p:nvSpPr>
        <p:spPr>
          <a:xfrm>
            <a:off x="762000" y="3680000"/>
            <a:ext cx="7620000" cy="26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vinkel kan mätas i grader eller i radianer, som en längd i meter eller i fot. Ett helt varv är 360° eller 2π radianer (cirka 6,28). 1 radian är cirka 57°.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Radianer mäter sträckan som kanten på ett hjul med radien 1 har rullat. Ett halvt varv är π och ett kvarts varv π/2.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Generatorn vrids ett varv per period, alltså 2π · f · t radianer efter tiden t. Därför står räknaren i RAD när du räknar u(t) = û · sin(2π · f · t).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Fasvinklar i grader, som 90° eller φ = arctan(X/R), räknas i DEG. Snabbkoll: blir sin(90) = 1 står räknaren i DEG.</a:t>
            </a:r>
          </a:p>
        </p:txBody>
      </p:sp>
      <p:sp>
        <p:nvSpPr>
          <p:cNvPr id="11" name="formula">
            <a:extLst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noGrp="1"/>
          </p:cNvSpPr>
          <p:nvPr/>
        </p:nvSpPr>
        <p:spPr>
          <a:xfrm>
            <a:off x="762000" y="3250000"/>
            <a:ext cx="7620000" cy="3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 varv = 360° = 2π rad     1 rad ≈ 57°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pic>
        <p:nvPicPr>
          <p:cNvPr id="14" name="figur-radianer" descr="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778" y="1200000"/>
            <a:ext cx="4444444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