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62bcd4aa434386" Type="http://schemas.openxmlformats.org/package/2006/relationships/metadata/core-properties" Target="docProps/core.xml"/><Relationship Id="R79d09cc2cfb749bc" Type="http://schemas.openxmlformats.org/officeDocument/2006/relationships/officeDocument" Target="ppt/presentation.xml"/><Relationship Id="R94fa9cfa7d5648b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r="http://schemas.openxmlformats.org/officeDocument/2006/relationships" id="267" r:id="Rded5d88f7ce64e01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89df6219f244b78" Type="http://schemas.openxmlformats.org/officeDocument/2006/relationships/theme" Target="theme/theme1.xml"/><Relationship Id="R20dc8a80889d4cc8" Type="http://schemas.openxmlformats.org/officeDocument/2006/relationships/slide" Target="slides/slide3.xml"/><Relationship Id="R32b8f5391962452b" Type="http://schemas.openxmlformats.org/officeDocument/2006/relationships/presProps" Target="presProps.xml"/><Relationship Id="R37196922c30d4f26" Type="http://schemas.openxmlformats.org/officeDocument/2006/relationships/slide" Target="slides/slide5.xml"/><Relationship Id="R414c5a60960c4c3d" Type="http://schemas.openxmlformats.org/officeDocument/2006/relationships/slide" Target="slides/slide7.xml"/><Relationship Id="R593f3e47b5ab4e70" Type="http://schemas.openxmlformats.org/officeDocument/2006/relationships/slide" Target="slides/slide13.xml"/><Relationship Id="R5942ded79b0b433b" Type="http://schemas.openxmlformats.org/officeDocument/2006/relationships/slide" Target="slides/slide16.xml"/><Relationship Id="R896289308f5244ea" Type="http://schemas.openxmlformats.org/officeDocument/2006/relationships/notesMaster" Target="notesMasters/notesMaster1.xml"/><Relationship Id="R99e944cf199449e2" Type="http://schemas.openxmlformats.org/officeDocument/2006/relationships/slide" Target="slides/slide11.xml"/><Relationship Id="Ra80746bf83924aa1" Type="http://schemas.openxmlformats.org/officeDocument/2006/relationships/slide" Target="slides/slide17.xml"/><Relationship Id="Rb142fb58b4c549c5" Type="http://schemas.openxmlformats.org/officeDocument/2006/relationships/slide" Target="slides/slide1.xml"/><Relationship Id="Rb6f09006fb244792" Type="http://schemas.openxmlformats.org/officeDocument/2006/relationships/slide" Target="slides/slide14.xml"/><Relationship Id="Rbddf0e0b75874633" Type="http://schemas.openxmlformats.org/officeDocument/2006/relationships/slide" Target="slides/slide15.xml"/><Relationship Id="Rbefa91a59b36439d" Type="http://schemas.openxmlformats.org/officeDocument/2006/relationships/tableStyles" Target="tableStyles.xml"/><Relationship Id="Rc88fabc7885042b4" Type="http://schemas.openxmlformats.org/officeDocument/2006/relationships/slide" Target="slides/slide6.xml"/><Relationship Id="Rdc7a5dab7f03436b" Type="http://schemas.openxmlformats.org/officeDocument/2006/relationships/viewProps" Target="viewProps.xml"/><Relationship Id="Rdd93673a162d489d" Type="http://schemas.openxmlformats.org/officeDocument/2006/relationships/slide" Target="slides/slide4.xml"/><Relationship Id="Rded5d88f7ce64e01" Type="http://schemas.openxmlformats.org/officeDocument/2006/relationships/slide" Target="slides/slide12.xml"/><Relationship Id="Re494e029d18b4aa3" Type="http://schemas.openxmlformats.org/officeDocument/2006/relationships/slide" Target="slides/slide10.xml"/><Relationship Id="Rea8dbc929e344ba6" Type="http://schemas.openxmlformats.org/officeDocument/2006/relationships/slide" Target="slides/slide2.xml"/><Relationship Id="Rf2ace59d47494156" Type="http://schemas.openxmlformats.org/officeDocument/2006/relationships/slideMaster" Target="slideMasters/slideMaster1.xml"/><Relationship Id="Rf94a673741874e27" Type="http://schemas.openxmlformats.org/officeDocument/2006/relationships/slide" Target="slides/slide9.xml"/><Relationship Id="Rff95a2faf0894a3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01bc70a41f6a40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fe9bdb13ea74599" Type="http://schemas.openxmlformats.org/officeDocument/2006/relationships/slide" Target="../slides/slide1.xml"/><Relationship Id="Reb8de139f7c14c5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ad1fa1273a740c7" Type="http://schemas.openxmlformats.org/officeDocument/2006/relationships/notesMaster" Target="../notesMasters/notesMaster1.xml"/><Relationship Id="Rf096d50fd91645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9fb08a2e459456a" Type="http://schemas.openxmlformats.org/officeDocument/2006/relationships/notesMaster" Target="../notesMasters/notesMaster1.xml"/><Relationship Id="Rb55de7f1ac0446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2b074ef919443bf" Type="http://schemas.openxmlformats.org/officeDocument/2006/relationships/notesMaster" Target="../notesMasters/notesMaster1.xml"/><Relationship Id="Rf94334557c33430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c6deff10c27c4f98" Type="http://schemas.openxmlformats.org/officeDocument/2006/relationships/slide" Target="../slides/slide5.xml"/><Relationship Id="Rd05e8b4e14d640d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40d1583519c4318" Type="http://schemas.openxmlformats.org/officeDocument/2006/relationships/slide" Target="../slides/slide6.xml"/><Relationship Id="R67ed926e6867440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2c025cce5024c36" Type="http://schemas.openxmlformats.org/officeDocument/2006/relationships/notesMaster" Target="../notesMasters/notesMaster1.xml"/><Relationship Id="R77b8b94cabfb426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d3e2f27eea64759" Type="http://schemas.openxmlformats.org/officeDocument/2006/relationships/notesMaster" Target="../notesMasters/notesMaster1.xml"/><Relationship Id="Rb9386ea02a3b4763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dd1f5420b574de4" Type="http://schemas.openxmlformats.org/officeDocument/2006/relationships/notesMaster" Target="../notesMasters/notesMaster1.xml"/><Relationship Id="R88d3c93ef2964cc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2b6780287c14bd1" Type="http://schemas.openxmlformats.org/officeDocument/2006/relationships/slide" Target="../slides/slide10.xml"/><Relationship Id="Ra1cdbb55e9fb4b1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bfaa874d1f94e93" Type="http://schemas.openxmlformats.org/officeDocument/2006/relationships/notesMaster" Target="../notesMasters/notesMaster1.xml"/><Relationship Id="Rff0fbe8564e54a4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0db58954d734455" Type="http://schemas.openxmlformats.org/officeDocument/2006/relationships/slide" Target="../slides/slide12.xml"/><Relationship Id="Ra5629d822e9d46b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553ce85623e4830" Type="http://schemas.openxmlformats.org/officeDocument/2006/relationships/notesMaster" Target="../notesMasters/notesMaster1.xml"/><Relationship Id="R8276e455a4514408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3ed9f0f959274d9a" Type="http://schemas.openxmlformats.org/officeDocument/2006/relationships/notesMaster" Target="../notesMasters/notesMaster1.xml"/><Relationship Id="R6f4fdb8ad4574805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751bf2d8d16c41f0" Type="http://schemas.openxmlformats.org/officeDocument/2006/relationships/slide" Target="../slides/slide15.xml"/><Relationship Id="Rd0d892b36ced440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29c54d81d8f4a3c" Type="http://schemas.openxmlformats.org/officeDocument/2006/relationships/slide" Target="../slides/slide16.xml"/><Relationship Id="R8c003ac921104d9f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0f751dca968438f" Type="http://schemas.openxmlformats.org/officeDocument/2006/relationships/notesMaster" Target="../notesMasters/notesMaster1.xml"/><Relationship Id="R8495c30223704229" Type="http://schemas.openxmlformats.org/officeDocument/2006/relationships/slide" Target="../slides/slide1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inklusive stegfilm, 15 min gemensam räkning, 30 min guidad labb, 15 min återkoppling. Delarna kan delas på två 45-minuterspass.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Följ kurvan långsamt: noll, positiv topp, noll, negativ topp, noll. Kurvan visar spänningen vid olika tidpunkter, inte en partikels färd.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https://nj22az.github.io/sjoskolan/vecka-40/aktuell/Genomgang.html?del=sinus&amp;avsnitt=kurvan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peka på två stigande nollpassager innan formeln används. Vanligt fel: 0,020 s skrivs som 0,020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Vid 100 Hz: blir perioden längre eller kortare?</a:t>
            </a:r>
          </a:p>
          <a:p xmlns:a="http://schemas.openxmlformats.org/drawingml/2006/main">
            <a:r>
              <a:t>Facit: Kortare. T = 1 000/100 = 10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https://nj22az.github.io/sjoskolan/vecka-40/aktuell/Genomgang.html?del=sinus&amp;avsnitt=period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Peka ut nollnivån. Eleven ska inte använda hela höjden när frågan gäller toppvärde.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Om Upp = 20 V, hur stort är û?</a:t>
            </a:r>
          </a:p>
          <a:p xmlns:a="http://schemas.openxmlformats.org/drawingml/2006/main">
            <a:r>
              <a:t>Facit: û = 20/2 = 10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https://nj22az.github.io/sjoskolan/vecka-40/aktuell/Genomgang.html?del=sinus&amp;avsnitt=topp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Förklara betydelsen innan förkortningen root mean square. Samma resistor 24 Ω ger P = 12²/24 = 6 W i båda fallen.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https://nj22az.github.io/sjoskolan/vecka-40/aktuell/Genomgang.html?del=sinus&amp;avsnitt=rms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Exemplet har samma metod men ett annat spänningsvärde än elevens grundkälla.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är en modell av instrumentkontroll, inte en utförd fysisk kalibrering. En verklig kontroll följer instrumentens och stationens instruktioner.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https://nj22az.github.io/sjoskolan/vecka-40/aktuell/Genomgang.html?del=sinus&amp;avsnitt=matarna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Öppna guidad labb och visa en rad. Eleven ska kunna säga vad som jämförs och vilken enhet som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https://nj22az.github.io/sjoskolan/vecka-40/aktuell/Genomgang.html?del=sinus&amp;avsnitt=protokoll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Stanna här om eleven fortfarande blandar medelvärde och effektivvärde.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Betyder 0 V i medelvärde att källan inte kan ge effekt?</a:t>
            </a:r>
          </a:p>
          <a:p xmlns:a="http://schemas.openxmlformats.org/drawingml/2006/main">
            <a:r>
              <a:t>Facit: Nej. Effekten i en resistor beror på spänningen i kvadrat.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https://nj22az.github.io/sjoskolan/vecka-40/aktuell/Genomgang.html?del=sinus&amp;avsnitt=medel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kontrollerar överföring till nya värden. Godkänn inte endast att grundexemplet har kopierats.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T = 10,00 ms. û ≈ 33,94 V. Multimetern visar 24,00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Sinusformeln använder toppvärdet som amplitud. Momentanvärdet får ett negativt tecken under den negativa halvperioden.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https://nj22az.github.io/sjoskolan/vecka-40/aktuell/Genomgang.html?del=sinus&amp;avsnitt=moment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Beloppet räcker inte för att avgöra vem som leder. Eleven måste läsa kurvornas ordning.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Källa: Fluke, True measurements of non-linear loads require a true-RMS measurement tool. Vanligt medelvärde, likriktat medelvärde och RMS måste hållas isär.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https://nj22az.github.io/sjoskolan/vecka-40/aktuell/Genomgang.html?del=sinus&amp;avsnitt=likriktat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Källa: https://www.fluke.com/en-gb/learn/blog/electrical/true-measurements-of-non-linear-loads-require-a-true-rms-measurement-tool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 hålls RMS konstant. Vid jämförelse med samma toppvärde blir RMS i stället olika. True RMS visar 12,00 V för alla tre i idealmodellen. Verkliga instrument har frekvens-, bandbredds- och crestfaktorgränser.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https://nj22az.github.io/sjoskolan/vecka-40/aktuell/Genomgang.html?del=sinus&amp;avsnitt=kurvformer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Källa: https://www.fluke.com/en-gb/learn/blog/electrical/true-measurements-of-non-linear-loads-require-a-true-rms-measurement-tool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källans avvikelse från instrumentets visningsprincip. Stationsprotokollet har egna kontroller och används efter mätaravsnittet.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https://nj22az.github.io/sjoskolan/vecka-40/aktuell/Genomgang.html?del=sinus&amp;avsnitt=station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Säkerheten i verklig mätning kan inte godkännas genom ett klick i simulatorn. Läraren behöver riggens dokumenterade mätpunkter och instrumentmanualer.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36a645e960549f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f6e1f1683f345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a1bd095f50463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c3c37ff88af46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96cd056c969485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74128f6009425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3cecd5baceb471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896e3b48fdb4e5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e6f387713944de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029985416ed42f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c03dc4f3e6c4a0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fe2ddb671fc4e12" Type="http://schemas.openxmlformats.org/officeDocument/2006/relationships/slideLayout" Target="../slideLayouts/slideLayout1.xml"/><Relationship Id="R37288291680442a5" Type="http://schemas.openxmlformats.org/officeDocument/2006/relationships/slideLayout" Target="../slideLayouts/slideLayout7.xml"/><Relationship Id="R38a3d02a8c294307" Type="http://schemas.openxmlformats.org/officeDocument/2006/relationships/slideLayout" Target="../slideLayouts/slideLayout2.xml"/><Relationship Id="R4219c85a02fa4434" Type="http://schemas.openxmlformats.org/officeDocument/2006/relationships/slideLayout" Target="../slideLayouts/slideLayout3.xml"/><Relationship Id="R589507c34e05400a" Type="http://schemas.openxmlformats.org/officeDocument/2006/relationships/theme" Target="theme/theme2.xml"/><Relationship Id="R5c63fa3d5ca649c6" Type="http://schemas.openxmlformats.org/officeDocument/2006/relationships/slideLayout" Target="../slideLayouts/slideLayout10.xml"/><Relationship Id="R693f15524f8a487a" Type="http://schemas.openxmlformats.org/officeDocument/2006/relationships/slideLayout" Target="../slideLayouts/slideLayout5.xml"/><Relationship Id="R867934ac93a541bc" Type="http://schemas.openxmlformats.org/officeDocument/2006/relationships/slideLayout" Target="../slideLayouts/slideLayout9.xml"/><Relationship Id="Rc676ae5a9c1242fc" Type="http://schemas.openxmlformats.org/officeDocument/2006/relationships/slideLayout" Target="../slideLayouts/slideLayout8.xml"/><Relationship Id="Rcbb2c99801a34274" Type="http://schemas.openxmlformats.org/officeDocument/2006/relationships/slideLayout" Target="../slideLayouts/slideLayout11.xml"/><Relationship Id="Red023b18b3974c05" Type="http://schemas.openxmlformats.org/officeDocument/2006/relationships/slideLayout" Target="../slideLayouts/slideLayout6.xml"/><Relationship Id="Rf15f2f91b4454d7b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2f20a46a9cd490b" Type="http://schemas.openxmlformats.org/officeDocument/2006/relationships/image" Target="../media/image.png"/><Relationship Id="R42e29a7744334724" Type="http://schemas.openxmlformats.org/officeDocument/2006/relationships/slideLayout" Target="../slideLayouts/slideLayout1.xml"/><Relationship Id="R51b59b7a1fb8467f" Type="http://schemas.openxmlformats.org/officeDocument/2006/relationships/image" Target="../media/image.jpeg"/><Relationship Id="Re3dde1def67748d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6b4ddaffaf44e4a" Type="http://schemas.openxmlformats.org/officeDocument/2006/relationships/notesSlide" Target="../notesSlides/notesSlide2.xml"/><Relationship Id="Radbd2894379748d9" Type="http://schemas.openxmlformats.org/officeDocument/2006/relationships/slideLayout" Target="../slideLayouts/slideLayout1.xml"/><Relationship Id="Ree0ff7acf47544b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e78b578c5db4d97" Type="http://schemas.openxmlformats.org/officeDocument/2006/relationships/chart" Target="charts/chart1.xml"/><Relationship Id="R1f9516a5b4574516" Type="http://schemas.openxmlformats.org/officeDocument/2006/relationships/image" Target="../media/image.jpeg"/><Relationship Id="Rcc86c36304ae40c5" Type="http://schemas.openxmlformats.org/officeDocument/2006/relationships/notesSlide" Target="../notesSlides/notesSlide3.xml"/><Relationship Id="Re10d4fdbc22c4f3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f3321262aa74990" Type="http://schemas.openxmlformats.org/officeDocument/2006/relationships/notesSlide" Target="../notesSlides/notesSlide4.xml"/><Relationship Id="Rceb50d85036f4e71" Type="http://schemas.openxmlformats.org/officeDocument/2006/relationships/slideLayout" Target="../slideLayouts/slideLayout1.xml"/><Relationship Id="Rd3cff0e3ded34ac9" Type="http://schemas.openxmlformats.org/officeDocument/2006/relationships/image" Target="../media/image.jpeg"/><Relationship Id="Re1d2de372f734ba9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a2831535db414bd1" Type="http://schemas.openxmlformats.org/officeDocument/2006/relationships/chart" Target="charts/chart3.xml"/><Relationship Id="Rca742f4bc5ec4eaf" Type="http://schemas.openxmlformats.org/officeDocument/2006/relationships/notesSlide" Target="../notesSlides/notesSlide5.xml"/><Relationship Id="Rcfdb4787d7e04fbf" Type="http://schemas.openxmlformats.org/officeDocument/2006/relationships/image" Target="../media/image.jpeg"/><Relationship Id="Rd7bd3b697f8a46e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152403c01b418e" Type="http://schemas.openxmlformats.org/officeDocument/2006/relationships/slideLayout" Target="../slideLayouts/slideLayout1.xml"/><Relationship Id="R3efd4ff624824082" Type="http://schemas.openxmlformats.org/officeDocument/2006/relationships/image" Target="../media/image.jpeg"/><Relationship Id="Rdb617b883528413f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5c5a024022404e7f" Type="http://schemas.openxmlformats.org/officeDocument/2006/relationships/image" Target="../media/image.jpeg"/><Relationship Id="R81293971e9684b9f" Type="http://schemas.openxmlformats.org/officeDocument/2006/relationships/slideLayout" Target="../slideLayouts/slideLayout1.xml"/><Relationship Id="Rceb2d76b0577408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775a89523ef94f9c" Type="http://schemas.openxmlformats.org/officeDocument/2006/relationships/notesSlide" Target="../notesSlides/notesSlide8.xml"/><Relationship Id="R87a40497789941ff" Type="http://schemas.openxmlformats.org/officeDocument/2006/relationships/slideLayout" Target="../slideLayouts/slideLayout1.xml"/><Relationship Id="R965d211cfed44481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d96d33ba7aa4bac" Type="http://schemas.openxmlformats.org/officeDocument/2006/relationships/image" Target="../media/image.jpeg"/><Relationship Id="Rc9195de430ae4670" Type="http://schemas.openxmlformats.org/officeDocument/2006/relationships/slideLayout" Target="../slideLayouts/slideLayout1.xml"/><Relationship Id="Rdd2322ca239d43fc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eadcd2bc3654cf6" Type="http://schemas.openxmlformats.org/officeDocument/2006/relationships/image" Target="../media/image.jpeg"/><Relationship Id="R597b8378fbc94007" Type="http://schemas.openxmlformats.org/officeDocument/2006/relationships/chart" Target="charts/chart4.xml"/><Relationship Id="R672ca7c63d814afb" Type="http://schemas.openxmlformats.org/officeDocument/2006/relationships/slideLayout" Target="../slideLayouts/slideLayout1.xml"/><Relationship Id="Reb080484ea9c4c9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915a5b0efdfa4a85" Type="http://schemas.openxmlformats.org/officeDocument/2006/relationships/image" Target="../media/image.jpeg"/><Relationship Id="Rde0b92ea55b04eac" Type="http://schemas.openxmlformats.org/officeDocument/2006/relationships/slideLayout" Target="../slideLayouts/slideLayout1.xml"/><Relationship Id="Ree25c84bc6d34ee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17a905c4e284c55" Type="http://schemas.openxmlformats.org/officeDocument/2006/relationships/image" Target="../media/image.jpeg"/><Relationship Id="R6cbe6755bfb04528" Type="http://schemas.openxmlformats.org/officeDocument/2006/relationships/notesSlide" Target="../notesSlides/notesSlide12.xml"/><Relationship Id="Rdde777c7f212434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d16b1c64d0745f5" Type="http://schemas.openxmlformats.org/officeDocument/2006/relationships/image" Target="../media/image.jpeg"/><Relationship Id="R96f5e7d1429c4a36" Type="http://schemas.openxmlformats.org/officeDocument/2006/relationships/slideLayout" Target="../slideLayouts/slideLayout1.xml"/><Relationship Id="Rb383aa9abb4d4d1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42a86cb939f64d81" Type="http://schemas.openxmlformats.org/officeDocument/2006/relationships/image" Target="../media/image.jpeg"/><Relationship Id="R4955b60f3ada4f1b" Type="http://schemas.openxmlformats.org/officeDocument/2006/relationships/slideLayout" Target="../slideLayouts/slideLayout1.xml"/><Relationship Id="Rff4064babc0f4c3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0cbe0d361f6e4510" Type="http://schemas.openxmlformats.org/officeDocument/2006/relationships/image" Target="../media/image.jpeg"/><Relationship Id="R3817a4f773ff4df2" Type="http://schemas.openxmlformats.org/officeDocument/2006/relationships/slideLayout" Target="../slideLayouts/slideLayout1.xml"/><Relationship Id="R78f044dde0834a3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47dc44925af74953" Type="http://schemas.openxmlformats.org/officeDocument/2006/relationships/image" Target="../media/image.jpeg"/><Relationship Id="Rdf80724291ea4d35" Type="http://schemas.openxmlformats.org/officeDocument/2006/relationships/slideLayout" Target="../slideLayouts/slideLayout1.xml"/><Relationship Id="Rf884bae39dee461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2dbc48e75ec7481a" Type="http://schemas.openxmlformats.org/officeDocument/2006/relationships/notesSlide" Target="../notesSlides/notesSlide17.xml"/><Relationship Id="R6c7d9146524b4037" Type="http://schemas.openxmlformats.org/officeDocument/2006/relationships/slideLayout" Target="../slideLayouts/slideLayout1.xml"/><Relationship Id="R980bf77cdbb64fa2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(V)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1.33149501</c:v>
                </c:pt>
                <c:pt idx="2">
                  <c:v>2.6547809</c:v>
                </c:pt>
                <c:pt idx="3">
                  <c:v>3.9616992</c:v>
                </c:pt>
                <c:pt idx="4">
                  <c:v>5.24419229</c:v>
                </c:pt>
                <c:pt idx="5">
                  <c:v>6.4943532</c:v>
                </c:pt>
                <c:pt idx="6">
                  <c:v>7.70447426</c:v>
                </c:pt>
                <c:pt idx="7">
                  <c:v>8.86709468</c:v>
                </c:pt>
                <c:pt idx="8">
                  <c:v>9.97504651</c:v>
                </c:pt>
                <c:pt idx="9">
                  <c:v>11.02149886</c:v>
                </c:pt>
                <c:pt idx="10">
                  <c:v>12</c:v>
                </c:pt>
                <c:pt idx="11">
                  <c:v>12.90451715</c:v>
                </c:pt>
                <c:pt idx="12">
                  <c:v>13.72947367</c:v>
                </c:pt>
                <c:pt idx="13">
                  <c:v>14.46978341</c:v>
                </c:pt>
                <c:pt idx="14">
                  <c:v>15.12088213</c:v>
                </c:pt>
                <c:pt idx="15">
                  <c:v>15.67875558</c:v>
                </c:pt>
                <c:pt idx="16">
                  <c:v>16.13996429</c:v>
                </c:pt>
                <c:pt idx="17">
                  <c:v>16.50166475</c:v>
                </c:pt>
                <c:pt idx="18">
                  <c:v>16.76162696</c:v>
                </c:pt>
                <c:pt idx="19">
                  <c:v>16.91824817</c:v>
                </c:pt>
                <c:pt idx="20">
                  <c:v>16.97056275</c:v>
                </c:pt>
                <c:pt idx="21">
                  <c:v>16.91824817</c:v>
                </c:pt>
                <c:pt idx="22">
                  <c:v>16.76162696</c:v>
                </c:pt>
                <c:pt idx="23">
                  <c:v>16.50166475</c:v>
                </c:pt>
                <c:pt idx="24">
                  <c:v>16.13996429</c:v>
                </c:pt>
                <c:pt idx="25">
                  <c:v>15.67875558</c:v>
                </c:pt>
                <c:pt idx="26">
                  <c:v>15.12088213</c:v>
                </c:pt>
                <c:pt idx="27">
                  <c:v>14.46978341</c:v>
                </c:pt>
                <c:pt idx="28">
                  <c:v>13.72947367</c:v>
                </c:pt>
                <c:pt idx="29">
                  <c:v>12.90451715</c:v>
                </c:pt>
                <c:pt idx="30">
                  <c:v>12</c:v>
                </c:pt>
                <c:pt idx="31">
                  <c:v>11.02149886</c:v>
                </c:pt>
                <c:pt idx="32">
                  <c:v>9.97504651</c:v>
                </c:pt>
                <c:pt idx="33">
                  <c:v>8.86709468</c:v>
                </c:pt>
                <c:pt idx="34">
                  <c:v>7.70447426</c:v>
                </c:pt>
                <c:pt idx="35">
                  <c:v>6.4943532</c:v>
                </c:pt>
                <c:pt idx="36">
                  <c:v>5.24419229</c:v>
                </c:pt>
                <c:pt idx="37">
                  <c:v>3.9616992</c:v>
                </c:pt>
                <c:pt idx="38">
                  <c:v>2.6547809</c:v>
                </c:pt>
                <c:pt idx="39">
                  <c:v>1.33149501</c:v>
                </c:pt>
                <c:pt idx="40">
                  <c:v>0</c:v>
                </c:pt>
                <c:pt idx="41">
                  <c:v>-1.33149501</c:v>
                </c:pt>
                <c:pt idx="42">
                  <c:v>-2.6547809</c:v>
                </c:pt>
                <c:pt idx="43">
                  <c:v>-3.9616992</c:v>
                </c:pt>
                <c:pt idx="44">
                  <c:v>-5.24419229</c:v>
                </c:pt>
                <c:pt idx="45">
                  <c:v>-6.4943532</c:v>
                </c:pt>
                <c:pt idx="46">
                  <c:v>-7.70447426</c:v>
                </c:pt>
                <c:pt idx="47">
                  <c:v>-8.86709468</c:v>
                </c:pt>
                <c:pt idx="48">
                  <c:v>-9.97504651</c:v>
                </c:pt>
                <c:pt idx="49">
                  <c:v>-11.02149886</c:v>
                </c:pt>
                <c:pt idx="50">
                  <c:v>-12</c:v>
                </c:pt>
                <c:pt idx="51">
                  <c:v>-12.90451715</c:v>
                </c:pt>
                <c:pt idx="52">
                  <c:v>-13.72947367</c:v>
                </c:pt>
                <c:pt idx="53">
                  <c:v>-14.46978341</c:v>
                </c:pt>
                <c:pt idx="54">
                  <c:v>-15.12088213</c:v>
                </c:pt>
                <c:pt idx="55">
                  <c:v>-15.67875558</c:v>
                </c:pt>
                <c:pt idx="56">
                  <c:v>-16.13996429</c:v>
                </c:pt>
                <c:pt idx="57">
                  <c:v>-16.50166475</c:v>
                </c:pt>
                <c:pt idx="58">
                  <c:v>-16.76162696</c:v>
                </c:pt>
                <c:pt idx="59">
                  <c:v>-16.91824817</c:v>
                </c:pt>
                <c:pt idx="60">
                  <c:v>-16.97056275</c:v>
                </c:pt>
                <c:pt idx="61">
                  <c:v>-16.91824817</c:v>
                </c:pt>
                <c:pt idx="62">
                  <c:v>-16.76162696</c:v>
                </c:pt>
                <c:pt idx="63">
                  <c:v>-16.50166475</c:v>
                </c:pt>
                <c:pt idx="64">
                  <c:v>-16.13996429</c:v>
                </c:pt>
                <c:pt idx="65">
                  <c:v>-15.67875558</c:v>
                </c:pt>
                <c:pt idx="66">
                  <c:v>-15.12088213</c:v>
                </c:pt>
                <c:pt idx="67">
                  <c:v>-14.46978341</c:v>
                </c:pt>
                <c:pt idx="68">
                  <c:v>-13.72947367</c:v>
                </c:pt>
                <c:pt idx="69">
                  <c:v>-12.90451715</c:v>
                </c:pt>
                <c:pt idx="70">
                  <c:v>-12</c:v>
                </c:pt>
                <c:pt idx="71">
                  <c:v>-11.02149886</c:v>
                </c:pt>
                <c:pt idx="72">
                  <c:v>-9.97504651</c:v>
                </c:pt>
                <c:pt idx="73">
                  <c:v>-8.86709468</c:v>
                </c:pt>
                <c:pt idx="74">
                  <c:v>-7.70447426</c:v>
                </c:pt>
                <c:pt idx="75">
                  <c:v>-6.4943532</c:v>
                </c:pt>
                <c:pt idx="76">
                  <c:v>-5.24419229</c:v>
                </c:pt>
                <c:pt idx="77">
                  <c:v>-3.9616992</c:v>
                </c:pt>
                <c:pt idx="78">
                  <c:v>-2.6547809</c:v>
                </c:pt>
                <c:pt idx="79">
                  <c:v>-1.33149501</c:v>
                </c:pt>
                <c:pt idx="80">
                  <c:v>-0</c:v>
                </c:pt>
                <c:pt idx="81">
                  <c:v>1.33149501</c:v>
                </c:pt>
                <c:pt idx="82">
                  <c:v>2.6547809</c:v>
                </c:pt>
                <c:pt idx="83">
                  <c:v>3.9616992</c:v>
                </c:pt>
                <c:pt idx="84">
                  <c:v>5.24419229</c:v>
                </c:pt>
                <c:pt idx="85">
                  <c:v>6.4943532</c:v>
                </c:pt>
                <c:pt idx="86">
                  <c:v>7.70447426</c:v>
                </c:pt>
                <c:pt idx="87">
                  <c:v>8.86709468</c:v>
                </c:pt>
                <c:pt idx="88">
                  <c:v>9.97504651</c:v>
                </c:pt>
                <c:pt idx="89">
                  <c:v>11.02149886</c:v>
                </c:pt>
                <c:pt idx="90">
                  <c:v>12</c:v>
                </c:pt>
                <c:pt idx="91">
                  <c:v>12.90451715</c:v>
                </c:pt>
                <c:pt idx="92">
                  <c:v>13.72947367</c:v>
                </c:pt>
                <c:pt idx="93">
                  <c:v>14.46978341</c:v>
                </c:pt>
                <c:pt idx="94">
                  <c:v>15.12088213</c:v>
                </c:pt>
                <c:pt idx="95">
                  <c:v>15.67875558</c:v>
                </c:pt>
                <c:pt idx="96">
                  <c:v>16.13996429</c:v>
                </c:pt>
                <c:pt idx="97">
                  <c:v>16.50166475</c:v>
                </c:pt>
                <c:pt idx="98">
                  <c:v>16.76162696</c:v>
                </c:pt>
                <c:pt idx="99">
                  <c:v>16.91824817</c:v>
                </c:pt>
                <c:pt idx="100">
                  <c:v>16.97056275</c:v>
                </c:pt>
                <c:pt idx="101">
                  <c:v>16.91824817</c:v>
                </c:pt>
                <c:pt idx="102">
                  <c:v>16.76162696</c:v>
                </c:pt>
                <c:pt idx="103">
                  <c:v>16.50166475</c:v>
                </c:pt>
                <c:pt idx="104">
                  <c:v>16.13996429</c:v>
                </c:pt>
                <c:pt idx="105">
                  <c:v>15.67875558</c:v>
                </c:pt>
                <c:pt idx="106">
                  <c:v>15.12088213</c:v>
                </c:pt>
                <c:pt idx="107">
                  <c:v>14.46978341</c:v>
                </c:pt>
                <c:pt idx="108">
                  <c:v>13.72947367</c:v>
                </c:pt>
                <c:pt idx="109">
                  <c:v>12.90451715</c:v>
                </c:pt>
                <c:pt idx="110">
                  <c:v>12</c:v>
                </c:pt>
                <c:pt idx="111">
                  <c:v>11.02149886</c:v>
                </c:pt>
                <c:pt idx="112">
                  <c:v>9.97504651</c:v>
                </c:pt>
                <c:pt idx="113">
                  <c:v>8.86709468</c:v>
                </c:pt>
                <c:pt idx="114">
                  <c:v>7.70447426</c:v>
                </c:pt>
                <c:pt idx="115">
                  <c:v>6.4943532</c:v>
                </c:pt>
                <c:pt idx="116">
                  <c:v>5.24419229</c:v>
                </c:pt>
                <c:pt idx="117">
                  <c:v>3.9616992</c:v>
                </c:pt>
                <c:pt idx="118">
                  <c:v>2.6547809</c:v>
                </c:pt>
                <c:pt idx="119">
                  <c:v>1.33149501</c:v>
                </c:pt>
                <c:pt idx="120">
                  <c:v>0</c:v>
                </c:pt>
                <c:pt idx="121">
                  <c:v>-1.33149501</c:v>
                </c:pt>
                <c:pt idx="122">
                  <c:v>-2.6547809</c:v>
                </c:pt>
                <c:pt idx="123">
                  <c:v>-3.9616992</c:v>
                </c:pt>
                <c:pt idx="124">
                  <c:v>-5.24419229</c:v>
                </c:pt>
                <c:pt idx="125">
                  <c:v>-6.4943532</c:v>
                </c:pt>
                <c:pt idx="126">
                  <c:v>-7.70447426</c:v>
                </c:pt>
                <c:pt idx="127">
                  <c:v>-8.86709468</c:v>
                </c:pt>
                <c:pt idx="128">
                  <c:v>-9.97504651</c:v>
                </c:pt>
                <c:pt idx="129">
                  <c:v>-11.02149886</c:v>
                </c:pt>
                <c:pt idx="130">
                  <c:v>-12</c:v>
                </c:pt>
                <c:pt idx="131">
                  <c:v>-12.90451715</c:v>
                </c:pt>
                <c:pt idx="132">
                  <c:v>-13.72947367</c:v>
                </c:pt>
                <c:pt idx="133">
                  <c:v>-14.46978341</c:v>
                </c:pt>
                <c:pt idx="134">
                  <c:v>-15.12088213</c:v>
                </c:pt>
                <c:pt idx="135">
                  <c:v>-15.67875558</c:v>
                </c:pt>
                <c:pt idx="136">
                  <c:v>-16.13996429</c:v>
                </c:pt>
                <c:pt idx="137">
                  <c:v>-16.50166475</c:v>
                </c:pt>
                <c:pt idx="138">
                  <c:v>-16.76162696</c:v>
                </c:pt>
                <c:pt idx="139">
                  <c:v>-16.91824817</c:v>
                </c:pt>
                <c:pt idx="140">
                  <c:v>-16.97056275</c:v>
                </c:pt>
                <c:pt idx="141">
                  <c:v>-16.91824817</c:v>
                </c:pt>
                <c:pt idx="142">
                  <c:v>-16.76162696</c:v>
                </c:pt>
                <c:pt idx="143">
                  <c:v>-16.50166475</c:v>
                </c:pt>
                <c:pt idx="144">
                  <c:v>-16.13996429</c:v>
                </c:pt>
                <c:pt idx="145">
                  <c:v>-15.67875558</c:v>
                </c:pt>
                <c:pt idx="146">
                  <c:v>-15.12088213</c:v>
                </c:pt>
                <c:pt idx="147">
                  <c:v>-14.46978341</c:v>
                </c:pt>
                <c:pt idx="148">
                  <c:v>-13.72947367</c:v>
                </c:pt>
                <c:pt idx="149">
                  <c:v>-12.90451715</c:v>
                </c:pt>
                <c:pt idx="150">
                  <c:v>-12</c:v>
                </c:pt>
                <c:pt idx="151">
                  <c:v>-11.02149886</c:v>
                </c:pt>
                <c:pt idx="152">
                  <c:v>-9.97504651</c:v>
                </c:pt>
                <c:pt idx="153">
                  <c:v>-8.86709468</c:v>
                </c:pt>
                <c:pt idx="154">
                  <c:v>-7.70447426</c:v>
                </c:pt>
                <c:pt idx="155">
                  <c:v>-6.4943532</c:v>
                </c:pt>
                <c:pt idx="156">
                  <c:v>-5.24419229</c:v>
                </c:pt>
                <c:pt idx="157">
                  <c:v>-3.9616992</c:v>
                </c:pt>
                <c:pt idx="158">
                  <c:v>-2.6547809</c:v>
                </c:pt>
                <c:pt idx="159">
                  <c:v>-1.33149501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(V)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1.33149501</c:v>
                </c:pt>
                <c:pt idx="2">
                  <c:v>2.6547809</c:v>
                </c:pt>
                <c:pt idx="3">
                  <c:v>3.9616992</c:v>
                </c:pt>
                <c:pt idx="4">
                  <c:v>5.24419229</c:v>
                </c:pt>
                <c:pt idx="5">
                  <c:v>6.4943532</c:v>
                </c:pt>
                <c:pt idx="6">
                  <c:v>7.70447426</c:v>
                </c:pt>
                <c:pt idx="7">
                  <c:v>8.86709468</c:v>
                </c:pt>
                <c:pt idx="8">
                  <c:v>9.97504651</c:v>
                </c:pt>
                <c:pt idx="9">
                  <c:v>11.02149886</c:v>
                </c:pt>
                <c:pt idx="10">
                  <c:v>12</c:v>
                </c:pt>
                <c:pt idx="11">
                  <c:v>12.90451715</c:v>
                </c:pt>
                <c:pt idx="12">
                  <c:v>13.72947367</c:v>
                </c:pt>
                <c:pt idx="13">
                  <c:v>14.46978341</c:v>
                </c:pt>
                <c:pt idx="14">
                  <c:v>15.12088213</c:v>
                </c:pt>
                <c:pt idx="15">
                  <c:v>15.67875558</c:v>
                </c:pt>
                <c:pt idx="16">
                  <c:v>16.13996429</c:v>
                </c:pt>
                <c:pt idx="17">
                  <c:v>16.50166475</c:v>
                </c:pt>
                <c:pt idx="18">
                  <c:v>16.76162696</c:v>
                </c:pt>
                <c:pt idx="19">
                  <c:v>16.91824817</c:v>
                </c:pt>
                <c:pt idx="20">
                  <c:v>16.97056275</c:v>
                </c:pt>
                <c:pt idx="21">
                  <c:v>16.91824817</c:v>
                </c:pt>
                <c:pt idx="22">
                  <c:v>16.76162696</c:v>
                </c:pt>
                <c:pt idx="23">
                  <c:v>16.50166475</c:v>
                </c:pt>
                <c:pt idx="24">
                  <c:v>16.13996429</c:v>
                </c:pt>
                <c:pt idx="25">
                  <c:v>15.67875558</c:v>
                </c:pt>
                <c:pt idx="26">
                  <c:v>15.12088213</c:v>
                </c:pt>
                <c:pt idx="27">
                  <c:v>14.46978341</c:v>
                </c:pt>
                <c:pt idx="28">
                  <c:v>13.72947367</c:v>
                </c:pt>
                <c:pt idx="29">
                  <c:v>12.90451715</c:v>
                </c:pt>
                <c:pt idx="30">
                  <c:v>12</c:v>
                </c:pt>
                <c:pt idx="31">
                  <c:v>11.02149886</c:v>
                </c:pt>
                <c:pt idx="32">
                  <c:v>9.97504651</c:v>
                </c:pt>
                <c:pt idx="33">
                  <c:v>8.86709468</c:v>
                </c:pt>
                <c:pt idx="34">
                  <c:v>7.70447426</c:v>
                </c:pt>
                <c:pt idx="35">
                  <c:v>6.4943532</c:v>
                </c:pt>
                <c:pt idx="36">
                  <c:v>5.24419229</c:v>
                </c:pt>
                <c:pt idx="37">
                  <c:v>3.9616992</c:v>
                </c:pt>
                <c:pt idx="38">
                  <c:v>2.6547809</c:v>
                </c:pt>
                <c:pt idx="39">
                  <c:v>1.33149501</c:v>
                </c:pt>
                <c:pt idx="40">
                  <c:v>0</c:v>
                </c:pt>
                <c:pt idx="41">
                  <c:v>-1.33149501</c:v>
                </c:pt>
                <c:pt idx="42">
                  <c:v>-2.6547809</c:v>
                </c:pt>
                <c:pt idx="43">
                  <c:v>-3.9616992</c:v>
                </c:pt>
                <c:pt idx="44">
                  <c:v>-5.24419229</c:v>
                </c:pt>
                <c:pt idx="45">
                  <c:v>-6.4943532</c:v>
                </c:pt>
                <c:pt idx="46">
                  <c:v>-7.70447426</c:v>
                </c:pt>
                <c:pt idx="47">
                  <c:v>-8.86709468</c:v>
                </c:pt>
                <c:pt idx="48">
                  <c:v>-9.97504651</c:v>
                </c:pt>
                <c:pt idx="49">
                  <c:v>-11.02149886</c:v>
                </c:pt>
                <c:pt idx="50">
                  <c:v>-12</c:v>
                </c:pt>
                <c:pt idx="51">
                  <c:v>-12.90451715</c:v>
                </c:pt>
                <c:pt idx="52">
                  <c:v>-13.72947367</c:v>
                </c:pt>
                <c:pt idx="53">
                  <c:v>-14.46978341</c:v>
                </c:pt>
                <c:pt idx="54">
                  <c:v>-15.12088213</c:v>
                </c:pt>
                <c:pt idx="55">
                  <c:v>-15.67875558</c:v>
                </c:pt>
                <c:pt idx="56">
                  <c:v>-16.13996429</c:v>
                </c:pt>
                <c:pt idx="57">
                  <c:v>-16.50166475</c:v>
                </c:pt>
                <c:pt idx="58">
                  <c:v>-16.76162696</c:v>
                </c:pt>
                <c:pt idx="59">
                  <c:v>-16.91824817</c:v>
                </c:pt>
                <c:pt idx="60">
                  <c:v>-16.97056275</c:v>
                </c:pt>
                <c:pt idx="61">
                  <c:v>-16.91824817</c:v>
                </c:pt>
                <c:pt idx="62">
                  <c:v>-16.76162696</c:v>
                </c:pt>
                <c:pt idx="63">
                  <c:v>-16.50166475</c:v>
                </c:pt>
                <c:pt idx="64">
                  <c:v>-16.13996429</c:v>
                </c:pt>
                <c:pt idx="65">
                  <c:v>-15.67875558</c:v>
                </c:pt>
                <c:pt idx="66">
                  <c:v>-15.12088213</c:v>
                </c:pt>
                <c:pt idx="67">
                  <c:v>-14.46978341</c:v>
                </c:pt>
                <c:pt idx="68">
                  <c:v>-13.72947367</c:v>
                </c:pt>
                <c:pt idx="69">
                  <c:v>-12.90451715</c:v>
                </c:pt>
                <c:pt idx="70">
                  <c:v>-12</c:v>
                </c:pt>
                <c:pt idx="71">
                  <c:v>-11.02149886</c:v>
                </c:pt>
                <c:pt idx="72">
                  <c:v>-9.97504651</c:v>
                </c:pt>
                <c:pt idx="73">
                  <c:v>-8.86709468</c:v>
                </c:pt>
                <c:pt idx="74">
                  <c:v>-7.70447426</c:v>
                </c:pt>
                <c:pt idx="75">
                  <c:v>-6.4943532</c:v>
                </c:pt>
                <c:pt idx="76">
                  <c:v>-5.24419229</c:v>
                </c:pt>
                <c:pt idx="77">
                  <c:v>-3.9616992</c:v>
                </c:pt>
                <c:pt idx="78">
                  <c:v>-2.6547809</c:v>
                </c:pt>
                <c:pt idx="79">
                  <c:v>-1.33149501</c:v>
                </c:pt>
                <c:pt idx="80">
                  <c:v>-0</c:v>
                </c:pt>
                <c:pt idx="81">
                  <c:v>1.33149501</c:v>
                </c:pt>
                <c:pt idx="82">
                  <c:v>2.6547809</c:v>
                </c:pt>
                <c:pt idx="83">
                  <c:v>3.9616992</c:v>
                </c:pt>
                <c:pt idx="84">
                  <c:v>5.24419229</c:v>
                </c:pt>
                <c:pt idx="85">
                  <c:v>6.4943532</c:v>
                </c:pt>
                <c:pt idx="86">
                  <c:v>7.70447426</c:v>
                </c:pt>
                <c:pt idx="87">
                  <c:v>8.86709468</c:v>
                </c:pt>
                <c:pt idx="88">
                  <c:v>9.97504651</c:v>
                </c:pt>
                <c:pt idx="89">
                  <c:v>11.02149886</c:v>
                </c:pt>
                <c:pt idx="90">
                  <c:v>12</c:v>
                </c:pt>
                <c:pt idx="91">
                  <c:v>12.90451715</c:v>
                </c:pt>
                <c:pt idx="92">
                  <c:v>13.72947367</c:v>
                </c:pt>
                <c:pt idx="93">
                  <c:v>14.46978341</c:v>
                </c:pt>
                <c:pt idx="94">
                  <c:v>15.12088213</c:v>
                </c:pt>
                <c:pt idx="95">
                  <c:v>15.67875558</c:v>
                </c:pt>
                <c:pt idx="96">
                  <c:v>16.13996429</c:v>
                </c:pt>
                <c:pt idx="97">
                  <c:v>16.50166475</c:v>
                </c:pt>
                <c:pt idx="98">
                  <c:v>16.76162696</c:v>
                </c:pt>
                <c:pt idx="99">
                  <c:v>16.91824817</c:v>
                </c:pt>
                <c:pt idx="100">
                  <c:v>16.97056275</c:v>
                </c:pt>
                <c:pt idx="101">
                  <c:v>16.91824817</c:v>
                </c:pt>
                <c:pt idx="102">
                  <c:v>16.76162696</c:v>
                </c:pt>
                <c:pt idx="103">
                  <c:v>16.50166475</c:v>
                </c:pt>
                <c:pt idx="104">
                  <c:v>16.13996429</c:v>
                </c:pt>
                <c:pt idx="105">
                  <c:v>15.67875558</c:v>
                </c:pt>
                <c:pt idx="106">
                  <c:v>15.12088213</c:v>
                </c:pt>
                <c:pt idx="107">
                  <c:v>14.46978341</c:v>
                </c:pt>
                <c:pt idx="108">
                  <c:v>13.72947367</c:v>
                </c:pt>
                <c:pt idx="109">
                  <c:v>12.90451715</c:v>
                </c:pt>
                <c:pt idx="110">
                  <c:v>12</c:v>
                </c:pt>
                <c:pt idx="111">
                  <c:v>11.02149886</c:v>
                </c:pt>
                <c:pt idx="112">
                  <c:v>9.97504651</c:v>
                </c:pt>
                <c:pt idx="113">
                  <c:v>8.86709468</c:v>
                </c:pt>
                <c:pt idx="114">
                  <c:v>7.70447426</c:v>
                </c:pt>
                <c:pt idx="115">
                  <c:v>6.4943532</c:v>
                </c:pt>
                <c:pt idx="116">
                  <c:v>5.24419229</c:v>
                </c:pt>
                <c:pt idx="117">
                  <c:v>3.9616992</c:v>
                </c:pt>
                <c:pt idx="118">
                  <c:v>2.6547809</c:v>
                </c:pt>
                <c:pt idx="119">
                  <c:v>1.33149501</c:v>
                </c:pt>
                <c:pt idx="120">
                  <c:v>0</c:v>
                </c:pt>
                <c:pt idx="121">
                  <c:v>-1.33149501</c:v>
                </c:pt>
                <c:pt idx="122">
                  <c:v>-2.6547809</c:v>
                </c:pt>
                <c:pt idx="123">
                  <c:v>-3.9616992</c:v>
                </c:pt>
                <c:pt idx="124">
                  <c:v>-5.24419229</c:v>
                </c:pt>
                <c:pt idx="125">
                  <c:v>-6.4943532</c:v>
                </c:pt>
                <c:pt idx="126">
                  <c:v>-7.70447426</c:v>
                </c:pt>
                <c:pt idx="127">
                  <c:v>-8.86709468</c:v>
                </c:pt>
                <c:pt idx="128">
                  <c:v>-9.97504651</c:v>
                </c:pt>
                <c:pt idx="129">
                  <c:v>-11.02149886</c:v>
                </c:pt>
                <c:pt idx="130">
                  <c:v>-12</c:v>
                </c:pt>
                <c:pt idx="131">
                  <c:v>-12.90451715</c:v>
                </c:pt>
                <c:pt idx="132">
                  <c:v>-13.72947367</c:v>
                </c:pt>
                <c:pt idx="133">
                  <c:v>-14.46978341</c:v>
                </c:pt>
                <c:pt idx="134">
                  <c:v>-15.12088213</c:v>
                </c:pt>
                <c:pt idx="135">
                  <c:v>-15.67875558</c:v>
                </c:pt>
                <c:pt idx="136">
                  <c:v>-16.13996429</c:v>
                </c:pt>
                <c:pt idx="137">
                  <c:v>-16.50166475</c:v>
                </c:pt>
                <c:pt idx="138">
                  <c:v>-16.76162696</c:v>
                </c:pt>
                <c:pt idx="139">
                  <c:v>-16.91824817</c:v>
                </c:pt>
                <c:pt idx="140">
                  <c:v>-16.97056275</c:v>
                </c:pt>
                <c:pt idx="141">
                  <c:v>-16.91824817</c:v>
                </c:pt>
                <c:pt idx="142">
                  <c:v>-16.76162696</c:v>
                </c:pt>
                <c:pt idx="143">
                  <c:v>-16.50166475</c:v>
                </c:pt>
                <c:pt idx="144">
                  <c:v>-16.13996429</c:v>
                </c:pt>
                <c:pt idx="145">
                  <c:v>-15.67875558</c:v>
                </c:pt>
                <c:pt idx="146">
                  <c:v>-15.12088213</c:v>
                </c:pt>
                <c:pt idx="147">
                  <c:v>-14.46978341</c:v>
                </c:pt>
                <c:pt idx="148">
                  <c:v>-13.72947367</c:v>
                </c:pt>
                <c:pt idx="149">
                  <c:v>-12.90451715</c:v>
                </c:pt>
                <c:pt idx="150">
                  <c:v>-12</c:v>
                </c:pt>
                <c:pt idx="151">
                  <c:v>-11.02149886</c:v>
                </c:pt>
                <c:pt idx="152">
                  <c:v>-9.97504651</c:v>
                </c:pt>
                <c:pt idx="153">
                  <c:v>-8.86709468</c:v>
                </c:pt>
                <c:pt idx="154">
                  <c:v>-7.70447426</c:v>
                </c:pt>
                <c:pt idx="155">
                  <c:v>-6.4943532</c:v>
                </c:pt>
                <c:pt idx="156">
                  <c:v>-5.24419229</c:v>
                </c:pt>
                <c:pt idx="157">
                  <c:v>-3.9616992</c:v>
                </c:pt>
                <c:pt idx="158">
                  <c:v>-2.6547809</c:v>
                </c:pt>
                <c:pt idx="159">
                  <c:v>-1.33149501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(V)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1.33149501</c:v>
                </c:pt>
                <c:pt idx="2">
                  <c:v>2.6547809</c:v>
                </c:pt>
                <c:pt idx="3">
                  <c:v>3.9616992</c:v>
                </c:pt>
                <c:pt idx="4">
                  <c:v>5.24419229</c:v>
                </c:pt>
                <c:pt idx="5">
                  <c:v>6.4943532</c:v>
                </c:pt>
                <c:pt idx="6">
                  <c:v>7.70447426</c:v>
                </c:pt>
                <c:pt idx="7">
                  <c:v>8.86709468</c:v>
                </c:pt>
                <c:pt idx="8">
                  <c:v>9.97504651</c:v>
                </c:pt>
                <c:pt idx="9">
                  <c:v>11.02149886</c:v>
                </c:pt>
                <c:pt idx="10">
                  <c:v>12</c:v>
                </c:pt>
                <c:pt idx="11">
                  <c:v>12.90451715</c:v>
                </c:pt>
                <c:pt idx="12">
                  <c:v>13.72947367</c:v>
                </c:pt>
                <c:pt idx="13">
                  <c:v>14.46978341</c:v>
                </c:pt>
                <c:pt idx="14">
                  <c:v>15.12088213</c:v>
                </c:pt>
                <c:pt idx="15">
                  <c:v>15.67875558</c:v>
                </c:pt>
                <c:pt idx="16">
                  <c:v>16.13996429</c:v>
                </c:pt>
                <c:pt idx="17">
                  <c:v>16.50166475</c:v>
                </c:pt>
                <c:pt idx="18">
                  <c:v>16.76162696</c:v>
                </c:pt>
                <c:pt idx="19">
                  <c:v>16.91824817</c:v>
                </c:pt>
                <c:pt idx="20">
                  <c:v>16.97056275</c:v>
                </c:pt>
                <c:pt idx="21">
                  <c:v>16.91824817</c:v>
                </c:pt>
                <c:pt idx="22">
                  <c:v>16.76162696</c:v>
                </c:pt>
                <c:pt idx="23">
                  <c:v>16.50166475</c:v>
                </c:pt>
                <c:pt idx="24">
                  <c:v>16.13996429</c:v>
                </c:pt>
                <c:pt idx="25">
                  <c:v>15.67875558</c:v>
                </c:pt>
                <c:pt idx="26">
                  <c:v>15.12088213</c:v>
                </c:pt>
                <c:pt idx="27">
                  <c:v>14.46978341</c:v>
                </c:pt>
                <c:pt idx="28">
                  <c:v>13.72947367</c:v>
                </c:pt>
                <c:pt idx="29">
                  <c:v>12.90451715</c:v>
                </c:pt>
                <c:pt idx="30">
                  <c:v>12</c:v>
                </c:pt>
                <c:pt idx="31">
                  <c:v>11.02149886</c:v>
                </c:pt>
                <c:pt idx="32">
                  <c:v>9.97504651</c:v>
                </c:pt>
                <c:pt idx="33">
                  <c:v>8.86709468</c:v>
                </c:pt>
                <c:pt idx="34">
                  <c:v>7.70447426</c:v>
                </c:pt>
                <c:pt idx="35">
                  <c:v>6.4943532</c:v>
                </c:pt>
                <c:pt idx="36">
                  <c:v>5.24419229</c:v>
                </c:pt>
                <c:pt idx="37">
                  <c:v>3.9616992</c:v>
                </c:pt>
                <c:pt idx="38">
                  <c:v>2.6547809</c:v>
                </c:pt>
                <c:pt idx="39">
                  <c:v>1.33149501</c:v>
                </c:pt>
                <c:pt idx="40">
                  <c:v>0</c:v>
                </c:pt>
                <c:pt idx="41">
                  <c:v>-1.33149501</c:v>
                </c:pt>
                <c:pt idx="42">
                  <c:v>-2.6547809</c:v>
                </c:pt>
                <c:pt idx="43">
                  <c:v>-3.9616992</c:v>
                </c:pt>
                <c:pt idx="44">
                  <c:v>-5.24419229</c:v>
                </c:pt>
                <c:pt idx="45">
                  <c:v>-6.4943532</c:v>
                </c:pt>
                <c:pt idx="46">
                  <c:v>-7.70447426</c:v>
                </c:pt>
                <c:pt idx="47">
                  <c:v>-8.86709468</c:v>
                </c:pt>
                <c:pt idx="48">
                  <c:v>-9.97504651</c:v>
                </c:pt>
                <c:pt idx="49">
                  <c:v>-11.02149886</c:v>
                </c:pt>
                <c:pt idx="50">
                  <c:v>-12</c:v>
                </c:pt>
                <c:pt idx="51">
                  <c:v>-12.90451715</c:v>
                </c:pt>
                <c:pt idx="52">
                  <c:v>-13.72947367</c:v>
                </c:pt>
                <c:pt idx="53">
                  <c:v>-14.46978341</c:v>
                </c:pt>
                <c:pt idx="54">
                  <c:v>-15.12088213</c:v>
                </c:pt>
                <c:pt idx="55">
                  <c:v>-15.67875558</c:v>
                </c:pt>
                <c:pt idx="56">
                  <c:v>-16.13996429</c:v>
                </c:pt>
                <c:pt idx="57">
                  <c:v>-16.50166475</c:v>
                </c:pt>
                <c:pt idx="58">
                  <c:v>-16.76162696</c:v>
                </c:pt>
                <c:pt idx="59">
                  <c:v>-16.91824817</c:v>
                </c:pt>
                <c:pt idx="60">
                  <c:v>-16.97056275</c:v>
                </c:pt>
                <c:pt idx="61">
                  <c:v>-16.91824817</c:v>
                </c:pt>
                <c:pt idx="62">
                  <c:v>-16.76162696</c:v>
                </c:pt>
                <c:pt idx="63">
                  <c:v>-16.50166475</c:v>
                </c:pt>
                <c:pt idx="64">
                  <c:v>-16.13996429</c:v>
                </c:pt>
                <c:pt idx="65">
                  <c:v>-15.67875558</c:v>
                </c:pt>
                <c:pt idx="66">
                  <c:v>-15.12088213</c:v>
                </c:pt>
                <c:pt idx="67">
                  <c:v>-14.46978341</c:v>
                </c:pt>
                <c:pt idx="68">
                  <c:v>-13.72947367</c:v>
                </c:pt>
                <c:pt idx="69">
                  <c:v>-12.90451715</c:v>
                </c:pt>
                <c:pt idx="70">
                  <c:v>-12</c:v>
                </c:pt>
                <c:pt idx="71">
                  <c:v>-11.02149886</c:v>
                </c:pt>
                <c:pt idx="72">
                  <c:v>-9.97504651</c:v>
                </c:pt>
                <c:pt idx="73">
                  <c:v>-8.86709468</c:v>
                </c:pt>
                <c:pt idx="74">
                  <c:v>-7.70447426</c:v>
                </c:pt>
                <c:pt idx="75">
                  <c:v>-6.4943532</c:v>
                </c:pt>
                <c:pt idx="76">
                  <c:v>-5.24419229</c:v>
                </c:pt>
                <c:pt idx="77">
                  <c:v>-3.9616992</c:v>
                </c:pt>
                <c:pt idx="78">
                  <c:v>-2.6547809</c:v>
                </c:pt>
                <c:pt idx="79">
                  <c:v>-1.33149501</c:v>
                </c:pt>
                <c:pt idx="80">
                  <c:v>-0</c:v>
                </c:pt>
                <c:pt idx="81">
                  <c:v>1.33149501</c:v>
                </c:pt>
                <c:pt idx="82">
                  <c:v>2.6547809</c:v>
                </c:pt>
                <c:pt idx="83">
                  <c:v>3.9616992</c:v>
                </c:pt>
                <c:pt idx="84">
                  <c:v>5.24419229</c:v>
                </c:pt>
                <c:pt idx="85">
                  <c:v>6.4943532</c:v>
                </c:pt>
                <c:pt idx="86">
                  <c:v>7.70447426</c:v>
                </c:pt>
                <c:pt idx="87">
                  <c:v>8.86709468</c:v>
                </c:pt>
                <c:pt idx="88">
                  <c:v>9.97504651</c:v>
                </c:pt>
                <c:pt idx="89">
                  <c:v>11.02149886</c:v>
                </c:pt>
                <c:pt idx="90">
                  <c:v>12</c:v>
                </c:pt>
                <c:pt idx="91">
                  <c:v>12.90451715</c:v>
                </c:pt>
                <c:pt idx="92">
                  <c:v>13.72947367</c:v>
                </c:pt>
                <c:pt idx="93">
                  <c:v>14.46978341</c:v>
                </c:pt>
                <c:pt idx="94">
                  <c:v>15.12088213</c:v>
                </c:pt>
                <c:pt idx="95">
                  <c:v>15.67875558</c:v>
                </c:pt>
                <c:pt idx="96">
                  <c:v>16.13996429</c:v>
                </c:pt>
                <c:pt idx="97">
                  <c:v>16.50166475</c:v>
                </c:pt>
                <c:pt idx="98">
                  <c:v>16.76162696</c:v>
                </c:pt>
                <c:pt idx="99">
                  <c:v>16.91824817</c:v>
                </c:pt>
                <c:pt idx="100">
                  <c:v>16.97056275</c:v>
                </c:pt>
                <c:pt idx="101">
                  <c:v>16.91824817</c:v>
                </c:pt>
                <c:pt idx="102">
                  <c:v>16.76162696</c:v>
                </c:pt>
                <c:pt idx="103">
                  <c:v>16.50166475</c:v>
                </c:pt>
                <c:pt idx="104">
                  <c:v>16.13996429</c:v>
                </c:pt>
                <c:pt idx="105">
                  <c:v>15.67875558</c:v>
                </c:pt>
                <c:pt idx="106">
                  <c:v>15.12088213</c:v>
                </c:pt>
                <c:pt idx="107">
                  <c:v>14.46978341</c:v>
                </c:pt>
                <c:pt idx="108">
                  <c:v>13.72947367</c:v>
                </c:pt>
                <c:pt idx="109">
                  <c:v>12.90451715</c:v>
                </c:pt>
                <c:pt idx="110">
                  <c:v>12</c:v>
                </c:pt>
                <c:pt idx="111">
                  <c:v>11.02149886</c:v>
                </c:pt>
                <c:pt idx="112">
                  <c:v>9.97504651</c:v>
                </c:pt>
                <c:pt idx="113">
                  <c:v>8.86709468</c:v>
                </c:pt>
                <c:pt idx="114">
                  <c:v>7.70447426</c:v>
                </c:pt>
                <c:pt idx="115">
                  <c:v>6.4943532</c:v>
                </c:pt>
                <c:pt idx="116">
                  <c:v>5.24419229</c:v>
                </c:pt>
                <c:pt idx="117">
                  <c:v>3.9616992</c:v>
                </c:pt>
                <c:pt idx="118">
                  <c:v>2.6547809</c:v>
                </c:pt>
                <c:pt idx="119">
                  <c:v>1.33149501</c:v>
                </c:pt>
                <c:pt idx="120">
                  <c:v>0</c:v>
                </c:pt>
                <c:pt idx="121">
                  <c:v>-1.33149501</c:v>
                </c:pt>
                <c:pt idx="122">
                  <c:v>-2.6547809</c:v>
                </c:pt>
                <c:pt idx="123">
                  <c:v>-3.9616992</c:v>
                </c:pt>
                <c:pt idx="124">
                  <c:v>-5.24419229</c:v>
                </c:pt>
                <c:pt idx="125">
                  <c:v>-6.4943532</c:v>
                </c:pt>
                <c:pt idx="126">
                  <c:v>-7.70447426</c:v>
                </c:pt>
                <c:pt idx="127">
                  <c:v>-8.86709468</c:v>
                </c:pt>
                <c:pt idx="128">
                  <c:v>-9.97504651</c:v>
                </c:pt>
                <c:pt idx="129">
                  <c:v>-11.02149886</c:v>
                </c:pt>
                <c:pt idx="130">
                  <c:v>-12</c:v>
                </c:pt>
                <c:pt idx="131">
                  <c:v>-12.90451715</c:v>
                </c:pt>
                <c:pt idx="132">
                  <c:v>-13.72947367</c:v>
                </c:pt>
                <c:pt idx="133">
                  <c:v>-14.46978341</c:v>
                </c:pt>
                <c:pt idx="134">
                  <c:v>-15.12088213</c:v>
                </c:pt>
                <c:pt idx="135">
                  <c:v>-15.67875558</c:v>
                </c:pt>
                <c:pt idx="136">
                  <c:v>-16.13996429</c:v>
                </c:pt>
                <c:pt idx="137">
                  <c:v>-16.50166475</c:v>
                </c:pt>
                <c:pt idx="138">
                  <c:v>-16.76162696</c:v>
                </c:pt>
                <c:pt idx="139">
                  <c:v>-16.91824817</c:v>
                </c:pt>
                <c:pt idx="140">
                  <c:v>-16.97056275</c:v>
                </c:pt>
                <c:pt idx="141">
                  <c:v>-16.91824817</c:v>
                </c:pt>
                <c:pt idx="142">
                  <c:v>-16.76162696</c:v>
                </c:pt>
                <c:pt idx="143">
                  <c:v>-16.50166475</c:v>
                </c:pt>
                <c:pt idx="144">
                  <c:v>-16.13996429</c:v>
                </c:pt>
                <c:pt idx="145">
                  <c:v>-15.67875558</c:v>
                </c:pt>
                <c:pt idx="146">
                  <c:v>-15.12088213</c:v>
                </c:pt>
                <c:pt idx="147">
                  <c:v>-14.46978341</c:v>
                </c:pt>
                <c:pt idx="148">
                  <c:v>-13.72947367</c:v>
                </c:pt>
                <c:pt idx="149">
                  <c:v>-12.90451715</c:v>
                </c:pt>
                <c:pt idx="150">
                  <c:v>-12</c:v>
                </c:pt>
                <c:pt idx="151">
                  <c:v>-11.02149886</c:v>
                </c:pt>
                <c:pt idx="152">
                  <c:v>-9.97504651</c:v>
                </c:pt>
                <c:pt idx="153">
                  <c:v>-8.86709468</c:v>
                </c:pt>
                <c:pt idx="154">
                  <c:v>-7.70447426</c:v>
                </c:pt>
                <c:pt idx="155">
                  <c:v>-6.4943532</c:v>
                </c:pt>
                <c:pt idx="156">
                  <c:v>-5.24419229</c:v>
                </c:pt>
                <c:pt idx="157">
                  <c:v>-3.9616992</c:v>
                </c:pt>
                <c:pt idx="158">
                  <c:v>-2.6547809</c:v>
                </c:pt>
                <c:pt idx="159">
                  <c:v>-1.33149501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(V)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1.33149501</c:v>
                </c:pt>
                <c:pt idx="2">
                  <c:v>2.6547809</c:v>
                </c:pt>
                <c:pt idx="3">
                  <c:v>3.9616992</c:v>
                </c:pt>
                <c:pt idx="4">
                  <c:v>5.24419229</c:v>
                </c:pt>
                <c:pt idx="5">
                  <c:v>6.4943532</c:v>
                </c:pt>
                <c:pt idx="6">
                  <c:v>7.70447426</c:v>
                </c:pt>
                <c:pt idx="7">
                  <c:v>8.86709468</c:v>
                </c:pt>
                <c:pt idx="8">
                  <c:v>9.97504651</c:v>
                </c:pt>
                <c:pt idx="9">
                  <c:v>11.02149886</c:v>
                </c:pt>
                <c:pt idx="10">
                  <c:v>12</c:v>
                </c:pt>
                <c:pt idx="11">
                  <c:v>12.90451715</c:v>
                </c:pt>
                <c:pt idx="12">
                  <c:v>13.72947367</c:v>
                </c:pt>
                <c:pt idx="13">
                  <c:v>14.46978341</c:v>
                </c:pt>
                <c:pt idx="14">
                  <c:v>15.12088213</c:v>
                </c:pt>
                <c:pt idx="15">
                  <c:v>15.67875558</c:v>
                </c:pt>
                <c:pt idx="16">
                  <c:v>16.13996429</c:v>
                </c:pt>
                <c:pt idx="17">
                  <c:v>16.50166475</c:v>
                </c:pt>
                <c:pt idx="18">
                  <c:v>16.76162696</c:v>
                </c:pt>
                <c:pt idx="19">
                  <c:v>16.91824817</c:v>
                </c:pt>
                <c:pt idx="20">
                  <c:v>16.97056275</c:v>
                </c:pt>
                <c:pt idx="21">
                  <c:v>16.91824817</c:v>
                </c:pt>
                <c:pt idx="22">
                  <c:v>16.76162696</c:v>
                </c:pt>
                <c:pt idx="23">
                  <c:v>16.50166475</c:v>
                </c:pt>
                <c:pt idx="24">
                  <c:v>16.13996429</c:v>
                </c:pt>
                <c:pt idx="25">
                  <c:v>15.67875558</c:v>
                </c:pt>
                <c:pt idx="26">
                  <c:v>15.12088213</c:v>
                </c:pt>
                <c:pt idx="27">
                  <c:v>14.46978341</c:v>
                </c:pt>
                <c:pt idx="28">
                  <c:v>13.72947367</c:v>
                </c:pt>
                <c:pt idx="29">
                  <c:v>12.90451715</c:v>
                </c:pt>
                <c:pt idx="30">
                  <c:v>12</c:v>
                </c:pt>
                <c:pt idx="31">
                  <c:v>11.02149886</c:v>
                </c:pt>
                <c:pt idx="32">
                  <c:v>9.97504651</c:v>
                </c:pt>
                <c:pt idx="33">
                  <c:v>8.86709468</c:v>
                </c:pt>
                <c:pt idx="34">
                  <c:v>7.70447426</c:v>
                </c:pt>
                <c:pt idx="35">
                  <c:v>6.4943532</c:v>
                </c:pt>
                <c:pt idx="36">
                  <c:v>5.24419229</c:v>
                </c:pt>
                <c:pt idx="37">
                  <c:v>3.9616992</c:v>
                </c:pt>
                <c:pt idx="38">
                  <c:v>2.6547809</c:v>
                </c:pt>
                <c:pt idx="39">
                  <c:v>1.33149501</c:v>
                </c:pt>
                <c:pt idx="40">
                  <c:v>0</c:v>
                </c:pt>
                <c:pt idx="41">
                  <c:v>-1.33149501</c:v>
                </c:pt>
                <c:pt idx="42">
                  <c:v>-2.6547809</c:v>
                </c:pt>
                <c:pt idx="43">
                  <c:v>-3.9616992</c:v>
                </c:pt>
                <c:pt idx="44">
                  <c:v>-5.24419229</c:v>
                </c:pt>
                <c:pt idx="45">
                  <c:v>-6.4943532</c:v>
                </c:pt>
                <c:pt idx="46">
                  <c:v>-7.70447426</c:v>
                </c:pt>
                <c:pt idx="47">
                  <c:v>-8.86709468</c:v>
                </c:pt>
                <c:pt idx="48">
                  <c:v>-9.97504651</c:v>
                </c:pt>
                <c:pt idx="49">
                  <c:v>-11.02149886</c:v>
                </c:pt>
                <c:pt idx="50">
                  <c:v>-12</c:v>
                </c:pt>
                <c:pt idx="51">
                  <c:v>-12.90451715</c:v>
                </c:pt>
                <c:pt idx="52">
                  <c:v>-13.72947367</c:v>
                </c:pt>
                <c:pt idx="53">
                  <c:v>-14.46978341</c:v>
                </c:pt>
                <c:pt idx="54">
                  <c:v>-15.12088213</c:v>
                </c:pt>
                <c:pt idx="55">
                  <c:v>-15.67875558</c:v>
                </c:pt>
                <c:pt idx="56">
                  <c:v>-16.13996429</c:v>
                </c:pt>
                <c:pt idx="57">
                  <c:v>-16.50166475</c:v>
                </c:pt>
                <c:pt idx="58">
                  <c:v>-16.76162696</c:v>
                </c:pt>
                <c:pt idx="59">
                  <c:v>-16.91824817</c:v>
                </c:pt>
                <c:pt idx="60">
                  <c:v>-16.97056275</c:v>
                </c:pt>
                <c:pt idx="61">
                  <c:v>-16.91824817</c:v>
                </c:pt>
                <c:pt idx="62">
                  <c:v>-16.76162696</c:v>
                </c:pt>
                <c:pt idx="63">
                  <c:v>-16.50166475</c:v>
                </c:pt>
                <c:pt idx="64">
                  <c:v>-16.13996429</c:v>
                </c:pt>
                <c:pt idx="65">
                  <c:v>-15.67875558</c:v>
                </c:pt>
                <c:pt idx="66">
                  <c:v>-15.12088213</c:v>
                </c:pt>
                <c:pt idx="67">
                  <c:v>-14.46978341</c:v>
                </c:pt>
                <c:pt idx="68">
                  <c:v>-13.72947367</c:v>
                </c:pt>
                <c:pt idx="69">
                  <c:v>-12.90451715</c:v>
                </c:pt>
                <c:pt idx="70">
                  <c:v>-12</c:v>
                </c:pt>
                <c:pt idx="71">
                  <c:v>-11.02149886</c:v>
                </c:pt>
                <c:pt idx="72">
                  <c:v>-9.97504651</c:v>
                </c:pt>
                <c:pt idx="73">
                  <c:v>-8.86709468</c:v>
                </c:pt>
                <c:pt idx="74">
                  <c:v>-7.70447426</c:v>
                </c:pt>
                <c:pt idx="75">
                  <c:v>-6.4943532</c:v>
                </c:pt>
                <c:pt idx="76">
                  <c:v>-5.24419229</c:v>
                </c:pt>
                <c:pt idx="77">
                  <c:v>-3.9616992</c:v>
                </c:pt>
                <c:pt idx="78">
                  <c:v>-2.6547809</c:v>
                </c:pt>
                <c:pt idx="79">
                  <c:v>-1.33149501</c:v>
                </c:pt>
                <c:pt idx="80">
                  <c:v>-0</c:v>
                </c:pt>
                <c:pt idx="81">
                  <c:v>1.33149501</c:v>
                </c:pt>
                <c:pt idx="82">
                  <c:v>2.6547809</c:v>
                </c:pt>
                <c:pt idx="83">
                  <c:v>3.9616992</c:v>
                </c:pt>
                <c:pt idx="84">
                  <c:v>5.24419229</c:v>
                </c:pt>
                <c:pt idx="85">
                  <c:v>6.4943532</c:v>
                </c:pt>
                <c:pt idx="86">
                  <c:v>7.70447426</c:v>
                </c:pt>
                <c:pt idx="87">
                  <c:v>8.86709468</c:v>
                </c:pt>
                <c:pt idx="88">
                  <c:v>9.97504651</c:v>
                </c:pt>
                <c:pt idx="89">
                  <c:v>11.02149886</c:v>
                </c:pt>
                <c:pt idx="90">
                  <c:v>12</c:v>
                </c:pt>
                <c:pt idx="91">
                  <c:v>12.90451715</c:v>
                </c:pt>
                <c:pt idx="92">
                  <c:v>13.72947367</c:v>
                </c:pt>
                <c:pt idx="93">
                  <c:v>14.46978341</c:v>
                </c:pt>
                <c:pt idx="94">
                  <c:v>15.12088213</c:v>
                </c:pt>
                <c:pt idx="95">
                  <c:v>15.67875558</c:v>
                </c:pt>
                <c:pt idx="96">
                  <c:v>16.13996429</c:v>
                </c:pt>
                <c:pt idx="97">
                  <c:v>16.50166475</c:v>
                </c:pt>
                <c:pt idx="98">
                  <c:v>16.76162696</c:v>
                </c:pt>
                <c:pt idx="99">
                  <c:v>16.91824817</c:v>
                </c:pt>
                <c:pt idx="100">
                  <c:v>16.97056275</c:v>
                </c:pt>
                <c:pt idx="101">
                  <c:v>16.91824817</c:v>
                </c:pt>
                <c:pt idx="102">
                  <c:v>16.76162696</c:v>
                </c:pt>
                <c:pt idx="103">
                  <c:v>16.50166475</c:v>
                </c:pt>
                <c:pt idx="104">
                  <c:v>16.13996429</c:v>
                </c:pt>
                <c:pt idx="105">
                  <c:v>15.67875558</c:v>
                </c:pt>
                <c:pt idx="106">
                  <c:v>15.12088213</c:v>
                </c:pt>
                <c:pt idx="107">
                  <c:v>14.46978341</c:v>
                </c:pt>
                <c:pt idx="108">
                  <c:v>13.72947367</c:v>
                </c:pt>
                <c:pt idx="109">
                  <c:v>12.90451715</c:v>
                </c:pt>
                <c:pt idx="110">
                  <c:v>12</c:v>
                </c:pt>
                <c:pt idx="111">
                  <c:v>11.02149886</c:v>
                </c:pt>
                <c:pt idx="112">
                  <c:v>9.97504651</c:v>
                </c:pt>
                <c:pt idx="113">
                  <c:v>8.86709468</c:v>
                </c:pt>
                <c:pt idx="114">
                  <c:v>7.70447426</c:v>
                </c:pt>
                <c:pt idx="115">
                  <c:v>6.4943532</c:v>
                </c:pt>
                <c:pt idx="116">
                  <c:v>5.24419229</c:v>
                </c:pt>
                <c:pt idx="117">
                  <c:v>3.9616992</c:v>
                </c:pt>
                <c:pt idx="118">
                  <c:v>2.6547809</c:v>
                </c:pt>
                <c:pt idx="119">
                  <c:v>1.33149501</c:v>
                </c:pt>
                <c:pt idx="120">
                  <c:v>0</c:v>
                </c:pt>
                <c:pt idx="121">
                  <c:v>-1.33149501</c:v>
                </c:pt>
                <c:pt idx="122">
                  <c:v>-2.6547809</c:v>
                </c:pt>
                <c:pt idx="123">
                  <c:v>-3.9616992</c:v>
                </c:pt>
                <c:pt idx="124">
                  <c:v>-5.24419229</c:v>
                </c:pt>
                <c:pt idx="125">
                  <c:v>-6.4943532</c:v>
                </c:pt>
                <c:pt idx="126">
                  <c:v>-7.70447426</c:v>
                </c:pt>
                <c:pt idx="127">
                  <c:v>-8.86709468</c:v>
                </c:pt>
                <c:pt idx="128">
                  <c:v>-9.97504651</c:v>
                </c:pt>
                <c:pt idx="129">
                  <c:v>-11.02149886</c:v>
                </c:pt>
                <c:pt idx="130">
                  <c:v>-12</c:v>
                </c:pt>
                <c:pt idx="131">
                  <c:v>-12.90451715</c:v>
                </c:pt>
                <c:pt idx="132">
                  <c:v>-13.72947367</c:v>
                </c:pt>
                <c:pt idx="133">
                  <c:v>-14.46978341</c:v>
                </c:pt>
                <c:pt idx="134">
                  <c:v>-15.12088213</c:v>
                </c:pt>
                <c:pt idx="135">
                  <c:v>-15.67875558</c:v>
                </c:pt>
                <c:pt idx="136">
                  <c:v>-16.13996429</c:v>
                </c:pt>
                <c:pt idx="137">
                  <c:v>-16.50166475</c:v>
                </c:pt>
                <c:pt idx="138">
                  <c:v>-16.76162696</c:v>
                </c:pt>
                <c:pt idx="139">
                  <c:v>-16.91824817</c:v>
                </c:pt>
                <c:pt idx="140">
                  <c:v>-16.97056275</c:v>
                </c:pt>
                <c:pt idx="141">
                  <c:v>-16.91824817</c:v>
                </c:pt>
                <c:pt idx="142">
                  <c:v>-16.76162696</c:v>
                </c:pt>
                <c:pt idx="143">
                  <c:v>-16.50166475</c:v>
                </c:pt>
                <c:pt idx="144">
                  <c:v>-16.13996429</c:v>
                </c:pt>
                <c:pt idx="145">
                  <c:v>-15.67875558</c:v>
                </c:pt>
                <c:pt idx="146">
                  <c:v>-15.12088213</c:v>
                </c:pt>
                <c:pt idx="147">
                  <c:v>-14.46978341</c:v>
                </c:pt>
                <c:pt idx="148">
                  <c:v>-13.72947367</c:v>
                </c:pt>
                <c:pt idx="149">
                  <c:v>-12.90451715</c:v>
                </c:pt>
                <c:pt idx="150">
                  <c:v>-12</c:v>
                </c:pt>
                <c:pt idx="151">
                  <c:v>-11.02149886</c:v>
                </c:pt>
                <c:pt idx="152">
                  <c:v>-9.97504651</c:v>
                </c:pt>
                <c:pt idx="153">
                  <c:v>-8.86709468</c:v>
                </c:pt>
                <c:pt idx="154">
                  <c:v>-7.70447426</c:v>
                </c:pt>
                <c:pt idx="155">
                  <c:v>-6.4943532</c:v>
                </c:pt>
                <c:pt idx="156">
                  <c:v>-5.24419229</c:v>
                </c:pt>
                <c:pt idx="157">
                  <c:v>-3.9616992</c:v>
                </c:pt>
                <c:pt idx="158">
                  <c:v>-2.6547809</c:v>
                </c:pt>
                <c:pt idx="159">
                  <c:v>-1.33149501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hitta en hel period och kurvans högsta 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förklara varför en multimeter och kurvans topp visar olika tal.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Basdelen använder en sinusspänning med effektivvärdet 12,00 V (skrivs 12,00 V RMS) och frekvensen 50 hertz (Hz). Station B är ett senare, utökat försök.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8b578c5db4d9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d2de372f734ba9"/>
          </a:graphicData>
        </a:graphic>
      </p:graphicFrame>
      <p:sp>
        <p:nvSpPr>
          <p:cNvPr id="11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59320ED9-579C-4F64-BF6D-8396697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620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hel period: 0 till 20 ms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Periodtiden T är tiden för en hel period. Vid 50 Hz: T = 1/50 = 0,020 s = 20,00 ms (millisekunder, tusendels sekunder).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20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31535db414bd1"/>
          </a:graphicData>
        </a:graphic>
      </p:graphicFrame>
      <p:sp>
        <p:nvSpPr>
          <p:cNvPr id="11" name="peak-label">
            <a:extLst xmlns:a="http://schemas.openxmlformats.org/drawingml/2006/main">
              <a:ext uri="{FF2B5EF4-FFF2-40B4-BE49-F238E27FC236}">
                <a16:creationId xmlns:a16="http://schemas.microsoft.com/office/drawing/2014/main" id="{D3C25ABC-2A41-44D4-B30C-338048A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62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från noll: 16,97 V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(läses u-topp, u med hatt) mäts från noll till den positiva toppen.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(pp: peak to peak), går från negativ topp till positiv topp.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vår sinus: û ≈ 16,97 V och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33,94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16,97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12,00 V över en resistor ger samma medeleffekt (värme) som 12,00 V likspänning (DC) över samma resistor.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förkortas RMS (root mean square, engelska för kvadratiskt medelvärde). U utan index betyder alltid effektivvärdet. Multimetern i växelspänningsläget (AC eller V~) visar här 12,00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Sinusens topp är högre eftersom spänningen bara når toppen under en kort del av perioden.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12,00 ≈ 16,97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räkneexempel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sinus, U = 10,00 V RMS och f =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Period: T = 1 000/50 = 20,00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Topp: û = 10,00 · √2 ≈ 14,14 V. Topp till topp: 28,28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Pröva sedan själv med 12,00 V RMS. Skriv förväntat värde före avläsningen.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(räknar ut det verkliga effektivvärdet för alla kurvformer) och den sinuskalibrerade mätaren (visar rätt bara för ren sinus).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Båda visar 10,00 V för denna ideala sinus.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periodtiden vid 50 Hz: 20,00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simulatorn och registrera 20,00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20 ms. Frekvensen är 50 perioder per sekund.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7b8378fbc9400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vår källa: vanligt medelvärde 0 V, RMS 12,00 V och topp 16,97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24,00 V RMS och f = 100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är spänningen vid en bestämd tidpunkt t. Liten bokstav u betyder ett värde som ändras med tiden.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U = 10 V RMS, f = 50 Hz, t = 3 ms = 0,003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10√2 ≈ 14,14 V. Vinkeln 2πft ≈ 0,9425 rad (radianer; 2π radianer är ett helt varv, 360°).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14,14 · sin(0,9425) ≈ 11,44 V. Räknaren ska stå i RAD (radianer), inte DEG (grader).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 Fasvinkeln φ (fi) anger hur långt två kurvor är förskjutna, och Δt (delta t) är tidsskillnaden mellan dem.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50 Hz är T = 20 ms. Ett tidsavstånd på 2,5 ms ger 360 · 2,5/20 = 45°.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|u| betyder spänningen utan tecken (beloppet), så medelvärdet av |u| blir positivt.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13,33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11,54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effektivvärdet 12,00 V och ingen likspänningsdel (DC-innehåll).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16,97 V. Den sinuskalibrerade mätaren visar 12,00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12,00 V. Medel(|u|) = 12,00 V. Visning ≈ 13,33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12 ≈ 20,78 V. Medel(|u|) = û/2. Visning ≈ 11,54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effektivvärde (RMS), toppvärde och vanligt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