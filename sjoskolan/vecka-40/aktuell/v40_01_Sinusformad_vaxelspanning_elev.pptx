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562bcd4aa434386" Type="http://schemas.openxmlformats.org/package/2006/relationships/metadata/core-properties" Target="docProps/core.xml"/><Relationship Id="R79d09cc2cfb749bc" Type="http://schemas.openxmlformats.org/officeDocument/2006/relationships/officeDocument" Target="ppt/presentation.xml"/><Relationship Id="R94fa9cfa7d5648b5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ace59d47494156"/>
  </p:sldMasterIdLst>
  <p:notesMasterIdLst>
    <p:notesMasterId xmlns:r="http://schemas.openxmlformats.org/officeDocument/2006/relationships" r:id="R896289308f5244ea"/>
  </p:notesMasterIdLst>
  <p:sldIdLst>
    <p:sldId xmlns:r="http://schemas.openxmlformats.org/officeDocument/2006/relationships" id="256" r:id="Rb142fb58b4c549c5"/>
    <p:sldId xmlns:r="http://schemas.openxmlformats.org/officeDocument/2006/relationships" id="257" r:id="Rea8dbc929e344ba6"/>
    <p:sldId xmlns:r="http://schemas.openxmlformats.org/officeDocument/2006/relationships" id="258" r:id="R20dc8a80889d4cc8"/>
    <p:sldId xmlns:r="http://schemas.openxmlformats.org/officeDocument/2006/relationships" id="259" r:id="Rdd93673a162d489d"/>
    <p:sldId xmlns:r="http://schemas.openxmlformats.org/officeDocument/2006/relationships" id="260" r:id="R37196922c30d4f26"/>
    <p:sldId xmlns:r="http://schemas.openxmlformats.org/officeDocument/2006/relationships" id="261" r:id="Rc88fabc7885042b4"/>
    <p:sldId xmlns:r="http://schemas.openxmlformats.org/officeDocument/2006/relationships" id="262" r:id="R414c5a60960c4c3d"/>
    <p:sldId xmlns:r="http://schemas.openxmlformats.org/officeDocument/2006/relationships" id="263" r:id="Rff95a2faf0894a32"/>
    <p:sldId xmlns:r="http://schemas.openxmlformats.org/officeDocument/2006/relationships" id="264" r:id="Rf94a673741874e27"/>
    <p:sldId xmlns:r="http://schemas.openxmlformats.org/officeDocument/2006/relationships" id="265" r:id="Re494e029d18b4aa3"/>
    <p:sldId xmlns:r="http://schemas.openxmlformats.org/officeDocument/2006/relationships" id="266" r:id="R99e944cf199449e2"/>
    <p:sldId xmlns:r="http://schemas.openxmlformats.org/officeDocument/2006/relationships" id="267" r:id="Rded5d88f7ce64e01"/>
    <p:sldId xmlns:r="http://schemas.openxmlformats.org/officeDocument/2006/relationships" id="268" r:id="R593f3e47b5ab4e70"/>
    <p:sldId xmlns:r="http://schemas.openxmlformats.org/officeDocument/2006/relationships" id="269" r:id="Rb6f09006fb244792"/>
    <p:sldId xmlns:r="http://schemas.openxmlformats.org/officeDocument/2006/relationships" id="270" r:id="Rbddf0e0b75874633"/>
    <p:sldId xmlns:r="http://schemas.openxmlformats.org/officeDocument/2006/relationships" id="271" r:id="R5942ded79b0b433b"/>
    <p:sldId xmlns:r="http://schemas.openxmlformats.org/officeDocument/2006/relationships" id="272" r:id="Ra80746bf83924aa1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189df6219f244b78" Type="http://schemas.openxmlformats.org/officeDocument/2006/relationships/theme" Target="theme/theme1.xml"/><Relationship Id="R20dc8a80889d4cc8" Type="http://schemas.openxmlformats.org/officeDocument/2006/relationships/slide" Target="slides/slide3.xml"/><Relationship Id="R32b8f5391962452b" Type="http://schemas.openxmlformats.org/officeDocument/2006/relationships/presProps" Target="presProps.xml"/><Relationship Id="R37196922c30d4f26" Type="http://schemas.openxmlformats.org/officeDocument/2006/relationships/slide" Target="slides/slide5.xml"/><Relationship Id="R414c5a60960c4c3d" Type="http://schemas.openxmlformats.org/officeDocument/2006/relationships/slide" Target="slides/slide7.xml"/><Relationship Id="R593f3e47b5ab4e70" Type="http://schemas.openxmlformats.org/officeDocument/2006/relationships/slide" Target="slides/slide13.xml"/><Relationship Id="R5942ded79b0b433b" Type="http://schemas.openxmlformats.org/officeDocument/2006/relationships/slide" Target="slides/slide16.xml"/><Relationship Id="R896289308f5244ea" Type="http://schemas.openxmlformats.org/officeDocument/2006/relationships/notesMaster" Target="notesMasters/notesMaster1.xml"/><Relationship Id="R99e944cf199449e2" Type="http://schemas.openxmlformats.org/officeDocument/2006/relationships/slide" Target="slides/slide11.xml"/><Relationship Id="Ra80746bf83924aa1" Type="http://schemas.openxmlformats.org/officeDocument/2006/relationships/slide" Target="slides/slide17.xml"/><Relationship Id="Rb142fb58b4c549c5" Type="http://schemas.openxmlformats.org/officeDocument/2006/relationships/slide" Target="slides/slide1.xml"/><Relationship Id="Rb6f09006fb244792" Type="http://schemas.openxmlformats.org/officeDocument/2006/relationships/slide" Target="slides/slide14.xml"/><Relationship Id="Rbddf0e0b75874633" Type="http://schemas.openxmlformats.org/officeDocument/2006/relationships/slide" Target="slides/slide15.xml"/><Relationship Id="Rbefa91a59b36439d" Type="http://schemas.openxmlformats.org/officeDocument/2006/relationships/tableStyles" Target="tableStyles.xml"/><Relationship Id="Rc88fabc7885042b4" Type="http://schemas.openxmlformats.org/officeDocument/2006/relationships/slide" Target="slides/slide6.xml"/><Relationship Id="Rdc7a5dab7f03436b" Type="http://schemas.openxmlformats.org/officeDocument/2006/relationships/viewProps" Target="viewProps.xml"/><Relationship Id="Rdd93673a162d489d" Type="http://schemas.openxmlformats.org/officeDocument/2006/relationships/slide" Target="slides/slide4.xml"/><Relationship Id="Rded5d88f7ce64e01" Type="http://schemas.openxmlformats.org/officeDocument/2006/relationships/slide" Target="slides/slide12.xml"/><Relationship Id="Re494e029d18b4aa3" Type="http://schemas.openxmlformats.org/officeDocument/2006/relationships/slide" Target="slides/slide10.xml"/><Relationship Id="Rea8dbc929e344ba6" Type="http://schemas.openxmlformats.org/officeDocument/2006/relationships/slide" Target="slides/slide2.xml"/><Relationship Id="Rf2ace59d47494156" Type="http://schemas.openxmlformats.org/officeDocument/2006/relationships/slideMaster" Target="slideMasters/slideMaster1.xml"/><Relationship Id="Rf94a673741874e27" Type="http://schemas.openxmlformats.org/officeDocument/2006/relationships/slide" Target="slides/slide9.xml"/><Relationship Id="Rff95a2faf0894a32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01bc70a41f6a40c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fe9bdb13ea74599" Type="http://schemas.openxmlformats.org/officeDocument/2006/relationships/slide" Target="../slides/slide1.xml"/><Relationship Id="Reb8de139f7c14c5e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ad1fa1273a740c7" Type="http://schemas.openxmlformats.org/officeDocument/2006/relationships/notesMaster" Target="../notesMasters/notesMaster1.xml"/><Relationship Id="Rf096d50fd91645de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89fb08a2e459456a" Type="http://schemas.openxmlformats.org/officeDocument/2006/relationships/notesMaster" Target="../notesMasters/notesMaster1.xml"/><Relationship Id="Rb55de7f1ac04461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22b074ef919443bf" Type="http://schemas.openxmlformats.org/officeDocument/2006/relationships/notesMaster" Target="../notesMasters/notesMaster1.xml"/><Relationship Id="Rf94334557c33430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c6deff10c27c4f98" Type="http://schemas.openxmlformats.org/officeDocument/2006/relationships/slide" Target="../slides/slide5.xml"/><Relationship Id="Rd05e8b4e14d640db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40d1583519c4318" Type="http://schemas.openxmlformats.org/officeDocument/2006/relationships/slide" Target="../slides/slide6.xml"/><Relationship Id="R67ed926e6867440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2c025cce5024c36" Type="http://schemas.openxmlformats.org/officeDocument/2006/relationships/notesMaster" Target="../notesMasters/notesMaster1.xml"/><Relationship Id="R77b8b94cabfb426d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ad3e2f27eea64759" Type="http://schemas.openxmlformats.org/officeDocument/2006/relationships/notesMaster" Target="../notesMasters/notesMaster1.xml"/><Relationship Id="Rb9386ea02a3b4763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dd1f5420b574de4" Type="http://schemas.openxmlformats.org/officeDocument/2006/relationships/notesMaster" Target="../notesMasters/notesMaster1.xml"/><Relationship Id="R88d3c93ef2964cc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2b6780287c14bd1" Type="http://schemas.openxmlformats.org/officeDocument/2006/relationships/slide" Target="../slides/slide10.xml"/><Relationship Id="Ra1cdbb55e9fb4b1b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7bfaa874d1f94e93" Type="http://schemas.openxmlformats.org/officeDocument/2006/relationships/notesMaster" Target="../notesMasters/notesMaster1.xml"/><Relationship Id="Rff0fbe8564e54a4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0db58954d734455" Type="http://schemas.openxmlformats.org/officeDocument/2006/relationships/slide" Target="../slides/slide12.xml"/><Relationship Id="Ra5629d822e9d46bf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553ce85623e4830" Type="http://schemas.openxmlformats.org/officeDocument/2006/relationships/notesMaster" Target="../notesMasters/notesMaster1.xml"/><Relationship Id="R8276e455a4514408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3ed9f0f959274d9a" Type="http://schemas.openxmlformats.org/officeDocument/2006/relationships/notesMaster" Target="../notesMasters/notesMaster1.xml"/><Relationship Id="R6f4fdb8ad457480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751bf2d8d16c41f0" Type="http://schemas.openxmlformats.org/officeDocument/2006/relationships/slide" Target="../slides/slide15.xml"/><Relationship Id="Rd0d892b36ced4407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729c54d81d8f4a3c" Type="http://schemas.openxmlformats.org/officeDocument/2006/relationships/slide" Target="../slides/slide16.xml"/><Relationship Id="R8c003ac921104d9f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20f751dca968438f" Type="http://schemas.openxmlformats.org/officeDocument/2006/relationships/notesMaster" Target="../notesMasters/notesMaster1.xml"/><Relationship Id="R8495c30223704229" Type="http://schemas.openxmlformats.org/officeDocument/2006/relationships/slide" Target="../slides/slide17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Förslag: 30 min genomgång inklusive stegfilm, 15 min gemensam räkning, 30 min guidad labb, 15 min återkoppling. Delarna kan delas på två 45-minuterspass.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https://nj22az.github.io/sjoskolan/vecka-40/aktuell/Genomgang.html?del=sinus&amp;avsnitt=mal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Följ kurvan långsamt: noll, positiv topp, noll, negativ topp, noll. Kurvan visar spänningen vid olika tidpunkter, inte en partikels färd.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https://nj22az.github.io/sjoskolan/vecka-40/aktuell/Genomgang.html?del=sinus&amp;avsnitt=kurvan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Låt eleven peka på två stigande nollpassager innan formeln används. Vanligt fel: 0,0167 s skrivs som 0,0167 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Kontrollfråga: Vid 100 Hz: blir perioden längre eller kortare?</a:t>
            </a:r>
          </a:p>
          <a:p xmlns:a="http://schemas.openxmlformats.org/drawingml/2006/main">
            <a:r>
              <a:t>Facit: Kortare. T = 1 000/100 = 10 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https://nj22az.github.io/sjoskolan/vecka-40/aktuell/Genomgang.html?del=sinus&amp;avsnitt=period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Peka ut nollnivån. Eleven ska inte använda hela höjden när frågan gäller toppvärde.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Kontrollfråga: Om Upp = 20 V, hur stort är û?</a:t>
            </a:r>
          </a:p>
          <a:p xmlns:a="http://schemas.openxmlformats.org/drawingml/2006/main">
            <a:r>
              <a:t>Facit: û = 20/2 = 10 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https://nj22az.github.io/sjoskolan/vecka-40/aktuell/Genomgang.html?del=sinus&amp;avsnitt=topp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Förklara betydelsen innan förkortningen root mean square. Ett element på 23 Ω ger P = 230²/23 = 2 300 W med 230 V RMS och med 230 V DC.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Exemplet har samma metod men andra värden än labbens källa, så att eleven själv räknar fram labbens svar.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https://nj22az.github.io/sjoskolan/vecka-40/aktuell/Genomgang.html?del=sinus&amp;avsnitt=exempel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Detta är en modell av instrumentkontroll, inte en utförd fysisk kalibrering. En verklig kontroll följer instrumentens och stationens instruktioner.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https://nj22az.github.io/sjoskolan/vecka-40/aktuell/Genomgang.html?del=sinus&amp;avsnitt=matarna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Öppna guidad labb och visa en rad. Eleven ska kunna säga vad som jämförs och vilken enhet som används.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https://nj22az.github.io/sjoskolan/vecka-40/aktuell/Genomgang.html?del=sinus&amp;avsnitt=protokoll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Stanna här om eleven fortfarande blandar medelvärde och effektivvärde.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Kontrollfråga: Betyder 0 V i medelvärde att källan inte kan ge effekt?</a:t>
            </a:r>
          </a:p>
          <a:p xmlns:a="http://schemas.openxmlformats.org/drawingml/2006/main">
            <a:r>
              <a:t>Facit: Nej. Effekten i en resistor beror på spänningen i kvadrat.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https://nj22az.github.io/sjoskolan/vecka-40/aktuell/Genomgang.html?del=sinus&amp;avsnitt=medel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Detta kontrollerar överföring till nya värden. Godkänn inte endast att grundexemplet har kopierats.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Kontrollfråga: Räkna innan facit visas.</a:t>
            </a:r>
          </a:p>
          <a:p xmlns:a="http://schemas.openxmlformats.org/drawingml/2006/main">
            <a:r>
              <a:t>Facit: T ≈ 8,33 ms. û ≈ 67,88 V. Multimetern visar 48,00 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https://nj22az.github.io/sjoskolan/vecka-40/aktuell/Genomgang.html?del=sinus&amp;avsnitt=eget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Sinusformeln använder toppvärdet som amplitud. Momentanvärdet får ett negativt tecken under den negativa halvperioden.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https://nj22az.github.io/sjoskolan/vecka-40/aktuell/Genomgang.html?del=sinus&amp;avsnitt=moment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Beloppet räcker inte för att avgöra vem som leder. Eleven måste läsa kurvornas ordning.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https://nj22az.github.io/sjoskolan/vecka-40/aktuell/Genomgang.html?del=sinus&amp;avsnitt=fas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Källa: Fluke, True measurements of non-linear loads require a true-RMS measurement tool. Vanligt medelvärde, likriktat medelvärde och RMS måste hållas isär.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https://nj22az.github.io/sjoskolan/vecka-40/aktuell/Genomgang.html?del=sinus&amp;avsnitt=likriktat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Källa: https://www.fluke.com/en-gb/learn/blog/electrical/true-measurements-of-non-linear-loads-require-a-true-rms-measurement-tool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Här hålls RMS konstant. Vid jämförelse med samma toppvärde blir RMS i stället olika. True RMS visar 10,00 V för alla tre i idealmodellen. Verkliga instrument har frekvens-, bandbredds- och crestfaktorgränser.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https://nj22az.github.io/sjoskolan/vecka-40/aktuell/Genomgang.html?del=sinus&amp;avsnitt=kurvformer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Källa: https://www.fluke.com/en-gb/learn/blog/electrical/true-measurements-of-non-linear-loads-require-a-true-rms-measurement-tool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Skilj källans avvikelse från instrumentets visningsprincip. Stationsprotokollet har egna kontroller och används efter mätaravsnittet.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https://nj22az.github.io/sjoskolan/vecka-40/aktuell/Genomgang.html?del=sinus&amp;avsnitt=station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Säkerheten i verklig mätning kan inte godkännas genom ett klick i simulatorn. Läraren behöver riggens dokumenterade mätpunkter och instrumentmanualer.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Webbgenomgång: https://nj22az.github.io/sjoskolan/vecka-40/aktuell/Genomgang.html?del=sinus&amp;avsnitt=klart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Guidad labb: https://nj22az.github.io/sjoskolan/vaxelstromslabbet/?lage=guidad&amp;del=sinus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36a645e960549f8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9f6e1f1683f3456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e4a1bd095f50463c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bc3c37ff88af468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a96cd056c969485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2674128f6009425d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53cecd5baceb4715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3896e3b48fdb4e5d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4e6f387713944de8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3029985416ed42f3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2c03dc4f3e6c4a0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E2CD4B-F516-4409-A7DC-DC274679F1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6AE0DEC-5907-4926-8E9D-559B618B20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1FC174-16CC-42BD-B69A-F86677B10F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FC2075C-F955-4894-B17F-E705A120D6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DCFC0C-D59D-4281-85E2-261E88D101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3EC1DC-6AF3-4168-A6BE-BD63D8EE7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4DC51F2-CD67-4C7B-A631-E145FE53E9A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354CAE-CDBB-4DC0-A3EB-AEF0E1A583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0C48E3-7D60-4F49-B8F8-95A1339D03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522CC2-1491-4348-B17B-6B4209F57C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B53ECE-35AA-43DB-99CA-3D0AAB59EA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52D209-9D8C-4BE8-B25E-2DF1D29038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210298-DB2A-4F47-BA48-79AAA0598C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486CC6-E4D5-4C7B-8AD3-AA069C40CB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FDC94B-E851-44BC-9BD2-196697E640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BA0E46-55D9-41DC-B10B-64AF6E184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3BB8641-C72D-4B77-83D5-5015D96396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486F488-4C81-4757-A373-AC714C909A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5590AD5-4F63-4400-A9FA-A894CAC102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2C6BC21-C772-4CB0-A9DC-BB3A3BC2C4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81F78F9-9AB5-4D76-AFFD-5DAA164A0B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F2D7E8-02BD-44B5-B13B-83DE335076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26C730-8536-44EB-B438-A42E093B1B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51D6213-1CBF-4C46-8BF8-BF7A2AC27B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26EDF07-85F4-427E-9DB6-D8253568937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5F11EA3-1044-4C79-BF3B-98D9D538BA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2E4B5BA-D8AB-48F0-93EE-5DB97F2F29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87B0180-397A-42EC-8E5E-4A2F7E34F3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AF0B7C5-3321-4F4D-AD56-13B7C12498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D9D262-1559-47EB-88C0-3C0FBCDFCA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8782B52-F9AB-46BB-A71B-53DDB381EB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7167AA7-064B-4F62-A3FE-F56687BE55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9A1431E-CEFC-4F4E-962E-919197794F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499E090-5B9E-4292-BAFA-97004D8AC9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9C35B5E-DF5E-4D14-9AFD-A81379310C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80BF7B0-F916-41CA-8E1A-59E24BB69C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909EF4-74E8-4C0D-8697-7715219260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430B30-ECD3-4232-9AB6-D967A1C285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84919C5-73C3-4844-8E6E-ED634321A1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0E2014-77F2-4C84-B2F1-BDE92F1AE3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A0CCB86-482F-4ED4-9AB8-92369806A0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9E7777-1FC9-4818-B6F9-148B9889B0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6F232D-B347-4EE8-B88D-D4D4A37C7C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CA293A1-A5A0-45E5-982C-C7949487551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3B4B63F-6FF3-484D-A66D-553A454807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F9C1E6-A1A5-4D00-9B5F-4B51E72C76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A8FB0FD-92CA-487D-8A10-D6460DCD77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B20313E-A5AC-46CC-9E32-CD757EDB20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0772EC-2D75-49F4-9748-3E1A0E8FC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689864-1D5F-48ED-B662-327741E801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80AAEA-3A94-4E90-89B1-427F6F3D40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BD3F0F-4B07-4673-BB73-41E612AF9F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CAC180-CE69-4E2E-8DE5-612BD4ACFD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EEF0E9D-1D27-4BC5-BCF2-E61F307861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9506037-AC13-4857-9081-D5C4645044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9442B-51A7-4BD1-AEB7-B70B7E3E81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0457E0-9DF3-4E0E-BC19-AD337CE1A6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6B9361-EFB5-4D70-9D25-57B2017332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2fe2ddb671fc4e12" Type="http://schemas.openxmlformats.org/officeDocument/2006/relationships/slideLayout" Target="../slideLayouts/slideLayout1.xml"/><Relationship Id="R37288291680442a5" Type="http://schemas.openxmlformats.org/officeDocument/2006/relationships/slideLayout" Target="../slideLayouts/slideLayout7.xml"/><Relationship Id="R38a3d02a8c294307" Type="http://schemas.openxmlformats.org/officeDocument/2006/relationships/slideLayout" Target="../slideLayouts/slideLayout2.xml"/><Relationship Id="R4219c85a02fa4434" Type="http://schemas.openxmlformats.org/officeDocument/2006/relationships/slideLayout" Target="../slideLayouts/slideLayout3.xml"/><Relationship Id="R589507c34e05400a" Type="http://schemas.openxmlformats.org/officeDocument/2006/relationships/theme" Target="theme/theme2.xml"/><Relationship Id="R5c63fa3d5ca649c6" Type="http://schemas.openxmlformats.org/officeDocument/2006/relationships/slideLayout" Target="../slideLayouts/slideLayout10.xml"/><Relationship Id="R693f15524f8a487a" Type="http://schemas.openxmlformats.org/officeDocument/2006/relationships/slideLayout" Target="../slideLayouts/slideLayout5.xml"/><Relationship Id="R867934ac93a541bc" Type="http://schemas.openxmlformats.org/officeDocument/2006/relationships/slideLayout" Target="../slideLayouts/slideLayout9.xml"/><Relationship Id="Rc676ae5a9c1242fc" Type="http://schemas.openxmlformats.org/officeDocument/2006/relationships/slideLayout" Target="../slideLayouts/slideLayout8.xml"/><Relationship Id="Rcbb2c99801a34274" Type="http://schemas.openxmlformats.org/officeDocument/2006/relationships/slideLayout" Target="../slideLayouts/slideLayout11.xml"/><Relationship Id="Red023b18b3974c05" Type="http://schemas.openxmlformats.org/officeDocument/2006/relationships/slideLayout" Target="../slideLayouts/slideLayout6.xml"/><Relationship Id="Rf15f2f91b4454d7b" Type="http://schemas.openxmlformats.org/officeDocument/2006/relationships/slideLayout" Target="../slideLayouts/slideLayout4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B68E696-EC0F-47CB-8FE9-46AE86A309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0B8B3E-9EAD-42D7-A494-E1C3FEEE7B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3E4CC9-7665-4A29-8FCF-17C3DE8E34E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D3794A-F99E-45E5-9D90-AE009996DE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2506B0-AD80-458D-92E4-9E3F3BEEA7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e2ddb671fc4e12"/>
    <p:sldLayoutId xmlns:r="http://schemas.openxmlformats.org/officeDocument/2006/relationships" id="2147483650" r:id="R38a3d02a8c294307"/>
    <p:sldLayoutId xmlns:r="http://schemas.openxmlformats.org/officeDocument/2006/relationships" id="2147483651" r:id="R4219c85a02fa4434"/>
    <p:sldLayoutId xmlns:r="http://schemas.openxmlformats.org/officeDocument/2006/relationships" id="2147483652" r:id="Rf15f2f91b4454d7b"/>
    <p:sldLayoutId xmlns:r="http://schemas.openxmlformats.org/officeDocument/2006/relationships" id="2147483653" r:id="R693f15524f8a487a"/>
    <p:sldLayoutId xmlns:r="http://schemas.openxmlformats.org/officeDocument/2006/relationships" id="2147483654" r:id="Red023b18b3974c05"/>
    <p:sldLayoutId xmlns:r="http://schemas.openxmlformats.org/officeDocument/2006/relationships" id="2147483655" r:id="R37288291680442a5"/>
    <p:sldLayoutId xmlns:r="http://schemas.openxmlformats.org/officeDocument/2006/relationships" id="2147483656" r:id="Rc676ae5a9c1242fc"/>
    <p:sldLayoutId xmlns:r="http://schemas.openxmlformats.org/officeDocument/2006/relationships" id="2147483657" r:id="R867934ac93a541bc"/>
    <p:sldLayoutId xmlns:r="http://schemas.openxmlformats.org/officeDocument/2006/relationships" id="2147483658" r:id="R5c63fa3d5ca649c6"/>
    <p:sldLayoutId xmlns:r="http://schemas.openxmlformats.org/officeDocument/2006/relationships" id="2147483659" r:id="Rcbb2c99801a3427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2f20a46a9cd490b" Type="http://schemas.openxmlformats.org/officeDocument/2006/relationships/image" Target="../media/image.png"/><Relationship Id="R42e29a7744334724" Type="http://schemas.openxmlformats.org/officeDocument/2006/relationships/slideLayout" Target="../slideLayouts/slideLayout1.xml"/><Relationship Id="R51b59b7a1fb8467f" Type="http://schemas.openxmlformats.org/officeDocument/2006/relationships/image" Target="../media/image.jpeg"/><Relationship Id="Re3dde1def67748d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6b4ddaffaf44e4a" Type="http://schemas.openxmlformats.org/officeDocument/2006/relationships/notesSlide" Target="../notesSlides/notesSlide2.xml"/><Relationship Id="Radbd2894379748d9" Type="http://schemas.openxmlformats.org/officeDocument/2006/relationships/slideLayout" Target="../slideLayouts/slideLayout1.xml"/><Relationship Id="Ree0ff7acf47544be" Type="http://schemas.openxmlformats.org/officeDocument/2006/relationships/image" Target="../media/image.jpeg"/></Relationships>
</file>

<file path=ppt/slides/_rels/slide3.xml.rels><?xml version='1.0' encoding='UTF-8' standalone='yes'?>
<Relationships xmlns="http://schemas.openxmlformats.org/package/2006/relationships"><Relationship Id="R0e78b578c5db4d97" Type="http://schemas.openxmlformats.org/officeDocument/2006/relationships/chart" Target="charts/chart1.xml"/><Relationship Id="R1f9516a5b4574516" Type="http://schemas.openxmlformats.org/officeDocument/2006/relationships/image" Target="../media/image.jpeg"/><Relationship Id="Rcc86c36304ae40c5" Type="http://schemas.openxmlformats.org/officeDocument/2006/relationships/notesSlide" Target="../notesSlides/notesSlide3.xml"/><Relationship Id="Re10d4fdbc22c4f3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3f3321262aa74990" Type="http://schemas.openxmlformats.org/officeDocument/2006/relationships/notesSlide" Target="../notesSlides/notesSlide4.xml"/><Relationship Id="Rceb50d85036f4e71" Type="http://schemas.openxmlformats.org/officeDocument/2006/relationships/slideLayout" Target="../slideLayouts/slideLayout1.xml"/><Relationship Id="Rd3cff0e3ded34ac9" Type="http://schemas.openxmlformats.org/officeDocument/2006/relationships/image" Target="../media/image.jpeg"/><Relationship Id="Re1d2de372f734ba9" Type="http://schemas.openxmlformats.org/officeDocument/2006/relationships/chart" Target="charts/chart2.xml"/></Relationships>
</file>

<file path=ppt/slides/_rels/slide5.xml.rels><?xml version='1.0' encoding='UTF-8' standalone='yes'?>
<Relationships xmlns="http://schemas.openxmlformats.org/package/2006/relationships"><Relationship Id="Ra2831535db414bd1" Type="http://schemas.openxmlformats.org/officeDocument/2006/relationships/chart" Target="charts/chart3.xml"/><Relationship Id="Rca742f4bc5ec4eaf" Type="http://schemas.openxmlformats.org/officeDocument/2006/relationships/notesSlide" Target="../notesSlides/notesSlide5.xml"/><Relationship Id="Rcfdb4787d7e04fbf" Type="http://schemas.openxmlformats.org/officeDocument/2006/relationships/image" Target="../media/image.jpeg"/><Relationship Id="Rd7bd3b697f8a46e9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f152403c01b418e" Type="http://schemas.openxmlformats.org/officeDocument/2006/relationships/slideLayout" Target="../slideLayouts/slideLayout1.xml"/><Relationship Id="R3efd4ff624824082" Type="http://schemas.openxmlformats.org/officeDocument/2006/relationships/image" Target="../media/image.jpeg"/><Relationship Id="Rdb617b883528413f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5c5a024022404e7f" Type="http://schemas.openxmlformats.org/officeDocument/2006/relationships/image" Target="../media/image.jpeg"/><Relationship Id="R81293971e9684b9f" Type="http://schemas.openxmlformats.org/officeDocument/2006/relationships/slideLayout" Target="../slideLayouts/slideLayout1.xml"/><Relationship Id="Rceb2d76b0577408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775a89523ef94f9c" Type="http://schemas.openxmlformats.org/officeDocument/2006/relationships/notesSlide" Target="../notesSlides/notesSlide8.xml"/><Relationship Id="R87a40497789941ff" Type="http://schemas.openxmlformats.org/officeDocument/2006/relationships/slideLayout" Target="../slideLayouts/slideLayout1.xml"/><Relationship Id="R965d211cfed44481" Type="http://schemas.openxmlformats.org/officeDocument/2006/relationships/image" Target="../media/image.jpeg"/></Relationships>
</file>

<file path=ppt/slides/_rels/slide9.xml.rels><?xml version='1.0' encoding='UTF-8' standalone='yes'?>
<Relationships xmlns="http://schemas.openxmlformats.org/package/2006/relationships"><Relationship Id="R1d96d33ba7aa4bac" Type="http://schemas.openxmlformats.org/officeDocument/2006/relationships/image" Target="../media/image.jpeg"/><Relationship Id="Rc9195de430ae4670" Type="http://schemas.openxmlformats.org/officeDocument/2006/relationships/slideLayout" Target="../slideLayouts/slideLayout1.xml"/><Relationship Id="Rdd2322ca239d43fc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eadcd2bc3654cf6" Type="http://schemas.openxmlformats.org/officeDocument/2006/relationships/image" Target="../media/image.jpeg"/><Relationship Id="R597b8378fbc94007" Type="http://schemas.openxmlformats.org/officeDocument/2006/relationships/chart" Target="charts/chart4.xml"/><Relationship Id="R672ca7c63d814afb" Type="http://schemas.openxmlformats.org/officeDocument/2006/relationships/slideLayout" Target="../slideLayouts/slideLayout1.xml"/><Relationship Id="Reb080484ea9c4c9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915a5b0efdfa4a85" Type="http://schemas.openxmlformats.org/officeDocument/2006/relationships/image" Target="../media/image.jpeg"/><Relationship Id="Rde0b92ea55b04eac" Type="http://schemas.openxmlformats.org/officeDocument/2006/relationships/slideLayout" Target="../slideLayouts/slideLayout1.xml"/><Relationship Id="Ree25c84bc6d34ee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217a905c4e284c55" Type="http://schemas.openxmlformats.org/officeDocument/2006/relationships/image" Target="../media/image.jpeg"/><Relationship Id="R6cbe6755bfb04528" Type="http://schemas.openxmlformats.org/officeDocument/2006/relationships/notesSlide" Target="../notesSlides/notesSlide12.xml"/><Relationship Id="Rdde777c7f212434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6d16b1c64d0745f5" Type="http://schemas.openxmlformats.org/officeDocument/2006/relationships/image" Target="../media/image.jpeg"/><Relationship Id="R96f5e7d1429c4a36" Type="http://schemas.openxmlformats.org/officeDocument/2006/relationships/slideLayout" Target="../slideLayouts/slideLayout1.xml"/><Relationship Id="Rb383aa9abb4d4d1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42a86cb939f64d81" Type="http://schemas.openxmlformats.org/officeDocument/2006/relationships/image" Target="../media/image.jpeg"/><Relationship Id="R4955b60f3ada4f1b" Type="http://schemas.openxmlformats.org/officeDocument/2006/relationships/slideLayout" Target="../slideLayouts/slideLayout1.xml"/><Relationship Id="Rff4064babc0f4c3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0cbe0d361f6e4510" Type="http://schemas.openxmlformats.org/officeDocument/2006/relationships/image" Target="../media/image.jpeg"/><Relationship Id="R3817a4f773ff4df2" Type="http://schemas.openxmlformats.org/officeDocument/2006/relationships/slideLayout" Target="../slideLayouts/slideLayout1.xml"/><Relationship Id="R78f044dde0834a3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47dc44925af74953" Type="http://schemas.openxmlformats.org/officeDocument/2006/relationships/image" Target="../media/image.jpeg"/><Relationship Id="Rdf80724291ea4d35" Type="http://schemas.openxmlformats.org/officeDocument/2006/relationships/slideLayout" Target="../slideLayouts/slideLayout1.xml"/><Relationship Id="Rf884bae39dee461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2dbc48e75ec7481a" Type="http://schemas.openxmlformats.org/officeDocument/2006/relationships/notesSlide" Target="../notesSlides/notesSlide17.xml"/><Relationship Id="R6c7d9146524b4037" Type="http://schemas.openxmlformats.org/officeDocument/2006/relationships/slideLayout" Target="../slideLayouts/slideLayout1.xml"/><Relationship Id="R980bf77cdbb64fa2" Type="http://schemas.openxmlformats.org/officeDocument/2006/relationships/image" Target="../media/image.jpeg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strRef>
              <c:f>Sheet1!$B$1</c:f>
              <c:strCache>
                <c:ptCount val="1"/>
                <c:pt idx="0">
                  <c:v>u</c:v>
                </c:pt>
              </c:strCache>
            </c:strRef>
          </c:tx>
          <c:spPr>
            <a:ln xmlns:a="http://schemas.openxmlformats.org/drawingml/2006/main" w="23813">
              <a:solidFill>
                <a:srgbClr val="064F91"/>
              </a:solidFill>
            </a:ln>
          </c:spPr>
          <c:marker>
            <c:symbol val="none"/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2.0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3.0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4.0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5.0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6.0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7.0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8.0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9.0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10.0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11.0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12.0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13.0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14.0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15.0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16.0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17.0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18.0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19.0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20.0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21.0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22.0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23.0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24.0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25.0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26.0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27.0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28.0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29.0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30.0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31.0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32.0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33.0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34.0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35.0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36.0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37.0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38.0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39.0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40.0</c:v>
                </c:pt>
              </c:numCache>
            </c:numRef>
          </c:xVal>
          <c:yVal>
            <c:numRef>
              <c:f>Sheet1!$B$2:$B$162</c:f>
              <c:numCache>
                <c:formatCode>General</c:formatCode>
                <c:ptCount val="161"/>
                <c:pt idx="0">
                  <c:v>0.0</c:v>
                </c:pt>
                <c:pt idx="1">
                  <c:v>58.54</c:v>
                </c:pt>
                <c:pt idx="2">
                  <c:v>116.55</c:v>
                </c:pt>
                <c:pt idx="3">
                  <c:v>173.53</c:v>
                </c:pt>
                <c:pt idx="4">
                  <c:v>228.97</c:v>
                </c:pt>
                <c:pt idx="5">
                  <c:v>282.38</c:v>
                </c:pt>
                <c:pt idx="6">
                  <c:v>333.28</c:v>
                </c:pt>
                <c:pt idx="7">
                  <c:v>381.23</c:v>
                </c:pt>
                <c:pt idx="8">
                  <c:v>425.79</c:v>
                </c:pt>
                <c:pt idx="9">
                  <c:v>466.57</c:v>
                </c:pt>
                <c:pt idx="10">
                  <c:v>503.21</c:v>
                </c:pt>
                <c:pt idx="11">
                  <c:v>535.38</c:v>
                </c:pt>
                <c:pt idx="12">
                  <c:v>562.8</c:v>
                </c:pt>
                <c:pt idx="13">
                  <c:v>585.23</c:v>
                </c:pt>
                <c:pt idx="14">
                  <c:v>602.46</c:v>
                </c:pt>
                <c:pt idx="15">
                  <c:v>614.34</c:v>
                </c:pt>
                <c:pt idx="16">
                  <c:v>620.77</c:v>
                </c:pt>
                <c:pt idx="17">
                  <c:v>621.69</c:v>
                </c:pt>
                <c:pt idx="18">
                  <c:v>617.1</c:v>
                </c:pt>
                <c:pt idx="19">
                  <c:v>607.02</c:v>
                </c:pt>
                <c:pt idx="20">
                  <c:v>591.56</c:v>
                </c:pt>
                <c:pt idx="21">
                  <c:v>570.84</c:v>
                </c:pt>
                <c:pt idx="22">
                  <c:v>545.06</c:v>
                </c:pt>
                <c:pt idx="23">
                  <c:v>514.44</c:v>
                </c:pt>
                <c:pt idx="24">
                  <c:v>479.26</c:v>
                </c:pt>
                <c:pt idx="25">
                  <c:v>439.82</c:v>
                </c:pt>
                <c:pt idx="26">
                  <c:v>396.48</c:v>
                </c:pt>
                <c:pt idx="27">
                  <c:v>349.62</c:v>
                </c:pt>
                <c:pt idx="28">
                  <c:v>299.65</c:v>
                </c:pt>
                <c:pt idx="29">
                  <c:v>247.03</c:v>
                </c:pt>
                <c:pt idx="30">
                  <c:v>192.21</c:v>
                </c:pt>
                <c:pt idx="31">
                  <c:v>135.69</c:v>
                </c:pt>
                <c:pt idx="32">
                  <c:v>77.96</c:v>
                </c:pt>
                <c:pt idx="33">
                  <c:v>19.54</c:v>
                </c:pt>
                <c:pt idx="34">
                  <c:v>-39.06</c:v>
                </c:pt>
                <c:pt idx="35">
                  <c:v>-97.3</c:v>
                </c:pt>
                <c:pt idx="36">
                  <c:v>-154.69</c:v>
                </c:pt>
                <c:pt idx="37">
                  <c:v>-210.69</c:v>
                </c:pt>
                <c:pt idx="38">
                  <c:v>-264.83</c:v>
                </c:pt>
                <c:pt idx="39">
                  <c:v>-316.62</c:v>
                </c:pt>
                <c:pt idx="40">
                  <c:v>-365.6</c:v>
                </c:pt>
                <c:pt idx="41">
                  <c:v>-411.34</c:v>
                </c:pt>
                <c:pt idx="42">
                  <c:v>-453.42</c:v>
                </c:pt>
                <c:pt idx="43">
                  <c:v>-491.48</c:v>
                </c:pt>
                <c:pt idx="44">
                  <c:v>-525.17</c:v>
                </c:pt>
                <c:pt idx="45">
                  <c:v>-554.21</c:v>
                </c:pt>
                <c:pt idx="46">
                  <c:v>-578.32</c:v>
                </c:pt>
                <c:pt idx="47">
                  <c:v>-597.3</c:v>
                </c:pt>
                <c:pt idx="48">
                  <c:v>-610.98</c:v>
                </c:pt>
                <c:pt idx="49">
                  <c:v>-619.24</c:v>
                </c:pt>
                <c:pt idx="50">
                  <c:v>-622.0</c:v>
                </c:pt>
                <c:pt idx="51">
                  <c:v>-619.24</c:v>
                </c:pt>
                <c:pt idx="52">
                  <c:v>-610.98</c:v>
                </c:pt>
                <c:pt idx="53">
                  <c:v>-597.3</c:v>
                </c:pt>
                <c:pt idx="54">
                  <c:v>-578.32</c:v>
                </c:pt>
                <c:pt idx="55">
                  <c:v>-554.21</c:v>
                </c:pt>
                <c:pt idx="56">
                  <c:v>-525.17</c:v>
                </c:pt>
                <c:pt idx="57">
                  <c:v>-491.48</c:v>
                </c:pt>
                <c:pt idx="58">
                  <c:v>-453.42</c:v>
                </c:pt>
                <c:pt idx="59">
                  <c:v>-411.34</c:v>
                </c:pt>
                <c:pt idx="60">
                  <c:v>-365.6</c:v>
                </c:pt>
                <c:pt idx="61">
                  <c:v>-316.62</c:v>
                </c:pt>
                <c:pt idx="62">
                  <c:v>-264.83</c:v>
                </c:pt>
                <c:pt idx="63">
                  <c:v>-210.69</c:v>
                </c:pt>
                <c:pt idx="64">
                  <c:v>-154.69</c:v>
                </c:pt>
                <c:pt idx="65">
                  <c:v>-97.3</c:v>
                </c:pt>
                <c:pt idx="66">
                  <c:v>-39.06</c:v>
                </c:pt>
                <c:pt idx="67">
                  <c:v>19.54</c:v>
                </c:pt>
                <c:pt idx="68">
                  <c:v>77.96</c:v>
                </c:pt>
                <c:pt idx="69">
                  <c:v>135.69</c:v>
                </c:pt>
                <c:pt idx="70">
                  <c:v>192.21</c:v>
                </c:pt>
                <c:pt idx="71">
                  <c:v>247.03</c:v>
                </c:pt>
                <c:pt idx="72">
                  <c:v>299.65</c:v>
                </c:pt>
                <c:pt idx="73">
                  <c:v>349.62</c:v>
                </c:pt>
                <c:pt idx="74">
                  <c:v>396.48</c:v>
                </c:pt>
                <c:pt idx="75">
                  <c:v>439.82</c:v>
                </c:pt>
                <c:pt idx="76">
                  <c:v>479.26</c:v>
                </c:pt>
                <c:pt idx="77">
                  <c:v>514.44</c:v>
                </c:pt>
                <c:pt idx="78">
                  <c:v>545.06</c:v>
                </c:pt>
                <c:pt idx="79">
                  <c:v>570.84</c:v>
                </c:pt>
                <c:pt idx="80">
                  <c:v>591.56</c:v>
                </c:pt>
                <c:pt idx="81">
                  <c:v>607.02</c:v>
                </c:pt>
                <c:pt idx="82">
                  <c:v>617.1</c:v>
                </c:pt>
                <c:pt idx="83">
                  <c:v>621.69</c:v>
                </c:pt>
                <c:pt idx="84">
                  <c:v>620.77</c:v>
                </c:pt>
                <c:pt idx="85">
                  <c:v>614.34</c:v>
                </c:pt>
                <c:pt idx="86">
                  <c:v>602.46</c:v>
                </c:pt>
                <c:pt idx="87">
                  <c:v>585.23</c:v>
                </c:pt>
                <c:pt idx="88">
                  <c:v>562.8</c:v>
                </c:pt>
                <c:pt idx="89">
                  <c:v>535.38</c:v>
                </c:pt>
                <c:pt idx="90">
                  <c:v>503.21</c:v>
                </c:pt>
                <c:pt idx="91">
                  <c:v>466.57</c:v>
                </c:pt>
                <c:pt idx="92">
                  <c:v>425.79</c:v>
                </c:pt>
                <c:pt idx="93">
                  <c:v>381.23</c:v>
                </c:pt>
                <c:pt idx="94">
                  <c:v>333.28</c:v>
                </c:pt>
                <c:pt idx="95">
                  <c:v>282.38</c:v>
                </c:pt>
                <c:pt idx="96">
                  <c:v>228.97</c:v>
                </c:pt>
                <c:pt idx="97">
                  <c:v>173.53</c:v>
                </c:pt>
                <c:pt idx="98">
                  <c:v>116.55</c:v>
                </c:pt>
                <c:pt idx="99">
                  <c:v>58.54</c:v>
                </c:pt>
                <c:pt idx="100">
                  <c:v>0.0</c:v>
                </c:pt>
                <c:pt idx="101">
                  <c:v>-58.54</c:v>
                </c:pt>
                <c:pt idx="102">
                  <c:v>-116.55</c:v>
                </c:pt>
                <c:pt idx="103">
                  <c:v>-173.53</c:v>
                </c:pt>
                <c:pt idx="104">
                  <c:v>-228.97</c:v>
                </c:pt>
                <c:pt idx="105">
                  <c:v>-282.38</c:v>
                </c:pt>
                <c:pt idx="106">
                  <c:v>-333.28</c:v>
                </c:pt>
                <c:pt idx="107">
                  <c:v>-381.23</c:v>
                </c:pt>
                <c:pt idx="108">
                  <c:v>-425.79</c:v>
                </c:pt>
                <c:pt idx="109">
                  <c:v>-466.57</c:v>
                </c:pt>
                <c:pt idx="110">
                  <c:v>-503.21</c:v>
                </c:pt>
                <c:pt idx="111">
                  <c:v>-535.38</c:v>
                </c:pt>
                <c:pt idx="112">
                  <c:v>-562.8</c:v>
                </c:pt>
                <c:pt idx="113">
                  <c:v>-585.23</c:v>
                </c:pt>
                <c:pt idx="114">
                  <c:v>-602.46</c:v>
                </c:pt>
                <c:pt idx="115">
                  <c:v>-614.34</c:v>
                </c:pt>
                <c:pt idx="116">
                  <c:v>-620.77</c:v>
                </c:pt>
                <c:pt idx="117">
                  <c:v>-621.69</c:v>
                </c:pt>
                <c:pt idx="118">
                  <c:v>-617.1</c:v>
                </c:pt>
                <c:pt idx="119">
                  <c:v>-607.02</c:v>
                </c:pt>
                <c:pt idx="120">
                  <c:v>-591.56</c:v>
                </c:pt>
                <c:pt idx="121">
                  <c:v>-570.84</c:v>
                </c:pt>
                <c:pt idx="122">
                  <c:v>-545.06</c:v>
                </c:pt>
                <c:pt idx="123">
                  <c:v>-514.44</c:v>
                </c:pt>
                <c:pt idx="124">
                  <c:v>-479.26</c:v>
                </c:pt>
                <c:pt idx="125">
                  <c:v>-439.82</c:v>
                </c:pt>
                <c:pt idx="126">
                  <c:v>-396.48</c:v>
                </c:pt>
                <c:pt idx="127">
                  <c:v>-349.62</c:v>
                </c:pt>
                <c:pt idx="128">
                  <c:v>-299.65</c:v>
                </c:pt>
                <c:pt idx="129">
                  <c:v>-247.03</c:v>
                </c:pt>
                <c:pt idx="130">
                  <c:v>-192.21</c:v>
                </c:pt>
                <c:pt idx="131">
                  <c:v>-135.69</c:v>
                </c:pt>
                <c:pt idx="132">
                  <c:v>-77.96</c:v>
                </c:pt>
                <c:pt idx="133">
                  <c:v>-19.54</c:v>
                </c:pt>
                <c:pt idx="134">
                  <c:v>39.06</c:v>
                </c:pt>
                <c:pt idx="135">
                  <c:v>97.3</c:v>
                </c:pt>
                <c:pt idx="136">
                  <c:v>154.69</c:v>
                </c:pt>
                <c:pt idx="137">
                  <c:v>210.69</c:v>
                </c:pt>
                <c:pt idx="138">
                  <c:v>264.83</c:v>
                </c:pt>
                <c:pt idx="139">
                  <c:v>316.62</c:v>
                </c:pt>
                <c:pt idx="140">
                  <c:v>365.6</c:v>
                </c:pt>
                <c:pt idx="141">
                  <c:v>411.34</c:v>
                </c:pt>
                <c:pt idx="142">
                  <c:v>453.42</c:v>
                </c:pt>
                <c:pt idx="143">
                  <c:v>491.48</c:v>
                </c:pt>
                <c:pt idx="144">
                  <c:v>525.17</c:v>
                </c:pt>
                <c:pt idx="145">
                  <c:v>554.21</c:v>
                </c:pt>
                <c:pt idx="146">
                  <c:v>578.32</c:v>
                </c:pt>
                <c:pt idx="147">
                  <c:v>597.3</c:v>
                </c:pt>
                <c:pt idx="148">
                  <c:v>610.98</c:v>
                </c:pt>
                <c:pt idx="149">
                  <c:v>619.24</c:v>
                </c:pt>
                <c:pt idx="150">
                  <c:v>622.0</c:v>
                </c:pt>
                <c:pt idx="151">
                  <c:v>619.24</c:v>
                </c:pt>
                <c:pt idx="152">
                  <c:v>610.98</c:v>
                </c:pt>
                <c:pt idx="153">
                  <c:v>597.3</c:v>
                </c:pt>
                <c:pt idx="154">
                  <c:v>578.32</c:v>
                </c:pt>
                <c:pt idx="155">
                  <c:v>554.21</c:v>
                </c:pt>
                <c:pt idx="156">
                  <c:v>525.17</c:v>
                </c:pt>
                <c:pt idx="157">
                  <c:v>491.48</c:v>
                </c:pt>
                <c:pt idx="158">
                  <c:v>453.42</c:v>
                </c:pt>
                <c:pt idx="159">
                  <c:v>411.34</c:v>
                </c:pt>
                <c:pt idx="160">
                  <c:v>365.6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00"/>
          <c:min val="-7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Spänning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350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Tid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strRef>
              <c:f>Sheet1!$B$1</c:f>
              <c:strCache>
                <c:ptCount val="1"/>
                <c:pt idx="0">
                  <c:v>u</c:v>
                </c:pt>
              </c:strCache>
            </c:strRef>
          </c:tx>
          <c:spPr>
            <a:ln xmlns:a="http://schemas.openxmlformats.org/drawingml/2006/main" w="23813">
              <a:solidFill>
                <a:srgbClr val="064F91"/>
              </a:solidFill>
            </a:ln>
          </c:spPr>
          <c:marker>
            <c:symbol val="none"/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2.0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3.0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4.0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5.0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6.0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7.0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8.0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9.0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10.0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11.0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12.0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13.0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14.0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15.0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16.0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17.0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18.0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19.0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20.0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21.0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22.0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23.0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24.0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25.0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26.0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27.0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28.0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29.0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30.0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31.0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32.0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33.0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34.0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35.0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36.0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37.0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38.0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39.0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40.0</c:v>
                </c:pt>
              </c:numCache>
            </c:numRef>
          </c:xVal>
          <c:yVal>
            <c:numRef>
              <c:f>Sheet1!$B$2:$B$162</c:f>
              <c:numCache>
                <c:formatCode>General</c:formatCode>
                <c:ptCount val="161"/>
                <c:pt idx="0">
                  <c:v>0.0</c:v>
                </c:pt>
                <c:pt idx="1">
                  <c:v>58.54</c:v>
                </c:pt>
                <c:pt idx="2">
                  <c:v>116.55</c:v>
                </c:pt>
                <c:pt idx="3">
                  <c:v>173.53</c:v>
                </c:pt>
                <c:pt idx="4">
                  <c:v>228.97</c:v>
                </c:pt>
                <c:pt idx="5">
                  <c:v>282.38</c:v>
                </c:pt>
                <c:pt idx="6">
                  <c:v>333.28</c:v>
                </c:pt>
                <c:pt idx="7">
                  <c:v>381.23</c:v>
                </c:pt>
                <c:pt idx="8">
                  <c:v>425.79</c:v>
                </c:pt>
                <c:pt idx="9">
                  <c:v>466.57</c:v>
                </c:pt>
                <c:pt idx="10">
                  <c:v>503.21</c:v>
                </c:pt>
                <c:pt idx="11">
                  <c:v>535.38</c:v>
                </c:pt>
                <c:pt idx="12">
                  <c:v>562.8</c:v>
                </c:pt>
                <c:pt idx="13">
                  <c:v>585.23</c:v>
                </c:pt>
                <c:pt idx="14">
                  <c:v>602.46</c:v>
                </c:pt>
                <c:pt idx="15">
                  <c:v>614.34</c:v>
                </c:pt>
                <c:pt idx="16">
                  <c:v>620.77</c:v>
                </c:pt>
                <c:pt idx="17">
                  <c:v>621.69</c:v>
                </c:pt>
                <c:pt idx="18">
                  <c:v>617.1</c:v>
                </c:pt>
                <c:pt idx="19">
                  <c:v>607.02</c:v>
                </c:pt>
                <c:pt idx="20">
                  <c:v>591.56</c:v>
                </c:pt>
                <c:pt idx="21">
                  <c:v>570.84</c:v>
                </c:pt>
                <c:pt idx="22">
                  <c:v>545.06</c:v>
                </c:pt>
                <c:pt idx="23">
                  <c:v>514.44</c:v>
                </c:pt>
                <c:pt idx="24">
                  <c:v>479.26</c:v>
                </c:pt>
                <c:pt idx="25">
                  <c:v>439.82</c:v>
                </c:pt>
                <c:pt idx="26">
                  <c:v>396.48</c:v>
                </c:pt>
                <c:pt idx="27">
                  <c:v>349.62</c:v>
                </c:pt>
                <c:pt idx="28">
                  <c:v>299.65</c:v>
                </c:pt>
                <c:pt idx="29">
                  <c:v>247.03</c:v>
                </c:pt>
                <c:pt idx="30">
                  <c:v>192.21</c:v>
                </c:pt>
                <c:pt idx="31">
                  <c:v>135.69</c:v>
                </c:pt>
                <c:pt idx="32">
                  <c:v>77.96</c:v>
                </c:pt>
                <c:pt idx="33">
                  <c:v>19.54</c:v>
                </c:pt>
                <c:pt idx="34">
                  <c:v>-39.06</c:v>
                </c:pt>
                <c:pt idx="35">
                  <c:v>-97.3</c:v>
                </c:pt>
                <c:pt idx="36">
                  <c:v>-154.69</c:v>
                </c:pt>
                <c:pt idx="37">
                  <c:v>-210.69</c:v>
                </c:pt>
                <c:pt idx="38">
                  <c:v>-264.83</c:v>
                </c:pt>
                <c:pt idx="39">
                  <c:v>-316.62</c:v>
                </c:pt>
                <c:pt idx="40">
                  <c:v>-365.6</c:v>
                </c:pt>
                <c:pt idx="41">
                  <c:v>-411.34</c:v>
                </c:pt>
                <c:pt idx="42">
                  <c:v>-453.42</c:v>
                </c:pt>
                <c:pt idx="43">
                  <c:v>-491.48</c:v>
                </c:pt>
                <c:pt idx="44">
                  <c:v>-525.17</c:v>
                </c:pt>
                <c:pt idx="45">
                  <c:v>-554.21</c:v>
                </c:pt>
                <c:pt idx="46">
                  <c:v>-578.32</c:v>
                </c:pt>
                <c:pt idx="47">
                  <c:v>-597.3</c:v>
                </c:pt>
                <c:pt idx="48">
                  <c:v>-610.98</c:v>
                </c:pt>
                <c:pt idx="49">
                  <c:v>-619.24</c:v>
                </c:pt>
                <c:pt idx="50">
                  <c:v>-622.0</c:v>
                </c:pt>
                <c:pt idx="51">
                  <c:v>-619.24</c:v>
                </c:pt>
                <c:pt idx="52">
                  <c:v>-610.98</c:v>
                </c:pt>
                <c:pt idx="53">
                  <c:v>-597.3</c:v>
                </c:pt>
                <c:pt idx="54">
                  <c:v>-578.32</c:v>
                </c:pt>
                <c:pt idx="55">
                  <c:v>-554.21</c:v>
                </c:pt>
                <c:pt idx="56">
                  <c:v>-525.17</c:v>
                </c:pt>
                <c:pt idx="57">
                  <c:v>-491.48</c:v>
                </c:pt>
                <c:pt idx="58">
                  <c:v>-453.42</c:v>
                </c:pt>
                <c:pt idx="59">
                  <c:v>-411.34</c:v>
                </c:pt>
                <c:pt idx="60">
                  <c:v>-365.6</c:v>
                </c:pt>
                <c:pt idx="61">
                  <c:v>-316.62</c:v>
                </c:pt>
                <c:pt idx="62">
                  <c:v>-264.83</c:v>
                </c:pt>
                <c:pt idx="63">
                  <c:v>-210.69</c:v>
                </c:pt>
                <c:pt idx="64">
                  <c:v>-154.69</c:v>
                </c:pt>
                <c:pt idx="65">
                  <c:v>-97.3</c:v>
                </c:pt>
                <c:pt idx="66">
                  <c:v>-39.06</c:v>
                </c:pt>
                <c:pt idx="67">
                  <c:v>19.54</c:v>
                </c:pt>
                <c:pt idx="68">
                  <c:v>77.96</c:v>
                </c:pt>
                <c:pt idx="69">
                  <c:v>135.69</c:v>
                </c:pt>
                <c:pt idx="70">
                  <c:v>192.21</c:v>
                </c:pt>
                <c:pt idx="71">
                  <c:v>247.03</c:v>
                </c:pt>
                <c:pt idx="72">
                  <c:v>299.65</c:v>
                </c:pt>
                <c:pt idx="73">
                  <c:v>349.62</c:v>
                </c:pt>
                <c:pt idx="74">
                  <c:v>396.48</c:v>
                </c:pt>
                <c:pt idx="75">
                  <c:v>439.82</c:v>
                </c:pt>
                <c:pt idx="76">
                  <c:v>479.26</c:v>
                </c:pt>
                <c:pt idx="77">
                  <c:v>514.44</c:v>
                </c:pt>
                <c:pt idx="78">
                  <c:v>545.06</c:v>
                </c:pt>
                <c:pt idx="79">
                  <c:v>570.84</c:v>
                </c:pt>
                <c:pt idx="80">
                  <c:v>591.56</c:v>
                </c:pt>
                <c:pt idx="81">
                  <c:v>607.02</c:v>
                </c:pt>
                <c:pt idx="82">
                  <c:v>617.1</c:v>
                </c:pt>
                <c:pt idx="83">
                  <c:v>621.69</c:v>
                </c:pt>
                <c:pt idx="84">
                  <c:v>620.77</c:v>
                </c:pt>
                <c:pt idx="85">
                  <c:v>614.34</c:v>
                </c:pt>
                <c:pt idx="86">
                  <c:v>602.46</c:v>
                </c:pt>
                <c:pt idx="87">
                  <c:v>585.23</c:v>
                </c:pt>
                <c:pt idx="88">
                  <c:v>562.8</c:v>
                </c:pt>
                <c:pt idx="89">
                  <c:v>535.38</c:v>
                </c:pt>
                <c:pt idx="90">
                  <c:v>503.21</c:v>
                </c:pt>
                <c:pt idx="91">
                  <c:v>466.57</c:v>
                </c:pt>
                <c:pt idx="92">
                  <c:v>425.79</c:v>
                </c:pt>
                <c:pt idx="93">
                  <c:v>381.23</c:v>
                </c:pt>
                <c:pt idx="94">
                  <c:v>333.28</c:v>
                </c:pt>
                <c:pt idx="95">
                  <c:v>282.38</c:v>
                </c:pt>
                <c:pt idx="96">
                  <c:v>228.97</c:v>
                </c:pt>
                <c:pt idx="97">
                  <c:v>173.53</c:v>
                </c:pt>
                <c:pt idx="98">
                  <c:v>116.55</c:v>
                </c:pt>
                <c:pt idx="99">
                  <c:v>58.54</c:v>
                </c:pt>
                <c:pt idx="100">
                  <c:v>0.0</c:v>
                </c:pt>
                <c:pt idx="101">
                  <c:v>-58.54</c:v>
                </c:pt>
                <c:pt idx="102">
                  <c:v>-116.55</c:v>
                </c:pt>
                <c:pt idx="103">
                  <c:v>-173.53</c:v>
                </c:pt>
                <c:pt idx="104">
                  <c:v>-228.97</c:v>
                </c:pt>
                <c:pt idx="105">
                  <c:v>-282.38</c:v>
                </c:pt>
                <c:pt idx="106">
                  <c:v>-333.28</c:v>
                </c:pt>
                <c:pt idx="107">
                  <c:v>-381.23</c:v>
                </c:pt>
                <c:pt idx="108">
                  <c:v>-425.79</c:v>
                </c:pt>
                <c:pt idx="109">
                  <c:v>-466.57</c:v>
                </c:pt>
                <c:pt idx="110">
                  <c:v>-503.21</c:v>
                </c:pt>
                <c:pt idx="111">
                  <c:v>-535.38</c:v>
                </c:pt>
                <c:pt idx="112">
                  <c:v>-562.8</c:v>
                </c:pt>
                <c:pt idx="113">
                  <c:v>-585.23</c:v>
                </c:pt>
                <c:pt idx="114">
                  <c:v>-602.46</c:v>
                </c:pt>
                <c:pt idx="115">
                  <c:v>-614.34</c:v>
                </c:pt>
                <c:pt idx="116">
                  <c:v>-620.77</c:v>
                </c:pt>
                <c:pt idx="117">
                  <c:v>-621.69</c:v>
                </c:pt>
                <c:pt idx="118">
                  <c:v>-617.1</c:v>
                </c:pt>
                <c:pt idx="119">
                  <c:v>-607.02</c:v>
                </c:pt>
                <c:pt idx="120">
                  <c:v>-591.56</c:v>
                </c:pt>
                <c:pt idx="121">
                  <c:v>-570.84</c:v>
                </c:pt>
                <c:pt idx="122">
                  <c:v>-545.06</c:v>
                </c:pt>
                <c:pt idx="123">
                  <c:v>-514.44</c:v>
                </c:pt>
                <c:pt idx="124">
                  <c:v>-479.26</c:v>
                </c:pt>
                <c:pt idx="125">
                  <c:v>-439.82</c:v>
                </c:pt>
                <c:pt idx="126">
                  <c:v>-396.48</c:v>
                </c:pt>
                <c:pt idx="127">
                  <c:v>-349.62</c:v>
                </c:pt>
                <c:pt idx="128">
                  <c:v>-299.65</c:v>
                </c:pt>
                <c:pt idx="129">
                  <c:v>-247.03</c:v>
                </c:pt>
                <c:pt idx="130">
                  <c:v>-192.21</c:v>
                </c:pt>
                <c:pt idx="131">
                  <c:v>-135.69</c:v>
                </c:pt>
                <c:pt idx="132">
                  <c:v>-77.96</c:v>
                </c:pt>
                <c:pt idx="133">
                  <c:v>-19.54</c:v>
                </c:pt>
                <c:pt idx="134">
                  <c:v>39.06</c:v>
                </c:pt>
                <c:pt idx="135">
                  <c:v>97.3</c:v>
                </c:pt>
                <c:pt idx="136">
                  <c:v>154.69</c:v>
                </c:pt>
                <c:pt idx="137">
                  <c:v>210.69</c:v>
                </c:pt>
                <c:pt idx="138">
                  <c:v>264.83</c:v>
                </c:pt>
                <c:pt idx="139">
                  <c:v>316.62</c:v>
                </c:pt>
                <c:pt idx="140">
                  <c:v>365.6</c:v>
                </c:pt>
                <c:pt idx="141">
                  <c:v>411.34</c:v>
                </c:pt>
                <c:pt idx="142">
                  <c:v>453.42</c:v>
                </c:pt>
                <c:pt idx="143">
                  <c:v>491.48</c:v>
                </c:pt>
                <c:pt idx="144">
                  <c:v>525.17</c:v>
                </c:pt>
                <c:pt idx="145">
                  <c:v>554.21</c:v>
                </c:pt>
                <c:pt idx="146">
                  <c:v>578.32</c:v>
                </c:pt>
                <c:pt idx="147">
                  <c:v>597.3</c:v>
                </c:pt>
                <c:pt idx="148">
                  <c:v>610.98</c:v>
                </c:pt>
                <c:pt idx="149">
                  <c:v>619.24</c:v>
                </c:pt>
                <c:pt idx="150">
                  <c:v>622.0</c:v>
                </c:pt>
                <c:pt idx="151">
                  <c:v>619.24</c:v>
                </c:pt>
                <c:pt idx="152">
                  <c:v>610.98</c:v>
                </c:pt>
                <c:pt idx="153">
                  <c:v>597.3</c:v>
                </c:pt>
                <c:pt idx="154">
                  <c:v>578.32</c:v>
                </c:pt>
                <c:pt idx="155">
                  <c:v>554.21</c:v>
                </c:pt>
                <c:pt idx="156">
                  <c:v>525.17</c:v>
                </c:pt>
                <c:pt idx="157">
                  <c:v>491.48</c:v>
                </c:pt>
                <c:pt idx="158">
                  <c:v>453.42</c:v>
                </c:pt>
                <c:pt idx="159">
                  <c:v>411.34</c:v>
                </c:pt>
                <c:pt idx="160">
                  <c:v>365.6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00"/>
          <c:min val="-7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Spänning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350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Tid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strRef>
              <c:f>Sheet1!$B$1</c:f>
              <c:strCache>
                <c:ptCount val="1"/>
                <c:pt idx="0">
                  <c:v>u</c:v>
                </c:pt>
              </c:strCache>
            </c:strRef>
          </c:tx>
          <c:spPr>
            <a:ln xmlns:a="http://schemas.openxmlformats.org/drawingml/2006/main" w="23813">
              <a:solidFill>
                <a:srgbClr val="064F91"/>
              </a:solidFill>
            </a:ln>
          </c:spPr>
          <c:marker>
            <c:symbol val="none"/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2.0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3.0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4.0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5.0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6.0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7.0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8.0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9.0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10.0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11.0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12.0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13.0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14.0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15.0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16.0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17.0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18.0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19.0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20.0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21.0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22.0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23.0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24.0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25.0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26.0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27.0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28.0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29.0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30.0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31.0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32.0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33.0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34.0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35.0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36.0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37.0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38.0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39.0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40.0</c:v>
                </c:pt>
              </c:numCache>
            </c:numRef>
          </c:xVal>
          <c:yVal>
            <c:numRef>
              <c:f>Sheet1!$B$2:$B$162</c:f>
              <c:numCache>
                <c:formatCode>General</c:formatCode>
                <c:ptCount val="161"/>
                <c:pt idx="0">
                  <c:v>0.0</c:v>
                </c:pt>
                <c:pt idx="1">
                  <c:v>58.54</c:v>
                </c:pt>
                <c:pt idx="2">
                  <c:v>116.55</c:v>
                </c:pt>
                <c:pt idx="3">
                  <c:v>173.53</c:v>
                </c:pt>
                <c:pt idx="4">
                  <c:v>228.97</c:v>
                </c:pt>
                <c:pt idx="5">
                  <c:v>282.38</c:v>
                </c:pt>
                <c:pt idx="6">
                  <c:v>333.28</c:v>
                </c:pt>
                <c:pt idx="7">
                  <c:v>381.23</c:v>
                </c:pt>
                <c:pt idx="8">
                  <c:v>425.79</c:v>
                </c:pt>
                <c:pt idx="9">
                  <c:v>466.57</c:v>
                </c:pt>
                <c:pt idx="10">
                  <c:v>503.21</c:v>
                </c:pt>
                <c:pt idx="11">
                  <c:v>535.38</c:v>
                </c:pt>
                <c:pt idx="12">
                  <c:v>562.8</c:v>
                </c:pt>
                <c:pt idx="13">
                  <c:v>585.23</c:v>
                </c:pt>
                <c:pt idx="14">
                  <c:v>602.46</c:v>
                </c:pt>
                <c:pt idx="15">
                  <c:v>614.34</c:v>
                </c:pt>
                <c:pt idx="16">
                  <c:v>620.77</c:v>
                </c:pt>
                <c:pt idx="17">
                  <c:v>621.69</c:v>
                </c:pt>
                <c:pt idx="18">
                  <c:v>617.1</c:v>
                </c:pt>
                <c:pt idx="19">
                  <c:v>607.02</c:v>
                </c:pt>
                <c:pt idx="20">
                  <c:v>591.56</c:v>
                </c:pt>
                <c:pt idx="21">
                  <c:v>570.84</c:v>
                </c:pt>
                <c:pt idx="22">
                  <c:v>545.06</c:v>
                </c:pt>
                <c:pt idx="23">
                  <c:v>514.44</c:v>
                </c:pt>
                <c:pt idx="24">
                  <c:v>479.26</c:v>
                </c:pt>
                <c:pt idx="25">
                  <c:v>439.82</c:v>
                </c:pt>
                <c:pt idx="26">
                  <c:v>396.48</c:v>
                </c:pt>
                <c:pt idx="27">
                  <c:v>349.62</c:v>
                </c:pt>
                <c:pt idx="28">
                  <c:v>299.65</c:v>
                </c:pt>
                <c:pt idx="29">
                  <c:v>247.03</c:v>
                </c:pt>
                <c:pt idx="30">
                  <c:v>192.21</c:v>
                </c:pt>
                <c:pt idx="31">
                  <c:v>135.69</c:v>
                </c:pt>
                <c:pt idx="32">
                  <c:v>77.96</c:v>
                </c:pt>
                <c:pt idx="33">
                  <c:v>19.54</c:v>
                </c:pt>
                <c:pt idx="34">
                  <c:v>-39.06</c:v>
                </c:pt>
                <c:pt idx="35">
                  <c:v>-97.3</c:v>
                </c:pt>
                <c:pt idx="36">
                  <c:v>-154.69</c:v>
                </c:pt>
                <c:pt idx="37">
                  <c:v>-210.69</c:v>
                </c:pt>
                <c:pt idx="38">
                  <c:v>-264.83</c:v>
                </c:pt>
                <c:pt idx="39">
                  <c:v>-316.62</c:v>
                </c:pt>
                <c:pt idx="40">
                  <c:v>-365.6</c:v>
                </c:pt>
                <c:pt idx="41">
                  <c:v>-411.34</c:v>
                </c:pt>
                <c:pt idx="42">
                  <c:v>-453.42</c:v>
                </c:pt>
                <c:pt idx="43">
                  <c:v>-491.48</c:v>
                </c:pt>
                <c:pt idx="44">
                  <c:v>-525.17</c:v>
                </c:pt>
                <c:pt idx="45">
                  <c:v>-554.21</c:v>
                </c:pt>
                <c:pt idx="46">
                  <c:v>-578.32</c:v>
                </c:pt>
                <c:pt idx="47">
                  <c:v>-597.3</c:v>
                </c:pt>
                <c:pt idx="48">
                  <c:v>-610.98</c:v>
                </c:pt>
                <c:pt idx="49">
                  <c:v>-619.24</c:v>
                </c:pt>
                <c:pt idx="50">
                  <c:v>-622.0</c:v>
                </c:pt>
                <c:pt idx="51">
                  <c:v>-619.24</c:v>
                </c:pt>
                <c:pt idx="52">
                  <c:v>-610.98</c:v>
                </c:pt>
                <c:pt idx="53">
                  <c:v>-597.3</c:v>
                </c:pt>
                <c:pt idx="54">
                  <c:v>-578.32</c:v>
                </c:pt>
                <c:pt idx="55">
                  <c:v>-554.21</c:v>
                </c:pt>
                <c:pt idx="56">
                  <c:v>-525.17</c:v>
                </c:pt>
                <c:pt idx="57">
                  <c:v>-491.48</c:v>
                </c:pt>
                <c:pt idx="58">
                  <c:v>-453.42</c:v>
                </c:pt>
                <c:pt idx="59">
                  <c:v>-411.34</c:v>
                </c:pt>
                <c:pt idx="60">
                  <c:v>-365.6</c:v>
                </c:pt>
                <c:pt idx="61">
                  <c:v>-316.62</c:v>
                </c:pt>
                <c:pt idx="62">
                  <c:v>-264.83</c:v>
                </c:pt>
                <c:pt idx="63">
                  <c:v>-210.69</c:v>
                </c:pt>
                <c:pt idx="64">
                  <c:v>-154.69</c:v>
                </c:pt>
                <c:pt idx="65">
                  <c:v>-97.3</c:v>
                </c:pt>
                <c:pt idx="66">
                  <c:v>-39.06</c:v>
                </c:pt>
                <c:pt idx="67">
                  <c:v>19.54</c:v>
                </c:pt>
                <c:pt idx="68">
                  <c:v>77.96</c:v>
                </c:pt>
                <c:pt idx="69">
                  <c:v>135.69</c:v>
                </c:pt>
                <c:pt idx="70">
                  <c:v>192.21</c:v>
                </c:pt>
                <c:pt idx="71">
                  <c:v>247.03</c:v>
                </c:pt>
                <c:pt idx="72">
                  <c:v>299.65</c:v>
                </c:pt>
                <c:pt idx="73">
                  <c:v>349.62</c:v>
                </c:pt>
                <c:pt idx="74">
                  <c:v>396.48</c:v>
                </c:pt>
                <c:pt idx="75">
                  <c:v>439.82</c:v>
                </c:pt>
                <c:pt idx="76">
                  <c:v>479.26</c:v>
                </c:pt>
                <c:pt idx="77">
                  <c:v>514.44</c:v>
                </c:pt>
                <c:pt idx="78">
                  <c:v>545.06</c:v>
                </c:pt>
                <c:pt idx="79">
                  <c:v>570.84</c:v>
                </c:pt>
                <c:pt idx="80">
                  <c:v>591.56</c:v>
                </c:pt>
                <c:pt idx="81">
                  <c:v>607.02</c:v>
                </c:pt>
                <c:pt idx="82">
                  <c:v>617.1</c:v>
                </c:pt>
                <c:pt idx="83">
                  <c:v>621.69</c:v>
                </c:pt>
                <c:pt idx="84">
                  <c:v>620.77</c:v>
                </c:pt>
                <c:pt idx="85">
                  <c:v>614.34</c:v>
                </c:pt>
                <c:pt idx="86">
                  <c:v>602.46</c:v>
                </c:pt>
                <c:pt idx="87">
                  <c:v>585.23</c:v>
                </c:pt>
                <c:pt idx="88">
                  <c:v>562.8</c:v>
                </c:pt>
                <c:pt idx="89">
                  <c:v>535.38</c:v>
                </c:pt>
                <c:pt idx="90">
                  <c:v>503.21</c:v>
                </c:pt>
                <c:pt idx="91">
                  <c:v>466.57</c:v>
                </c:pt>
                <c:pt idx="92">
                  <c:v>425.79</c:v>
                </c:pt>
                <c:pt idx="93">
                  <c:v>381.23</c:v>
                </c:pt>
                <c:pt idx="94">
                  <c:v>333.28</c:v>
                </c:pt>
                <c:pt idx="95">
                  <c:v>282.38</c:v>
                </c:pt>
                <c:pt idx="96">
                  <c:v>228.97</c:v>
                </c:pt>
                <c:pt idx="97">
                  <c:v>173.53</c:v>
                </c:pt>
                <c:pt idx="98">
                  <c:v>116.55</c:v>
                </c:pt>
                <c:pt idx="99">
                  <c:v>58.54</c:v>
                </c:pt>
                <c:pt idx="100">
                  <c:v>0.0</c:v>
                </c:pt>
                <c:pt idx="101">
                  <c:v>-58.54</c:v>
                </c:pt>
                <c:pt idx="102">
                  <c:v>-116.55</c:v>
                </c:pt>
                <c:pt idx="103">
                  <c:v>-173.53</c:v>
                </c:pt>
                <c:pt idx="104">
                  <c:v>-228.97</c:v>
                </c:pt>
                <c:pt idx="105">
                  <c:v>-282.38</c:v>
                </c:pt>
                <c:pt idx="106">
                  <c:v>-333.28</c:v>
                </c:pt>
                <c:pt idx="107">
                  <c:v>-381.23</c:v>
                </c:pt>
                <c:pt idx="108">
                  <c:v>-425.79</c:v>
                </c:pt>
                <c:pt idx="109">
                  <c:v>-466.57</c:v>
                </c:pt>
                <c:pt idx="110">
                  <c:v>-503.21</c:v>
                </c:pt>
                <c:pt idx="111">
                  <c:v>-535.38</c:v>
                </c:pt>
                <c:pt idx="112">
                  <c:v>-562.8</c:v>
                </c:pt>
                <c:pt idx="113">
                  <c:v>-585.23</c:v>
                </c:pt>
                <c:pt idx="114">
                  <c:v>-602.46</c:v>
                </c:pt>
                <c:pt idx="115">
                  <c:v>-614.34</c:v>
                </c:pt>
                <c:pt idx="116">
                  <c:v>-620.77</c:v>
                </c:pt>
                <c:pt idx="117">
                  <c:v>-621.69</c:v>
                </c:pt>
                <c:pt idx="118">
                  <c:v>-617.1</c:v>
                </c:pt>
                <c:pt idx="119">
                  <c:v>-607.02</c:v>
                </c:pt>
                <c:pt idx="120">
                  <c:v>-591.56</c:v>
                </c:pt>
                <c:pt idx="121">
                  <c:v>-570.84</c:v>
                </c:pt>
                <c:pt idx="122">
                  <c:v>-545.06</c:v>
                </c:pt>
                <c:pt idx="123">
                  <c:v>-514.44</c:v>
                </c:pt>
                <c:pt idx="124">
                  <c:v>-479.26</c:v>
                </c:pt>
                <c:pt idx="125">
                  <c:v>-439.82</c:v>
                </c:pt>
                <c:pt idx="126">
                  <c:v>-396.48</c:v>
                </c:pt>
                <c:pt idx="127">
                  <c:v>-349.62</c:v>
                </c:pt>
                <c:pt idx="128">
                  <c:v>-299.65</c:v>
                </c:pt>
                <c:pt idx="129">
                  <c:v>-247.03</c:v>
                </c:pt>
                <c:pt idx="130">
                  <c:v>-192.21</c:v>
                </c:pt>
                <c:pt idx="131">
                  <c:v>-135.69</c:v>
                </c:pt>
                <c:pt idx="132">
                  <c:v>-77.96</c:v>
                </c:pt>
                <c:pt idx="133">
                  <c:v>-19.54</c:v>
                </c:pt>
                <c:pt idx="134">
                  <c:v>39.06</c:v>
                </c:pt>
                <c:pt idx="135">
                  <c:v>97.3</c:v>
                </c:pt>
                <c:pt idx="136">
                  <c:v>154.69</c:v>
                </c:pt>
                <c:pt idx="137">
                  <c:v>210.69</c:v>
                </c:pt>
                <c:pt idx="138">
                  <c:v>264.83</c:v>
                </c:pt>
                <c:pt idx="139">
                  <c:v>316.62</c:v>
                </c:pt>
                <c:pt idx="140">
                  <c:v>365.6</c:v>
                </c:pt>
                <c:pt idx="141">
                  <c:v>411.34</c:v>
                </c:pt>
                <c:pt idx="142">
                  <c:v>453.42</c:v>
                </c:pt>
                <c:pt idx="143">
                  <c:v>491.48</c:v>
                </c:pt>
                <c:pt idx="144">
                  <c:v>525.17</c:v>
                </c:pt>
                <c:pt idx="145">
                  <c:v>554.21</c:v>
                </c:pt>
                <c:pt idx="146">
                  <c:v>578.32</c:v>
                </c:pt>
                <c:pt idx="147">
                  <c:v>597.3</c:v>
                </c:pt>
                <c:pt idx="148">
                  <c:v>610.98</c:v>
                </c:pt>
                <c:pt idx="149">
                  <c:v>619.24</c:v>
                </c:pt>
                <c:pt idx="150">
                  <c:v>622.0</c:v>
                </c:pt>
                <c:pt idx="151">
                  <c:v>619.24</c:v>
                </c:pt>
                <c:pt idx="152">
                  <c:v>610.98</c:v>
                </c:pt>
                <c:pt idx="153">
                  <c:v>597.3</c:v>
                </c:pt>
                <c:pt idx="154">
                  <c:v>578.32</c:v>
                </c:pt>
                <c:pt idx="155">
                  <c:v>554.21</c:v>
                </c:pt>
                <c:pt idx="156">
                  <c:v>525.17</c:v>
                </c:pt>
                <c:pt idx="157">
                  <c:v>491.48</c:v>
                </c:pt>
                <c:pt idx="158">
                  <c:v>453.42</c:v>
                </c:pt>
                <c:pt idx="159">
                  <c:v>411.34</c:v>
                </c:pt>
                <c:pt idx="160">
                  <c:v>365.6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00"/>
          <c:min val="-7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Spänning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350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Tid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strRef>
              <c:f>Sheet1!$B$1</c:f>
              <c:strCache>
                <c:ptCount val="1"/>
                <c:pt idx="0">
                  <c:v>u</c:v>
                </c:pt>
              </c:strCache>
            </c:strRef>
          </c:tx>
          <c:spPr>
            <a:ln xmlns:a="http://schemas.openxmlformats.org/drawingml/2006/main" w="23813">
              <a:solidFill>
                <a:srgbClr val="064F91"/>
              </a:solidFill>
            </a:ln>
          </c:spPr>
          <c:marker>
            <c:symbol val="none"/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2.0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3.0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4.0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5.0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6.0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7.0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8.0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9.0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10.0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11.0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12.0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13.0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14.0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15.0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16.0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17.0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18.0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19.0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20.0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21.0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22.0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23.0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24.0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25.0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26.0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27.0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28.0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29.0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30.0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31.0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32.0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33.0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34.0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35.0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36.0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37.0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38.0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39.0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40.0</c:v>
                </c:pt>
              </c:numCache>
            </c:numRef>
          </c:xVal>
          <c:yVal>
            <c:numRef>
              <c:f>Sheet1!$B$2:$B$162</c:f>
              <c:numCache>
                <c:formatCode>General</c:formatCode>
                <c:ptCount val="161"/>
                <c:pt idx="0">
                  <c:v>0.0</c:v>
                </c:pt>
                <c:pt idx="1">
                  <c:v>58.54</c:v>
                </c:pt>
                <c:pt idx="2">
                  <c:v>116.55</c:v>
                </c:pt>
                <c:pt idx="3">
                  <c:v>173.53</c:v>
                </c:pt>
                <c:pt idx="4">
                  <c:v>228.97</c:v>
                </c:pt>
                <c:pt idx="5">
                  <c:v>282.38</c:v>
                </c:pt>
                <c:pt idx="6">
                  <c:v>333.28</c:v>
                </c:pt>
                <c:pt idx="7">
                  <c:v>381.23</c:v>
                </c:pt>
                <c:pt idx="8">
                  <c:v>425.79</c:v>
                </c:pt>
                <c:pt idx="9">
                  <c:v>466.57</c:v>
                </c:pt>
                <c:pt idx="10">
                  <c:v>503.21</c:v>
                </c:pt>
                <c:pt idx="11">
                  <c:v>535.38</c:v>
                </c:pt>
                <c:pt idx="12">
                  <c:v>562.8</c:v>
                </c:pt>
                <c:pt idx="13">
                  <c:v>585.23</c:v>
                </c:pt>
                <c:pt idx="14">
                  <c:v>602.46</c:v>
                </c:pt>
                <c:pt idx="15">
                  <c:v>614.34</c:v>
                </c:pt>
                <c:pt idx="16">
                  <c:v>620.77</c:v>
                </c:pt>
                <c:pt idx="17">
                  <c:v>621.69</c:v>
                </c:pt>
                <c:pt idx="18">
                  <c:v>617.1</c:v>
                </c:pt>
                <c:pt idx="19">
                  <c:v>607.02</c:v>
                </c:pt>
                <c:pt idx="20">
                  <c:v>591.56</c:v>
                </c:pt>
                <c:pt idx="21">
                  <c:v>570.84</c:v>
                </c:pt>
                <c:pt idx="22">
                  <c:v>545.06</c:v>
                </c:pt>
                <c:pt idx="23">
                  <c:v>514.44</c:v>
                </c:pt>
                <c:pt idx="24">
                  <c:v>479.26</c:v>
                </c:pt>
                <c:pt idx="25">
                  <c:v>439.82</c:v>
                </c:pt>
                <c:pt idx="26">
                  <c:v>396.48</c:v>
                </c:pt>
                <c:pt idx="27">
                  <c:v>349.62</c:v>
                </c:pt>
                <c:pt idx="28">
                  <c:v>299.65</c:v>
                </c:pt>
                <c:pt idx="29">
                  <c:v>247.03</c:v>
                </c:pt>
                <c:pt idx="30">
                  <c:v>192.21</c:v>
                </c:pt>
                <c:pt idx="31">
                  <c:v>135.69</c:v>
                </c:pt>
                <c:pt idx="32">
                  <c:v>77.96</c:v>
                </c:pt>
                <c:pt idx="33">
                  <c:v>19.54</c:v>
                </c:pt>
                <c:pt idx="34">
                  <c:v>-39.06</c:v>
                </c:pt>
                <c:pt idx="35">
                  <c:v>-97.3</c:v>
                </c:pt>
                <c:pt idx="36">
                  <c:v>-154.69</c:v>
                </c:pt>
                <c:pt idx="37">
                  <c:v>-210.69</c:v>
                </c:pt>
                <c:pt idx="38">
                  <c:v>-264.83</c:v>
                </c:pt>
                <c:pt idx="39">
                  <c:v>-316.62</c:v>
                </c:pt>
                <c:pt idx="40">
                  <c:v>-365.6</c:v>
                </c:pt>
                <c:pt idx="41">
                  <c:v>-411.34</c:v>
                </c:pt>
                <c:pt idx="42">
                  <c:v>-453.42</c:v>
                </c:pt>
                <c:pt idx="43">
                  <c:v>-491.48</c:v>
                </c:pt>
                <c:pt idx="44">
                  <c:v>-525.17</c:v>
                </c:pt>
                <c:pt idx="45">
                  <c:v>-554.21</c:v>
                </c:pt>
                <c:pt idx="46">
                  <c:v>-578.32</c:v>
                </c:pt>
                <c:pt idx="47">
                  <c:v>-597.3</c:v>
                </c:pt>
                <c:pt idx="48">
                  <c:v>-610.98</c:v>
                </c:pt>
                <c:pt idx="49">
                  <c:v>-619.24</c:v>
                </c:pt>
                <c:pt idx="50">
                  <c:v>-622.0</c:v>
                </c:pt>
                <c:pt idx="51">
                  <c:v>-619.24</c:v>
                </c:pt>
                <c:pt idx="52">
                  <c:v>-610.98</c:v>
                </c:pt>
                <c:pt idx="53">
                  <c:v>-597.3</c:v>
                </c:pt>
                <c:pt idx="54">
                  <c:v>-578.32</c:v>
                </c:pt>
                <c:pt idx="55">
                  <c:v>-554.21</c:v>
                </c:pt>
                <c:pt idx="56">
                  <c:v>-525.17</c:v>
                </c:pt>
                <c:pt idx="57">
                  <c:v>-491.48</c:v>
                </c:pt>
                <c:pt idx="58">
                  <c:v>-453.42</c:v>
                </c:pt>
                <c:pt idx="59">
                  <c:v>-411.34</c:v>
                </c:pt>
                <c:pt idx="60">
                  <c:v>-365.6</c:v>
                </c:pt>
                <c:pt idx="61">
                  <c:v>-316.62</c:v>
                </c:pt>
                <c:pt idx="62">
                  <c:v>-264.83</c:v>
                </c:pt>
                <c:pt idx="63">
                  <c:v>-210.69</c:v>
                </c:pt>
                <c:pt idx="64">
                  <c:v>-154.69</c:v>
                </c:pt>
                <c:pt idx="65">
                  <c:v>-97.3</c:v>
                </c:pt>
                <c:pt idx="66">
                  <c:v>-39.06</c:v>
                </c:pt>
                <c:pt idx="67">
                  <c:v>19.54</c:v>
                </c:pt>
                <c:pt idx="68">
                  <c:v>77.96</c:v>
                </c:pt>
                <c:pt idx="69">
                  <c:v>135.69</c:v>
                </c:pt>
                <c:pt idx="70">
                  <c:v>192.21</c:v>
                </c:pt>
                <c:pt idx="71">
                  <c:v>247.03</c:v>
                </c:pt>
                <c:pt idx="72">
                  <c:v>299.65</c:v>
                </c:pt>
                <c:pt idx="73">
                  <c:v>349.62</c:v>
                </c:pt>
                <c:pt idx="74">
                  <c:v>396.48</c:v>
                </c:pt>
                <c:pt idx="75">
                  <c:v>439.82</c:v>
                </c:pt>
                <c:pt idx="76">
                  <c:v>479.26</c:v>
                </c:pt>
                <c:pt idx="77">
                  <c:v>514.44</c:v>
                </c:pt>
                <c:pt idx="78">
                  <c:v>545.06</c:v>
                </c:pt>
                <c:pt idx="79">
                  <c:v>570.84</c:v>
                </c:pt>
                <c:pt idx="80">
                  <c:v>591.56</c:v>
                </c:pt>
                <c:pt idx="81">
                  <c:v>607.02</c:v>
                </c:pt>
                <c:pt idx="82">
                  <c:v>617.1</c:v>
                </c:pt>
                <c:pt idx="83">
                  <c:v>621.69</c:v>
                </c:pt>
                <c:pt idx="84">
                  <c:v>620.77</c:v>
                </c:pt>
                <c:pt idx="85">
                  <c:v>614.34</c:v>
                </c:pt>
                <c:pt idx="86">
                  <c:v>602.46</c:v>
                </c:pt>
                <c:pt idx="87">
                  <c:v>585.23</c:v>
                </c:pt>
                <c:pt idx="88">
                  <c:v>562.8</c:v>
                </c:pt>
                <c:pt idx="89">
                  <c:v>535.38</c:v>
                </c:pt>
                <c:pt idx="90">
                  <c:v>503.21</c:v>
                </c:pt>
                <c:pt idx="91">
                  <c:v>466.57</c:v>
                </c:pt>
                <c:pt idx="92">
                  <c:v>425.79</c:v>
                </c:pt>
                <c:pt idx="93">
                  <c:v>381.23</c:v>
                </c:pt>
                <c:pt idx="94">
                  <c:v>333.28</c:v>
                </c:pt>
                <c:pt idx="95">
                  <c:v>282.38</c:v>
                </c:pt>
                <c:pt idx="96">
                  <c:v>228.97</c:v>
                </c:pt>
                <c:pt idx="97">
                  <c:v>173.53</c:v>
                </c:pt>
                <c:pt idx="98">
                  <c:v>116.55</c:v>
                </c:pt>
                <c:pt idx="99">
                  <c:v>58.54</c:v>
                </c:pt>
                <c:pt idx="100">
                  <c:v>0.0</c:v>
                </c:pt>
                <c:pt idx="101">
                  <c:v>-58.54</c:v>
                </c:pt>
                <c:pt idx="102">
                  <c:v>-116.55</c:v>
                </c:pt>
                <c:pt idx="103">
                  <c:v>-173.53</c:v>
                </c:pt>
                <c:pt idx="104">
                  <c:v>-228.97</c:v>
                </c:pt>
                <c:pt idx="105">
                  <c:v>-282.38</c:v>
                </c:pt>
                <c:pt idx="106">
                  <c:v>-333.28</c:v>
                </c:pt>
                <c:pt idx="107">
                  <c:v>-381.23</c:v>
                </c:pt>
                <c:pt idx="108">
                  <c:v>-425.79</c:v>
                </c:pt>
                <c:pt idx="109">
                  <c:v>-466.57</c:v>
                </c:pt>
                <c:pt idx="110">
                  <c:v>-503.21</c:v>
                </c:pt>
                <c:pt idx="111">
                  <c:v>-535.38</c:v>
                </c:pt>
                <c:pt idx="112">
                  <c:v>-562.8</c:v>
                </c:pt>
                <c:pt idx="113">
                  <c:v>-585.23</c:v>
                </c:pt>
                <c:pt idx="114">
                  <c:v>-602.46</c:v>
                </c:pt>
                <c:pt idx="115">
                  <c:v>-614.34</c:v>
                </c:pt>
                <c:pt idx="116">
                  <c:v>-620.77</c:v>
                </c:pt>
                <c:pt idx="117">
                  <c:v>-621.69</c:v>
                </c:pt>
                <c:pt idx="118">
                  <c:v>-617.1</c:v>
                </c:pt>
                <c:pt idx="119">
                  <c:v>-607.02</c:v>
                </c:pt>
                <c:pt idx="120">
                  <c:v>-591.56</c:v>
                </c:pt>
                <c:pt idx="121">
                  <c:v>-570.84</c:v>
                </c:pt>
                <c:pt idx="122">
                  <c:v>-545.06</c:v>
                </c:pt>
                <c:pt idx="123">
                  <c:v>-514.44</c:v>
                </c:pt>
                <c:pt idx="124">
                  <c:v>-479.26</c:v>
                </c:pt>
                <c:pt idx="125">
                  <c:v>-439.82</c:v>
                </c:pt>
                <c:pt idx="126">
                  <c:v>-396.48</c:v>
                </c:pt>
                <c:pt idx="127">
                  <c:v>-349.62</c:v>
                </c:pt>
                <c:pt idx="128">
                  <c:v>-299.65</c:v>
                </c:pt>
                <c:pt idx="129">
                  <c:v>-247.03</c:v>
                </c:pt>
                <c:pt idx="130">
                  <c:v>-192.21</c:v>
                </c:pt>
                <c:pt idx="131">
                  <c:v>-135.69</c:v>
                </c:pt>
                <c:pt idx="132">
                  <c:v>-77.96</c:v>
                </c:pt>
                <c:pt idx="133">
                  <c:v>-19.54</c:v>
                </c:pt>
                <c:pt idx="134">
                  <c:v>39.06</c:v>
                </c:pt>
                <c:pt idx="135">
                  <c:v>97.3</c:v>
                </c:pt>
                <c:pt idx="136">
                  <c:v>154.69</c:v>
                </c:pt>
                <c:pt idx="137">
                  <c:v>210.69</c:v>
                </c:pt>
                <c:pt idx="138">
                  <c:v>264.83</c:v>
                </c:pt>
                <c:pt idx="139">
                  <c:v>316.62</c:v>
                </c:pt>
                <c:pt idx="140">
                  <c:v>365.6</c:v>
                </c:pt>
                <c:pt idx="141">
                  <c:v>411.34</c:v>
                </c:pt>
                <c:pt idx="142">
                  <c:v>453.42</c:v>
                </c:pt>
                <c:pt idx="143">
                  <c:v>491.48</c:v>
                </c:pt>
                <c:pt idx="144">
                  <c:v>525.17</c:v>
                </c:pt>
                <c:pt idx="145">
                  <c:v>554.21</c:v>
                </c:pt>
                <c:pt idx="146">
                  <c:v>578.32</c:v>
                </c:pt>
                <c:pt idx="147">
                  <c:v>597.3</c:v>
                </c:pt>
                <c:pt idx="148">
                  <c:v>610.98</c:v>
                </c:pt>
                <c:pt idx="149">
                  <c:v>619.24</c:v>
                </c:pt>
                <c:pt idx="150">
                  <c:v>622.0</c:v>
                </c:pt>
                <c:pt idx="151">
                  <c:v>619.24</c:v>
                </c:pt>
                <c:pt idx="152">
                  <c:v>610.98</c:v>
                </c:pt>
                <c:pt idx="153">
                  <c:v>597.3</c:v>
                </c:pt>
                <c:pt idx="154">
                  <c:v>578.32</c:v>
                </c:pt>
                <c:pt idx="155">
                  <c:v>554.21</c:v>
                </c:pt>
                <c:pt idx="156">
                  <c:v>525.17</c:v>
                </c:pt>
                <c:pt idx="157">
                  <c:v>491.48</c:v>
                </c:pt>
                <c:pt idx="158">
                  <c:v>453.42</c:v>
                </c:pt>
                <c:pt idx="159">
                  <c:v>411.34</c:v>
                </c:pt>
                <c:pt idx="160">
                  <c:v>365.6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00"/>
          <c:min val="-7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Spänning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350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Tid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59b7a1fb846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20a46a9cd490b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1C68A519-5C2F-4ADA-8D1B-2915957F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3314D241-D727-4F62-9DDC-CED97034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Sinusformad växelspänning</a:t>
            </a:r>
          </a:p>
        </p:txBody>
      </p:sp>
      <p:sp>
        <p:nvSpPr>
          <p:cNvPr id="13" name="Period, frekvens, toppvärde och effektivvärde">
            <a:extLst xmlns:a="http://schemas.openxmlformats.org/drawingml/2006/main">
              <a:ext uri="{FF2B5EF4-FFF2-40B4-BE49-F238E27FC236}">
                <a16:creationId xmlns:a16="http://schemas.microsoft.com/office/drawing/2014/main" id="{71DEC4CA-7C23-4868-A36F-13163BED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Period, frekvens, toppvärde och effektivvärde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51AE8A25-D656-4627-9221-6994440B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ff7acf47544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C087E38-24B8-4390-A470-171A4B90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Det här behövs i labben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1A327D7A-75B0-4711-BCCD-6AF044A3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Du ska kunna hitta en hel period och kurvans högsta värde.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Du ska kunna förklara varför en multimeter och kurvans topp visar olika tal.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I den guidade labben får du en egen sinusspänning mellan 13 och 23 V effektivvärde (skrivs till exempel 13 V RMS) och frekvensen 50 hertz (Hz). Värdet räknas fram ur ditt namn. Station B är ett senare, utökat försök.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AB055349-C913-4DA4-AAEF-3C07FCB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3D685F21-ACC8-4690-A04E-30DEFACE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516a5b45745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673C849-9725-4670-B00D-B19CF87B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 över tid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857250" y="1352550"/>
          <a:ext xmlns:a="http://schemas.openxmlformats.org/drawingml/2006/main" cx="74295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78b578c5db4d97"/>
          </a:graphicData>
        </a:graphic>
      </p:graphicFrame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7E198F2-1BA5-4B75-911A-4EA57EC6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Den vågräta axeln visar tid i millisekunder. Den lodräta visar spänning i volt.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Kurvan går över och under noll. Spänningens polaritet växlar.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hel period går från en stigande nollpassage till nästa stigande nollpassage.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B0C29A2D-ECFF-47EF-912E-834529A9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5ADE5B8C-4E29-4290-A758-52AFEBDD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ff0e3ded34a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BF8A642-F295-478D-9568-8CA8717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Periodtid och frekvens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57250" y="1352550"/>
          <a:ext xmlns:a="http://schemas.openxmlformats.org/drawingml/2006/main" cx="74295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d2de372f734ba9"/>
          </a:graphicData>
        </a:graphic>
      </p:graphicFrame>
      <p:sp>
        <p:nvSpPr>
          <p:cNvPr id="11" name="period-label">
            <a:extLst xmlns:a="http://schemas.openxmlformats.org/drawingml/2006/main">
              <a:ext uri="{FF2B5EF4-FFF2-40B4-BE49-F238E27FC236}">
                <a16:creationId xmlns:a16="http://schemas.microsoft.com/office/drawing/2014/main" id="{59320ED9-579C-4F64-BF6D-8396697C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62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En hel period vid 60 Hz: 16,7 ms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A9E45233-63F6-45F4-A44A-836A92A5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Frekvens f är antal perioder per sekund. Enheten är hertz, Hz.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Periodtiden T är tiden för en hel period. Ombord är frekvensen 60 Hz: T = 1/60 ≈ 0,0167 s = 16,7 ms (millisekunder, tusendels sekunder).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På kurvan är avståndet mellan motsvarande punkter 16,7 ms.</a:t>
            </a:r>
          </a:p>
        </p:txBody>
      </p:sp>
      <p:sp>
        <p:nvSpPr>
          <p:cNvPr id="13" name="formula">
            <a:extLst xmlns:a="http://schemas.openxmlformats.org/drawingml/2006/main">
              <a:ext uri="{FF2B5EF4-FFF2-40B4-BE49-F238E27FC236}">
                <a16:creationId xmlns:a16="http://schemas.microsoft.com/office/drawing/2014/main" id="{C6A60F1A-CBFC-4085-822F-9181FCE0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 = 1/f     T i ms = 1 000/f</a:t>
            </a:r>
          </a:p>
        </p:txBody>
      </p:sp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5B87CD48-7E03-41B1-91A1-D9E014D4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3ACDD28B-8335-40BB-9E7E-E693A331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b4787d7e04f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223FF91-0A2D-4EB6-A96D-9AD26D39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Toppvärde och topp till topp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57250" y="1352550"/>
          <a:ext xmlns:a="http://schemas.openxmlformats.org/drawingml/2006/main" cx="74295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831535db414bd1"/>
          </a:graphicData>
        </a:graphic>
      </p:graphicFrame>
      <p:sp>
        <p:nvSpPr>
          <p:cNvPr id="11" name="peak-label">
            <a:extLst xmlns:a="http://schemas.openxmlformats.org/drawingml/2006/main">
              <a:ext uri="{FF2B5EF4-FFF2-40B4-BE49-F238E27FC236}">
                <a16:creationId xmlns:a16="http://schemas.microsoft.com/office/drawing/2014/main" id="{D3C25ABC-2A41-44D4-B30C-338048AB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620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Topp från noll: 622 V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00845828-32FA-4835-B117-40C37D47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Toppvärdet û (läses u-topp, u med hatt) mäts från noll till den positiva toppen.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Topp till topp, U</a:t>
            </a:r>
            <a:r>
              <a:rPr sz="165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(pp: peak to peak), går från negativ topp till positiv topp.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Exempel, 440 V-nätet ombord: û ≈ 622 V och U</a:t>
            </a:r>
            <a:r>
              <a:rPr sz="165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2 · û ≈ 1 245 V.</a:t>
            </a:r>
          </a:p>
        </p:txBody>
      </p:sp>
      <p:sp>
        <p:nvSpPr>
          <p:cNvPr id="13" name="formula">
            <a:extLst xmlns:a="http://schemas.openxmlformats.org/drawingml/2006/main">
              <a:ext uri="{FF2B5EF4-FFF2-40B4-BE49-F238E27FC236}">
                <a16:creationId xmlns:a16="http://schemas.microsoft.com/office/drawing/2014/main" id="{D1C32827-549D-442A-826A-1D5D5272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7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pp</a:t>
            </a: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2 · û</a:t>
            </a:r>
          </a:p>
        </p:txBody>
      </p:sp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215F48C6-4C1B-4653-9B97-5FAA8119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F729C037-1891-43AF-847C-0FED2E6E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d4ff6248240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CAE807B-6D83-4F49-B7C3-EC29EC7A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Effektivvärdet beskriver värmeeffekten</a:t>
            </a:r>
          </a:p>
        </p:txBody>
      </p:sp>
      <p:sp>
        <p:nvSpPr>
          <p:cNvPr id="10" name="meter-label-0">
            <a:extLst xmlns:a="http://schemas.openxmlformats.org/drawingml/2006/main">
              <a:ext uri="{FF2B5EF4-FFF2-40B4-BE49-F238E27FC236}">
                <a16:creationId xmlns:a16="http://schemas.microsoft.com/office/drawing/2014/main" id="{136C8B4C-BFC8-46E0-B52A-280C4BB9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Multimeter, true RMS</a:t>
            </a:r>
          </a:p>
        </p:txBody>
      </p:sp>
      <p:sp>
        <p:nvSpPr>
          <p:cNvPr id="11" name="meter-value-0">
            <a:extLst xmlns:a="http://schemas.openxmlformats.org/drawingml/2006/main">
              <a:ext uri="{FF2B5EF4-FFF2-40B4-BE49-F238E27FC236}">
                <a16:creationId xmlns:a16="http://schemas.microsoft.com/office/drawing/2014/main" id="{FC0A56AE-42CC-4B47-9720-60B45806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192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440 V</a:t>
            </a:r>
          </a:p>
        </p:txBody>
      </p:sp>
      <p:sp>
        <p:nvSpPr>
          <p:cNvPr id="12" name="meter-label-1">
            <a:extLst xmlns:a="http://schemas.openxmlformats.org/drawingml/2006/main">
              <a:ext uri="{FF2B5EF4-FFF2-40B4-BE49-F238E27FC236}">
                <a16:creationId xmlns:a16="http://schemas.microsoft.com/office/drawing/2014/main" id="{E659F7A7-6E8D-4684-929B-A24536F7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Kurvans topp</a:t>
            </a:r>
          </a:p>
        </p:txBody>
      </p:sp>
      <p:sp>
        <p:nvSpPr>
          <p:cNvPr id="13" name="meter-value-1">
            <a:extLst xmlns:a="http://schemas.openxmlformats.org/drawingml/2006/main">
              <a:ext uri="{FF2B5EF4-FFF2-40B4-BE49-F238E27FC236}">
                <a16:creationId xmlns:a16="http://schemas.microsoft.com/office/drawing/2014/main" id="{5ACC3EFA-8C29-4716-A58A-19271F5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717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622 V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CECD8F8B-4716-4A32-A82B-2937E88C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Effektivvärdet 230 V i vägguttaget värmer en vattenkokare lika mycket som 230 V likspänning (DC).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Effektivvärdet förkortas RMS (root mean square, engelska för kvadratiskt medelvärde). U utan index betyder alltid effektivvärdet. Multimetern i växelspänningsläget (AC eller V~) visar 230 V i vägguttaget och 440 V ombord.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Toppen är högre eftersom spänningen bara når toppen en kort stund.</a:t>
            </a:r>
          </a:p>
        </p:txBody>
      </p:sp>
      <p:sp>
        <p:nvSpPr>
          <p:cNvPr id="15" name="formula">
            <a:extLst xmlns:a="http://schemas.openxmlformats.org/drawingml/2006/main">
              <a:ext uri="{FF2B5EF4-FFF2-40B4-BE49-F238E27FC236}">
                <a16:creationId xmlns:a16="http://schemas.microsoft.com/office/drawing/2014/main" id="{F93CBAE8-6391-491B-929C-897E3000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û = √2 · U = √2 · 440 ≈ 622 V</a:t>
            </a:r>
          </a:p>
        </p:txBody>
      </p:sp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733AB601-5AD4-4E31-8494-364D7B44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495A4DEA-4AAC-4F11-8DAD-09E7BD13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a024022404e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30AE83B-6E10-48AF-9324-BB78DE32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helt räkneexempel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7BF4C775-CEF9-4EFD-9C25-675A893B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Givet: fartygets huvudnät, U = 440 V RMS och f = 60 Hz.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Period: T = 1 000/60 ≈ 16,7 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Topp: û = 440 · √2 ≈ 622 V. Topp till topp: ≈ 1 245 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Räkna sedan själv med labbens källa. Skriv förväntat värde före avläsningen.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EAD7E56B-1990-4179-9F16-5D1EA3D1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86077810-0813-4B51-9269-EBB9B1CF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d211cfed44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483EA55-AB96-4596-8623-3A2975DC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Instrumentkontroll före mätningen</a:t>
            </a:r>
          </a:p>
        </p:txBody>
      </p:sp>
      <p:sp>
        <p:nvSpPr>
          <p:cNvPr id="10" name="meter-label-0">
            <a:extLst xmlns:a="http://schemas.openxmlformats.org/drawingml/2006/main">
              <a:ext uri="{FF2B5EF4-FFF2-40B4-BE49-F238E27FC236}">
                <a16:creationId xmlns:a16="http://schemas.microsoft.com/office/drawing/2014/main" id="{D9A36E47-F692-4883-AA97-A85C4A5C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True RMS</a:t>
            </a:r>
          </a:p>
        </p:txBody>
      </p:sp>
      <p:sp>
        <p:nvSpPr>
          <p:cNvPr id="11" name="meter-value-0">
            <a:extLst xmlns:a="http://schemas.openxmlformats.org/drawingml/2006/main">
              <a:ext uri="{FF2B5EF4-FFF2-40B4-BE49-F238E27FC236}">
                <a16:creationId xmlns:a16="http://schemas.microsoft.com/office/drawing/2014/main" id="{2E80B963-170B-41CB-8CCB-64AFB5B5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192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= U</a:t>
            </a:r>
          </a:p>
        </p:txBody>
      </p:sp>
      <p:sp>
        <p:nvSpPr>
          <p:cNvPr id="12" name="meter-label-1">
            <a:extLst xmlns:a="http://schemas.openxmlformats.org/drawingml/2006/main">
              <a:ext uri="{FF2B5EF4-FFF2-40B4-BE49-F238E27FC236}">
                <a16:creationId xmlns:a16="http://schemas.microsoft.com/office/drawing/2014/main" id="{37225E30-B52C-42FB-AC53-098B0318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Sinuskalibrerad</a:t>
            </a:r>
          </a:p>
        </p:txBody>
      </p:sp>
      <p:sp>
        <p:nvSpPr>
          <p:cNvPr id="13" name="meter-value-1">
            <a:extLst xmlns:a="http://schemas.openxmlformats.org/drawingml/2006/main">
              <a:ext uri="{FF2B5EF4-FFF2-40B4-BE49-F238E27FC236}">
                <a16:creationId xmlns:a16="http://schemas.microsoft.com/office/drawing/2014/main" id="{C0F3EE65-B546-460F-8041-D883FE5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717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= U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2E1DCEFD-383B-4927-81D7-C12D1166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I simulatorn väljer grunduppgiften en kalibrator på 10,00 V sinus.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Förutsäg visningen. Läs sedan av både true RMS-mätaren (räknar ut det verkliga effektivvärdet för alla kurvformer) och den sinuskalibrerade mätaren (visar rätt bara för ren sinus).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 en ren sinus visar båda mätartyperna kalibratorns effektivvärde. Skillnaden syns först vid andra kurvformer. Kontrollen dokumenteras för båda instrumenten.</a:t>
            </a:r>
          </a:p>
        </p:txBody>
      </p:sp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BE08DD8C-2C2F-46E8-A89A-DE09D45B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BC480966-7F56-495F-B28D-2C0C46A3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6d33ba7aa4b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ABF7100-E82B-4D1C-B160-ABF3EC16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protokollrad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B38414D-923A-430C-90E5-1E98ADD2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 från fartyget, 60 Hz. Förutsäg: T = 1 000/60 ≈ 16,7 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Läs av och registrera 16,7 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Jämför: avläst − förväntat = 0,0 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Förklara: en hel period tar 16,7 ms. Frekvensen är 60 perioder per sekund. I labben gör du samma sak vid 50 Hz.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7860C59D-1395-4123-B438-378564C3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B016A708-78DC-4921-9CF0-47765684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dcd2bc365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679B69D-FCE1-4A6E-9DC0-92EBD76C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Medelvärde och RMS är olika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857250" y="1352550"/>
          <a:ext xmlns:a="http://schemas.openxmlformats.org/drawingml/2006/main" cx="74295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7b8378fbc94007"/>
          </a:graphicData>
        </a:graphic>
      </p:graphicFrame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CFCF6AEC-4A08-4A1B-B2D7-F26DB171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Den symmetriska sinusens positiva och negativa delar tar ut varandra. Vanligt medelvärde över en hel period är 0 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Resistorn blir ändå varm. Båda halvperioderna bidrar till u²/R.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 440 V-nätet ombord: vanligt medelvärde 0 V, RMS 440 V och topp 622 V.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7C77872D-BA53-46CF-9528-C1C82878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CBC1ACFC-4B8A-4CD2-9E6F-49E57BA6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a5b0efdfa4a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962C62C-109D-441A-9E4A-67632189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Eget försök med andra värden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8BAD7154-9510-4220-A4BE-FE50A6F6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sinus har U = 48,00 V RMS och f = 120 Hz.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Beräkna T och û. Ange både tal och enhet.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Förklara vilken avläsning en true RMS-multimeter visar.</a:t>
            </a:r>
          </a:p>
        </p:txBody>
      </p:sp>
      <p:sp>
        <p:nvSpPr>
          <p:cNvPr id="11" name="check">
            <a:extLst xmlns:a="http://schemas.openxmlformats.org/drawingml/2006/main">
              <a:ext uri="{FF2B5EF4-FFF2-40B4-BE49-F238E27FC236}">
                <a16:creationId xmlns:a16="http://schemas.microsoft.com/office/drawing/2014/main" id="{B70753C7-C3B8-4F47-B62B-24102E1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Räkna innan facit visas.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B1C64DD-2273-42DB-B85F-C12446C1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56C39C5B-E2A3-490F-AB9A-BF7FF138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a905c4e284c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68C19FF-3F32-4696-8C05-BA05833A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momentanvärde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46CF4177-6412-4786-B0E5-13C9F10B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Momentanvärdet u(t) är spänningen vid en bestämd tidpunkt t. Liten bokstav u betyder ett värde som ändras med tiden.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Exempel, fartygets 440 V-nät: U = 440 V RMS, f = 60 Hz, t = 2,0 ms = 0,002 s.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û = 440√2 ≈ 622 V. Vinkeln 2πft ≈ 0,754 rad (radianer; 2π radianer är ett helt varv, 360°).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u = 622 · sin(0,754) ≈ 426 V. Räknaren ska stå i RAD (radianer), inte DEG (grader).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A1C56A8B-AE69-44B9-B96A-9B246FD4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u(t) = û · sin(2πft)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77E6A15A-B27F-404F-A31E-CE18B0C8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D18C590D-2246-402D-B65B-6D408260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6b1c64d0745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70F42CD-12B2-4F03-B87D-BFE40D62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tid och fas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EC69BD07-3F9C-4665-B1B3-DF130081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hel period motsvarar 360°. Fasvinkeln φ (fi) anger hur långt två kurvor är förskjutna, och Δt (delta t) är tidsskillnaden mellan dem.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Ombord, vid 60 Hz, är T ≈ 16,7 ms. Ett tidsavstånd på 2,5 ms ger 360 · 2,5/16,67 ≈ 54°.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Kurvan som når motsvarande punkt först leder. Den andra släpar.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78D23C7F-F98E-4E62-BAA9-E760ADFE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|φ| = 360° · Δt/T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5B954A59-8BE6-49ED-86C3-9ABC249B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AFDE5888-34E6-4730-9700-98A0E8CF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86cb939f64d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64139A4-EEB9-4FE9-A85D-51972616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likriktat medelvärde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47F45F4-4911-4E27-8C54-AF316525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Vid likriktning speglas den negativa halvperioden uppåt. |u| betyder spänningen utan tecken (beloppet), så medelvärdet av |u| blir positivt.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 sinus: medel(|u|) = 2û/π. Vid 12,00 V RMS blir det cirka 10,80 V.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medelvärdesmätande, sinuskalibrerad mätare multiplicerar detta med cirka 1,11072 och visar 12,00 V.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48018A5C-3BFB-4654-B48D-A8306698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Visning = π/(2√2) · medel(|u|)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FEF19FF0-D18D-4845-8331-056215CD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A123CB10-80AE-4F10-9249-8286CFFB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e0d361f6e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FFAB6AA-DA28-47D7-B0AC-69E28B4A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samma RMS, olika visning</a:t>
            </a:r>
          </a:p>
        </p:txBody>
      </p:sp>
      <p:sp>
        <p:nvSpPr>
          <p:cNvPr id="10" name="meter-label-0">
            <a:extLst xmlns:a="http://schemas.openxmlformats.org/drawingml/2006/main">
              <a:ext uri="{FF2B5EF4-FFF2-40B4-BE49-F238E27FC236}">
                <a16:creationId xmlns:a16="http://schemas.microsoft.com/office/drawing/2014/main" id="{B7A7C537-6970-4975-8577-F9323898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Sinus</a:t>
            </a:r>
          </a:p>
        </p:txBody>
      </p:sp>
      <p:sp>
        <p:nvSpPr>
          <p:cNvPr id="11" name="meter-value-0">
            <a:extLst xmlns:a="http://schemas.openxmlformats.org/drawingml/2006/main">
              <a:ext uri="{FF2B5EF4-FFF2-40B4-BE49-F238E27FC236}">
                <a16:creationId xmlns:a16="http://schemas.microsoft.com/office/drawing/2014/main" id="{F74AF3B0-67F9-4F0E-A243-2E93C7E7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192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10,00 V</a:t>
            </a:r>
          </a:p>
        </p:txBody>
      </p:sp>
      <p:sp>
        <p:nvSpPr>
          <p:cNvPr id="12" name="meter-label-1">
            <a:extLst xmlns:a="http://schemas.openxmlformats.org/drawingml/2006/main">
              <a:ext uri="{FF2B5EF4-FFF2-40B4-BE49-F238E27FC236}">
                <a16:creationId xmlns:a16="http://schemas.microsoft.com/office/drawing/2014/main" id="{FDC5E835-7269-4BBB-A79D-585E69BF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Fyrkant</a:t>
            </a:r>
          </a:p>
        </p:txBody>
      </p:sp>
      <p:sp>
        <p:nvSpPr>
          <p:cNvPr id="13" name="meter-value-1">
            <a:extLst xmlns:a="http://schemas.openxmlformats.org/drawingml/2006/main">
              <a:ext uri="{FF2B5EF4-FFF2-40B4-BE49-F238E27FC236}">
                <a16:creationId xmlns:a16="http://schemas.microsoft.com/office/drawing/2014/main" id="{C12742ED-FD2E-48DF-B3C9-D5E41C64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859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11,11 V</a:t>
            </a:r>
          </a:p>
        </p:txBody>
      </p:sp>
      <p:sp>
        <p:nvSpPr>
          <p:cNvPr id="14" name="meter-label-2">
            <a:extLst xmlns:a="http://schemas.openxmlformats.org/drawingml/2006/main">
              <a:ext uri="{FF2B5EF4-FFF2-40B4-BE49-F238E27FC236}">
                <a16:creationId xmlns:a16="http://schemas.microsoft.com/office/drawing/2014/main" id="{B8518814-19E3-4565-B36F-3EA21A76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Triangel</a:t>
            </a:r>
          </a:p>
        </p:txBody>
      </p:sp>
      <p:sp>
        <p:nvSpPr>
          <p:cNvPr id="15" name="meter-value-2">
            <a:extLst xmlns:a="http://schemas.openxmlformats.org/drawingml/2006/main">
              <a:ext uri="{FF2B5EF4-FFF2-40B4-BE49-F238E27FC236}">
                <a16:creationId xmlns:a16="http://schemas.microsoft.com/office/drawing/2014/main" id="{7C37CA11-F637-4B36-AEC4-53A92FF8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527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9,62 V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F0F2B345-4986-46D4-8678-C854990D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Alla tre signalerna har effektivvärdet 10,00 V och ingen likspänningsdel (DC-innehåll).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Sinus: topp 14,14 V. Den sinuskalibrerade mätaren visar 10,00 V.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Fyrkant: topp 10,00 V. Medel(|u|) = 10,00 V. Visning ≈ 11,11 V.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Triangel: topp = √3 · 10 ≈ 17,32 V. Medel(|u|) = û/2. Visning ≈ 9,62 V.</a:t>
            </a:r>
          </a:p>
        </p:txBody>
      </p:sp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9730A28B-D8F6-4BA3-98D4-EAA6D06C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61B2B049-E507-4518-AFF6-95E1EDD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c44925af749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C0737DC-5390-42B9-9AC8-A7E7AC57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Station B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0229CB0-E606-47FD-A1E1-FF722374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Stationsmodellen är märkt 12 V ±0,5 V och ger 12,35 V RMS vid 50 Hz.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Använd avlästa 12,35 V när du förutsäger toppen: cirka 17,47 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Fyrkant ger cirka 13,72 V på den sinuskalibrerade mätaren, trots att RMS är 12,35 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Att visningen stämmer med mätarmodellen betyder inte att den visar korrekt RMS.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13E83441-71C3-455A-A6C2-B073C5E1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89DE7BA6-3FB2-4E2A-8009-6FC6F344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bf77cdbb64f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F3A706E-8A75-4E8E-BA66-BDD3D02E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Inför nästa del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EA480D0F-7E52-40C4-B778-625E7178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Genomför grunduppgifterna och spara protokollet.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Förklara med egna ord skillnaden mellan effektivvärde (RMS), toppvärde och vanligt medelvärde.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Fysisk anslutning, oscilloskopets inställningar och godkända mätpunkter övas på den verkliga stationen.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E4C4A516-CEE2-411B-8DF9-7A025726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23A670A8-23CE-446D-860E-D21DECB1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2026-09-25T19:30:47.0860000Z</dcterms:created>
  <dcterms:modified xsi:type="dcterms:W3CDTF">2026-09-25T19:30:47.0860000Z</dcterms:modified>
</coreProperties>
</file>