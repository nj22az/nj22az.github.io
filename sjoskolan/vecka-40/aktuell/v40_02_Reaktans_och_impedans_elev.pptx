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Modellen använder XL = 30,0022 Ω, varför fler decimaler ger I ≈ 0,239994 A. Två decimaler är 0,24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30 + 40.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50 Ω. I = 2,00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20 Ω och U = 100 V blir I = 5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Börja med en resistor och Ohms lag. Lägg sedan till en spole.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omvandla mH (millihenry) till H (henry, enheten för induktans), beräkna reaktans och därefter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Basexemplet använder U = 12,00 V RMS, f = 50 Hz och R = 40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resistor på 40 Ω ligger över 12,00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12/40 = 0,30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Givet: L = 95,5 mH = 0,0955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0,0955 ≈ 30,00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2413000" cy="9525"/>
          </a:xfrm>
          <a:custGeom xmlns:a="http://schemas.openxmlformats.org/drawingml/2006/main">
            <a:pathLst>
              <a:path w="2413000" h="9525">
                <a:moveTo>
                  <a:pt x="0" y="0"/>
                </a:moveTo>
                <a:lnTo>
                  <a:pt x="241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7625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2413000" cy="1809750"/>
          </a:xfrm>
          <a:custGeom xmlns:a="http://schemas.openxmlformats.org/drawingml/2006/main">
            <a:pathLst>
              <a:path w="2413000" h="1809750">
                <a:moveTo>
                  <a:pt x="0" y="1809750"/>
                </a:moveTo>
                <a:lnTo>
                  <a:pt x="241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325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325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40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8125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30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50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R = 40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30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√(40² + 30²) = √2 500 = 50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40 och 30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Källspänningen är fortfarande 12,00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12/50 = 0,24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 var strömmen 0,30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Med R = 40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30 Ω blir φ ≈ +36,87°.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30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100 µF (mikrofarad) = 0,000100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0,000100) ≈ 31,83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40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30 Ω. Nettoreaktansen är X = −30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√(40² + (−30)²) = 50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arctan(−30/40) ≈ −36,87°.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100 V RMS blir I = 100/50 = 2,00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30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50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10 Ω. X = 40 Ω och |Z| = 50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50 mH = 0,050 H. C = 150 µF = 0,000150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√0,0000075 ≈ 0,0027386.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0,0027386) ≈ 58,12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