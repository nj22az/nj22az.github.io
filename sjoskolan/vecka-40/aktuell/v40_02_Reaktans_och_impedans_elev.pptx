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genom en resistor med Ohms lag.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Omvandla mH (millihenry) till H (henry, enheten för induktans) och räkna spolens reaktans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impedansen |Z| och strömmen när en spole sitter i serie med en resistor.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egna värden på R och L ur ditt namn. 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,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