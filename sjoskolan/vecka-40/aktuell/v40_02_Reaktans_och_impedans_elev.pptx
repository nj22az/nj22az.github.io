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d996770a71c4f3f" /><Relationship Type="http://schemas.openxmlformats.org/officeDocument/2006/relationships/extended-properties" Target="/docProps/app.xml" Id="R764a23e904804651" /><Relationship Type="http://schemas.openxmlformats.org/officeDocument/2006/relationships/officeDocument" Target="/ppt/presentation.xml" Id="R7db4b5a92ecc4e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e18743ad5d481d"/>
  </p:sldMasterIdLst>
  <p:notesMasterIdLst>
    <p:notesMasterId xmlns:r="http://schemas.openxmlformats.org/officeDocument/2006/relationships" r:id="R392a3e9df3594968"/>
  </p:notesMasterIdLst>
  <p:sldIdLst>
    <p:sldId xmlns:r="http://schemas.openxmlformats.org/officeDocument/2006/relationships" id="256" r:id="Rabd0ccca3a894dde"/>
    <p:sldId xmlns:r="http://schemas.openxmlformats.org/officeDocument/2006/relationships" id="257" r:id="R9754625589cc4662"/>
    <p:sldId xmlns:r="http://schemas.openxmlformats.org/officeDocument/2006/relationships" id="258" r:id="Rb2c15be0a3ac422a"/>
    <p:sldId xmlns:r="http://schemas.openxmlformats.org/officeDocument/2006/relationships" id="259" r:id="R3d4da5c66e3d4ee9"/>
    <p:sldId xmlns:r="http://schemas.openxmlformats.org/officeDocument/2006/relationships" id="260" r:id="R0cf053cd21684bcf"/>
    <p:sldId xmlns:r="http://schemas.openxmlformats.org/officeDocument/2006/relationships" id="261" r:id="Re222a03666184089"/>
    <p:sldId xmlns:r="http://schemas.openxmlformats.org/officeDocument/2006/relationships" id="262" r:id="R5ec7eb76327844e8"/>
    <p:sldId xmlns:r="http://schemas.openxmlformats.org/officeDocument/2006/relationships" id="263" r:id="Rb21a034434ad46e0"/>
    <p:sldId xmlns:r="http://schemas.openxmlformats.org/officeDocument/2006/relationships" id="264" r:id="R060d93ff5f5142bd"/>
    <p:sldId xmlns:r="http://schemas.openxmlformats.org/officeDocument/2006/relationships" id="265" r:id="R0993178b8c854c8f"/>
    <p:sldId xmlns:r="http://schemas.openxmlformats.org/officeDocument/2006/relationships" id="266" r:id="R5c6ad57e50dc4145"/>
    <p:sldId xmlns:r="http://schemas.openxmlformats.org/officeDocument/2006/relationships" id="267" r:id="R68314872dbed4bd9"/>
    <p:sldId xmlns:r="http://schemas.openxmlformats.org/officeDocument/2006/relationships" id="268" r:id="R39232d4f950d4735"/>
    <p:sldId xmlns:r="http://schemas.openxmlformats.org/officeDocument/2006/relationships" id="269" r:id="R5758fc5fc34a4dc8"/>
    <p:sldId xmlns:r="http://schemas.openxmlformats.org/officeDocument/2006/relationships" id="270" r:id="Rab0e9c3414e14f17"/>
    <p:sldId xmlns:r="http://schemas.openxmlformats.org/officeDocument/2006/relationships" id="271" r:id="Re40e734791654bd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450c32979a422c" /><Relationship Type="http://schemas.openxmlformats.org/officeDocument/2006/relationships/slideMaster" Target="/ppt/slideMasters/slideMaster1.xml" Id="Re6e18743ad5d481d" /><Relationship Type="http://schemas.openxmlformats.org/officeDocument/2006/relationships/notesMaster" Target="/ppt/notesMasters/notesMaster1.xml" Id="R392a3e9df3594968" /><Relationship Type="http://schemas.openxmlformats.org/officeDocument/2006/relationships/presProps" Target="/ppt/presProps.xml" Id="R58ec8cb23e9a4594" /><Relationship Type="http://schemas.openxmlformats.org/officeDocument/2006/relationships/viewProps" Target="/ppt/viewProps.xml" Id="Rf3f0bd393bd14f92" /><Relationship Type="http://schemas.openxmlformats.org/officeDocument/2006/relationships/tableStyles" Target="/ppt/tableStyles.xml" Id="Rb1b3fa306a7a437c" /><Relationship Type="http://schemas.openxmlformats.org/officeDocument/2006/relationships/slide" Target="/ppt/slides/slide1.xml" Id="Rabd0ccca3a894dde" /><Relationship Type="http://schemas.openxmlformats.org/officeDocument/2006/relationships/slide" Target="/ppt/slides/slide2.xml" Id="R9754625589cc4662" /><Relationship Type="http://schemas.openxmlformats.org/officeDocument/2006/relationships/slide" Target="/ppt/slides/slide3.xml" Id="Rb2c15be0a3ac422a" /><Relationship Type="http://schemas.openxmlformats.org/officeDocument/2006/relationships/slide" Target="/ppt/slides/slide4.xml" Id="R3d4da5c66e3d4ee9" /><Relationship Type="http://schemas.openxmlformats.org/officeDocument/2006/relationships/slide" Target="/ppt/slides/slide5.xml" Id="R0cf053cd21684bcf" /><Relationship Type="http://schemas.openxmlformats.org/officeDocument/2006/relationships/slide" Target="/ppt/slides/slide6.xml" Id="Re222a03666184089" /><Relationship Type="http://schemas.openxmlformats.org/officeDocument/2006/relationships/slide" Target="/ppt/slides/slide7.xml" Id="R5ec7eb76327844e8" /><Relationship Type="http://schemas.openxmlformats.org/officeDocument/2006/relationships/slide" Target="/ppt/slides/slide8.xml" Id="Rb21a034434ad46e0" /><Relationship Type="http://schemas.openxmlformats.org/officeDocument/2006/relationships/slide" Target="/ppt/slides/slide9.xml" Id="R060d93ff5f5142bd" /><Relationship Type="http://schemas.openxmlformats.org/officeDocument/2006/relationships/slide" Target="/ppt/slides/slide10.xml" Id="R0993178b8c854c8f" /><Relationship Type="http://schemas.openxmlformats.org/officeDocument/2006/relationships/slide" Target="/ppt/slides/slide11.xml" Id="R5c6ad57e50dc4145" /><Relationship Type="http://schemas.openxmlformats.org/officeDocument/2006/relationships/slide" Target="/ppt/slides/slide12.xml" Id="R68314872dbed4bd9" /><Relationship Type="http://schemas.openxmlformats.org/officeDocument/2006/relationships/slide" Target="/ppt/slides/slide13.xml" Id="R39232d4f950d4735" /><Relationship Type="http://schemas.openxmlformats.org/officeDocument/2006/relationships/slide" Target="/ppt/slides/slide14.xml" Id="R5758fc5fc34a4dc8" /><Relationship Type="http://schemas.openxmlformats.org/officeDocument/2006/relationships/slide" Target="/ppt/slides/slide15.xml" Id="Rab0e9c3414e14f17" /><Relationship Type="http://schemas.openxmlformats.org/officeDocument/2006/relationships/slide" Target="/ppt/slides/slide16.xml" Id="Re40e734791654b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a230dbf093f4e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0228cc5beb14a4e" /><Relationship Type="http://schemas.openxmlformats.org/officeDocument/2006/relationships/notesMaster" Target="/ppt/notesMasters/notesMaster1.xml" Id="R2727a436472c479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7520d477dd4698" /><Relationship Type="http://schemas.openxmlformats.org/officeDocument/2006/relationships/notesMaster" Target="/ppt/notesMasters/notesMaster1.xml" Id="R902d411e9b7d45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446d4d46264056" /><Relationship Type="http://schemas.openxmlformats.org/officeDocument/2006/relationships/notesMaster" Target="/ppt/notesMasters/notesMaster1.xml" Id="R2953393c3ded4e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855654932d43d8" /><Relationship Type="http://schemas.openxmlformats.org/officeDocument/2006/relationships/notesMaster" Target="/ppt/notesMasters/notesMaster1.xml" Id="R566f7470802345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6aef183ffe54472" /><Relationship Type="http://schemas.openxmlformats.org/officeDocument/2006/relationships/notesMaster" Target="/ppt/notesMasters/notesMaster1.xml" Id="Rd2e13bff0a9449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825b3fbef3945f4" /><Relationship Type="http://schemas.openxmlformats.org/officeDocument/2006/relationships/notesMaster" Target="/ppt/notesMasters/notesMaster1.xml" Id="R75229e4e02c84c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cc74ebf16b4852" /><Relationship Type="http://schemas.openxmlformats.org/officeDocument/2006/relationships/notesMaster" Target="/ppt/notesMasters/notesMaster1.xml" Id="R9e3a2149b11141d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8e788b8563543c7" /><Relationship Type="http://schemas.openxmlformats.org/officeDocument/2006/relationships/notesMaster" Target="/ppt/notesMasters/notesMaster1.xml" Id="R566caaec908249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908f88a737d47bc" /><Relationship Type="http://schemas.openxmlformats.org/officeDocument/2006/relationships/notesMaster" Target="/ppt/notesMasters/notesMaster1.xml" Id="R7fc938c8a4944e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1d05f50716f45f0" /><Relationship Type="http://schemas.openxmlformats.org/officeDocument/2006/relationships/notesMaster" Target="/ppt/notesMasters/notesMaster1.xml" Id="R4e7bb6dfaf5143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6a6ad28a48748fc" /><Relationship Type="http://schemas.openxmlformats.org/officeDocument/2006/relationships/notesMaster" Target="/ppt/notesMasters/notesMaster1.xml" Id="Rce7d7581bd4944a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1ced7b1078498a" /><Relationship Type="http://schemas.openxmlformats.org/officeDocument/2006/relationships/notesMaster" Target="/ppt/notesMasters/notesMaster1.xml" Id="Ree2c1f5d33bf48f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b5bea690d164cd4" /><Relationship Type="http://schemas.openxmlformats.org/officeDocument/2006/relationships/notesMaster" Target="/ppt/notesMasters/notesMaster1.xml" Id="Rf2a719c395a34d4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23f7475df564ba4" /><Relationship Type="http://schemas.openxmlformats.org/officeDocument/2006/relationships/notesMaster" Target="/ppt/notesMasters/notesMaster1.xml" Id="R3e31a72c1a7f4a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d2863cb10994835" /><Relationship Type="http://schemas.openxmlformats.org/officeDocument/2006/relationships/notesMaster" Target="/ppt/notesMasters/notesMaster1.xml" Id="Rfc67ad25f7934f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295683e40f34068" /><Relationship Type="http://schemas.openxmlformats.org/officeDocument/2006/relationships/notesMaster" Target="/ppt/notesMasters/notesMaster1.xml" Id="Rc189e02780774e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och film, 15 min gemensamt exempel, 30 min guidad labb, 15 min återkoppling. Fördjupning fördelas efter elevgruppens behov.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Kurvorna har egna amplitudskalor. Jämför tiden, inte höjden i volt och ampere.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https://nj22az.github.io/sjoskolan/vecka-40/aktuell/Genomgang.html?del=impedans&amp;avsnitt=resistor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 ideal spole ensam har 90° fasförskjutning. En RL-krets har en vinkel mellan 0° och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https://nj22az.github.io/sjoskolan/vecka-40/aktuell/Genomgang.html?del=impedans&amp;avsnitt=spole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skriva enhetsomvandlingen som en egen rad. XL är reaktans, inte spoltrådens resistans.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Hur många henry är 100 mH?</a:t>
            </a:r>
          </a:p>
          <a:p xmlns:a="http://schemas.openxmlformats.org/drawingml/2006/main">
            <a:r>
              <a:t>Facit: 100 mH = 0,100 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Visa först de vinkelräta sidorna och sedan diagonalen. Komplexa tal behövs inte för denna beräkning.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https://nj22az.github.io/sjoskolan/vecka-40/aktuell/Genomgang.html?del=impedans&amp;avsnitt=z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Modellen använder XL = 30,0022 Ω, varför fler decimaler ger I ≈ 0,239994 A. Två decimaler är 0,24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Varför räcker inte 12/40 när spolen är med?</a:t>
            </a:r>
          </a:p>
          <a:p xmlns:a="http://schemas.openxmlformats.org/drawingml/2006/main">
            <a:r>
              <a:t>Facit: Spolens reaktans ingår också i impedansen.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https://nj22az.github.io/sjoskolan/vecka-40/aktuell/Genomgang.html?del=impedans&amp;avsnitt=strom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Spänningarnas belopp summeras inte direkt eftersom de är fasförskjutna.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Uppgifterna ställer in samma krets automatiskt. Eleven gör beräkningen före avläsningen.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https://nj22az.github.io/sjoskolan/vecka-40/aktuell/Genomgang.html?del=impedans&amp;avsnitt=labb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vinkelns tecken från den vardagliga formuleringen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eleven rita de vinkelräta delarna om svaret bygger på 30 + 40.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|Z| = 50 Ω. I = 2,00 A.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XC anges här som ett positivt belopp. Den kapacitiva nettoreaktansen har negativt tecken.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https://nj22az.github.io/sjoskolan/vecka-40/aktuell/Genomgang.html?del=impedans&amp;avsnitt=xc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Minus ingår i fasvinkeln. Kvadreringen gör impedansens belopp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Komplex form introduceras efter att eleven förstått den geometriska betydelsen.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https://nj22az.github.io/sjoskolan/vecka-40/aktuell/Genomgang.html?del=impedans&amp;avsnitt=rlc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Härledd ur 2πfL = 1/(2πfC). Vid R = 20 Ω och U = 100 V blir I = 5 A och φ = 0°. Verkliga komponenter har förluster och begränsningar.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https://nj22az.github.io/sjoskolan/vecka-40/aktuell/Genomgang.html?del=impedans&amp;avsnitt=resonans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Återgå till resistor- och spolkurvorna om ledande/släpande fortfarande är oklart.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https://nj22az.github.io/sjoskolan/vecka-40/aktuell/Genomgang.html?del=impedans&amp;avsnitt=klart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https://nj22az.github.io/sjoskolan/vaxelstromslabbet/?lage=guidad&amp;del=impedans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8986482aa5431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d8cb90355047b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268b268c746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ef253a8b29423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ece26eb567423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3ee3b552845b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cca550caf644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fd1e8195e46c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383debb7164ea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ce3dcee636401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daf3fc63b84167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3F850-BADF-4028-8A7B-9FAC3576418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BD10043-0782-4078-B29D-A1B577AF6F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66142-1A4E-47EA-9C53-C6DFAE99DE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05E4442-88A9-410C-A50F-8B82FDB75F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10282D-D055-4B03-A6A5-C7578E0383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7B0F1-DDC2-4C49-AD64-5FB71F19B8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1ADA341-6D21-48C5-802A-273DB7BD533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41B6211-EED1-4F4A-9866-70D1EB9849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57A6F7-CC9F-4BFE-8388-1C39BFBBB6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4B0C51-5E6F-4936-AD6D-8B43E379F4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FC8C86-73D1-48E6-BA53-88BAF261BD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B89250-0F5F-47C7-B381-F7D69BA7DD9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78247C2-1F6C-4139-BB5D-C222842A653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264859-AD09-4D4E-9C45-7CD6A03A75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CF4301-056A-49B1-B6F6-F508B057D2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7F2F84-3D78-4A9F-A9A4-778CD21E7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8D946DC-C549-4273-9714-49898C3E8C8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1199A3-738C-4991-B960-DE3DDE4AAFB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6D5E210-19E5-4E45-81C5-D1F03683B7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30B3945-0E38-45EA-BA03-6FBEC17341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EDF5627-4304-47E6-A620-E4CC8FB05D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716787F-7503-4879-91EB-7EDBE36925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9D2FF0-5209-4E9C-AA5D-04A1C393AC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8AF27D5-36A0-4416-9878-6F6CDA1B549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40A26D6-A6B0-4562-B1E7-DADE23075D5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0EA509E-A6B7-42FB-838B-B58F23CD0115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41F8EC0-9360-4693-8718-CC68627E8F7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DBF4EDB-93AE-4134-B324-1AF06F94A76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92F2136-325A-4796-AF9A-30E1518626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4C8F279-D953-4A88-B0AA-8275831710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B29D832-C67E-4F31-AA49-81DFBA0C3C8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9C1AE48-3954-454B-8E4B-8E29B6A884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69D71206-36E3-402A-9DEF-57683106B6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A61FBC8-40AA-4AD6-99BE-399CAF7A6D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F697C2D2-F997-4412-854C-DDAC61322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D2091D5-4E8A-4290-A2FF-5341203CCC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FC8198-FA01-421A-AA38-E005833890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8349C0D-0586-4FD7-A3C4-10FAB40E7A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9B1D969-5C79-4939-92E8-4A161CDFEB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2D4106B-C697-4B18-ACD1-3C5226DE2A2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019A027-5B87-46D8-8129-B0DF56A3CB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68AD9CB-8DF5-4B4D-BD08-7D20CA74E69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DB2142D-6C3D-4260-A2BC-FC2504AE3A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C49503C-40C9-42BF-B6E1-D4564B09AAD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70C6AE3-B7CA-49B3-BD88-CE26F92462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13C4F47-D150-4A5C-82FB-7CA510EA6E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B64378-8C1F-4DE1-8EAE-6E3F2E8418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BB6346-49FD-42F2-8813-037DD1AD40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6C80A8-4DE5-462F-BA3F-0979BDB0BF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60BBB02-ED47-4C45-8F44-350F264911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519A4A1-F8E7-4777-BD5F-0FFEC657E1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2940E1-9F69-4241-9418-8C87B38A87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08D094F-04A0-4B3A-A427-7B2D364E3D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23FAA24-CD9D-42D0-A2D5-EE57EECED0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8FADBE-F6BB-42A4-9E48-CBE6F89B45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ADA9CB-CC38-4D9D-AD5E-83C6EB8A05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8F01B5-198F-4D24-8C7C-47B2EFB62BE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DB5661D-8A50-408A-AB36-8531B450EE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1a31e1226748df" /><Relationship Type="http://schemas.openxmlformats.org/officeDocument/2006/relationships/slideLayout" Target="/ppt/slideLayouts/slideLayout1.xml" Id="Rcfda7d99de6f49c8" /><Relationship Type="http://schemas.openxmlformats.org/officeDocument/2006/relationships/slideLayout" Target="/ppt/slideLayouts/slideLayout2.xml" Id="R56c0fe41a8c54610" /><Relationship Type="http://schemas.openxmlformats.org/officeDocument/2006/relationships/slideLayout" Target="/ppt/slideLayouts/slideLayout3.xml" Id="R737eba89494546d4" /><Relationship Type="http://schemas.openxmlformats.org/officeDocument/2006/relationships/slideLayout" Target="/ppt/slideLayouts/slideLayout4.xml" Id="R6b9f320c776e4d2d" /><Relationship Type="http://schemas.openxmlformats.org/officeDocument/2006/relationships/slideLayout" Target="/ppt/slideLayouts/slideLayout5.xml" Id="Rf384e28226d54fbf" /><Relationship Type="http://schemas.openxmlformats.org/officeDocument/2006/relationships/slideLayout" Target="/ppt/slideLayouts/slideLayout6.xml" Id="R0a4f571576a54464" /><Relationship Type="http://schemas.openxmlformats.org/officeDocument/2006/relationships/slideLayout" Target="/ppt/slideLayouts/slideLayout7.xml" Id="Rfa8cb0fbc7b247ba" /><Relationship Type="http://schemas.openxmlformats.org/officeDocument/2006/relationships/slideLayout" Target="/ppt/slideLayouts/slideLayout8.xml" Id="R7838c8793ab946fd" /><Relationship Type="http://schemas.openxmlformats.org/officeDocument/2006/relationships/slideLayout" Target="/ppt/slideLayouts/slideLayout9.xml" Id="R9d22fdf87d1744e0" /><Relationship Type="http://schemas.openxmlformats.org/officeDocument/2006/relationships/slideLayout" Target="/ppt/slideLayouts/slideLayout10.xml" Id="R4cc98794c51c439c" /><Relationship Type="http://schemas.openxmlformats.org/officeDocument/2006/relationships/slideLayout" Target="/ppt/slideLayouts/slideLayout11.xml" Id="R719cf4159acb4d1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6069C65-472B-4F29-832D-B99E9529D1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03ABC-8E8E-4AB5-8D2D-D4915F21E6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FEDB457-13CD-40D8-9240-86813CD727E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2263E8-F73A-4E9D-A815-356AD9B3EC6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8CA7E2-7ACF-4E0C-9B8B-CEC1F013EF9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da7d99de6f49c8"/>
    <p:sldLayoutId xmlns:r="http://schemas.openxmlformats.org/officeDocument/2006/relationships" id="2147483650" r:id="R56c0fe41a8c54610"/>
    <p:sldLayoutId xmlns:r="http://schemas.openxmlformats.org/officeDocument/2006/relationships" id="2147483651" r:id="R737eba89494546d4"/>
    <p:sldLayoutId xmlns:r="http://schemas.openxmlformats.org/officeDocument/2006/relationships" id="2147483652" r:id="R6b9f320c776e4d2d"/>
    <p:sldLayoutId xmlns:r="http://schemas.openxmlformats.org/officeDocument/2006/relationships" id="2147483653" r:id="Rf384e28226d54fbf"/>
    <p:sldLayoutId xmlns:r="http://schemas.openxmlformats.org/officeDocument/2006/relationships" id="2147483654" r:id="R0a4f571576a54464"/>
    <p:sldLayoutId xmlns:r="http://schemas.openxmlformats.org/officeDocument/2006/relationships" id="2147483655" r:id="Rfa8cb0fbc7b247ba"/>
    <p:sldLayoutId xmlns:r="http://schemas.openxmlformats.org/officeDocument/2006/relationships" id="2147483656" r:id="R7838c8793ab946fd"/>
    <p:sldLayoutId xmlns:r="http://schemas.openxmlformats.org/officeDocument/2006/relationships" id="2147483657" r:id="R9d22fdf87d1744e0"/>
    <p:sldLayoutId xmlns:r="http://schemas.openxmlformats.org/officeDocument/2006/relationships" id="2147483658" r:id="R4cc98794c51c439c"/>
    <p:sldLayoutId xmlns:r="http://schemas.openxmlformats.org/officeDocument/2006/relationships" id="2147483659" r:id="R719cf4159acb4d1e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a1b482d354d15" /><Relationship Type="http://schemas.openxmlformats.org/officeDocument/2006/relationships/image" Target="/ppt/media/image.jpeg" Id="R07b93e5771cf45d9" /><Relationship Type="http://schemas.openxmlformats.org/officeDocument/2006/relationships/image" Target="/ppt/media/image.png" Id="R7fa9c197fe4a4fce" /><Relationship Type="http://schemas.openxmlformats.org/officeDocument/2006/relationships/notesSlide" Target="/ppt/notesSlides/notesSlide1.xml" Id="R29763561e26b41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c7f8478b074ed1" /><Relationship Type="http://schemas.openxmlformats.org/officeDocument/2006/relationships/image" Target="/ppt/media/image.jpeg" Id="Ra41e863cb68940be" /><Relationship Type="http://schemas.openxmlformats.org/officeDocument/2006/relationships/notesSlide" Target="/ppt/notesSlides/notesSlide2.xml" Id="R9737a626202d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eeedc744c4bc3" /><Relationship Type="http://schemas.openxmlformats.org/officeDocument/2006/relationships/image" Target="/ppt/media/image.jpeg" Id="R0085421d5c7e4c37" /><Relationship Type="http://schemas.openxmlformats.org/officeDocument/2006/relationships/chart" Target="/ppt/slides/charts/chart1.xml" Id="R99c0457a61ee42a9" /><Relationship Type="http://schemas.openxmlformats.org/officeDocument/2006/relationships/notesSlide" Target="/ppt/notesSlides/notesSlide3.xml" Id="Re47ab2ac32cf42e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2da60c6ccf44f9" /><Relationship Type="http://schemas.openxmlformats.org/officeDocument/2006/relationships/image" Target="/ppt/media/image.jpeg" Id="R3ca60137b4d8469c" /><Relationship Type="http://schemas.openxmlformats.org/officeDocument/2006/relationships/chart" Target="/ppt/slides/charts/chart2.xml" Id="Rd2faa393afd34366" /><Relationship Type="http://schemas.openxmlformats.org/officeDocument/2006/relationships/notesSlide" Target="/ppt/notesSlides/notesSlide4.xml" Id="R3b62465d3a8946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1003fdab54ac5" /><Relationship Type="http://schemas.openxmlformats.org/officeDocument/2006/relationships/image" Target="/ppt/media/image.jpeg" Id="R6d9985676d3540c4" /><Relationship Type="http://schemas.openxmlformats.org/officeDocument/2006/relationships/notesSlide" Target="/ppt/notesSlides/notesSlide5.xml" Id="R8498910e97fe4f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373ac5be874873" /><Relationship Type="http://schemas.openxmlformats.org/officeDocument/2006/relationships/image" Target="/ppt/media/image.jpeg" Id="R3f60138acd44402c" /><Relationship Type="http://schemas.openxmlformats.org/officeDocument/2006/relationships/notesSlide" Target="/ppt/notesSlides/notesSlide6.xml" Id="Re50a95165b71485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b8315ec28c4ee8" /><Relationship Type="http://schemas.openxmlformats.org/officeDocument/2006/relationships/image" Target="/ppt/media/image.jpeg" Id="R4dd4294d12d44c63" /><Relationship Type="http://schemas.openxmlformats.org/officeDocument/2006/relationships/chart" Target="/ppt/slides/charts/chart3.xml" Id="R8b0bf8ced26b4125" /><Relationship Type="http://schemas.openxmlformats.org/officeDocument/2006/relationships/notesSlide" Target="/ppt/notesSlides/notesSlide7.xml" Id="R8f5e8efde3ca4e6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849cb3378b4709" /><Relationship Type="http://schemas.openxmlformats.org/officeDocument/2006/relationships/image" Target="/ppt/media/image.jpeg" Id="R7aa54cd3dfa94749" /><Relationship Type="http://schemas.openxmlformats.org/officeDocument/2006/relationships/notesSlide" Target="/ppt/notesSlides/notesSlide8.xml" Id="R3dbe857f73f347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71fbf07024dfc" /><Relationship Type="http://schemas.openxmlformats.org/officeDocument/2006/relationships/image" Target="/ppt/media/image.jpeg" Id="R1b078ca888674f4c" /><Relationship Type="http://schemas.openxmlformats.org/officeDocument/2006/relationships/notesSlide" Target="/ppt/notesSlides/notesSlide9.xml" Id="R479a56e6913440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ebb1fe92f415e" /><Relationship Type="http://schemas.openxmlformats.org/officeDocument/2006/relationships/image" Target="/ppt/media/image.jpeg" Id="Rb2dcbd7efedf46c9" /><Relationship Type="http://schemas.openxmlformats.org/officeDocument/2006/relationships/chart" Target="/ppt/slides/charts/chart4.xml" Id="R0db55170578d4937" /><Relationship Type="http://schemas.openxmlformats.org/officeDocument/2006/relationships/notesSlide" Target="/ppt/notesSlides/notesSlide10.xml" Id="R797d66ec5afc4f5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5b963bf4d4197" /><Relationship Type="http://schemas.openxmlformats.org/officeDocument/2006/relationships/image" Target="/ppt/media/image.jpeg" Id="Rc4b9f6886a844587" /><Relationship Type="http://schemas.openxmlformats.org/officeDocument/2006/relationships/notesSlide" Target="/ppt/notesSlides/notesSlide11.xml" Id="R32e0823740b14c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802bca5cc7437d" /><Relationship Type="http://schemas.openxmlformats.org/officeDocument/2006/relationships/image" Target="/ppt/media/image.jpeg" Id="Rc49e4bc58aee4b37" /><Relationship Type="http://schemas.openxmlformats.org/officeDocument/2006/relationships/notesSlide" Target="/ppt/notesSlides/notesSlide12.xml" Id="R5f78793e6d5c425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8a9fcd47245b4" /><Relationship Type="http://schemas.openxmlformats.org/officeDocument/2006/relationships/image" Target="/ppt/media/image.jpeg" Id="Rd315bffe94b74ce7" /><Relationship Type="http://schemas.openxmlformats.org/officeDocument/2006/relationships/notesSlide" Target="/ppt/notesSlides/notesSlide13.xml" Id="Rb6afed401f2e4a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e57bd51814327" /><Relationship Type="http://schemas.openxmlformats.org/officeDocument/2006/relationships/image" Target="/ppt/media/image.jpeg" Id="Rcd71787233804041" /><Relationship Type="http://schemas.openxmlformats.org/officeDocument/2006/relationships/notesSlide" Target="/ppt/notesSlides/notesSlide14.xml" Id="Rd2389054fe664e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cfe37dacd840b1" /><Relationship Type="http://schemas.openxmlformats.org/officeDocument/2006/relationships/image" Target="/ppt/media/image.jpeg" Id="Rdfe85db9e2ca47cd" /><Relationship Type="http://schemas.openxmlformats.org/officeDocument/2006/relationships/notesSlide" Target="/ppt/notesSlides/notesSlide15.xml" Id="R824b952a2c7c419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58c07ed4a044f6" /><Relationship Type="http://schemas.openxmlformats.org/officeDocument/2006/relationships/image" Target="/ppt/media/image.jpeg" Id="R283f4335a9f941c4" /><Relationship Type="http://schemas.openxmlformats.org/officeDocument/2006/relationships/notesSlide" Target="/ppt/notesSlides/notesSlide16.xml" Id="Rfddfd3bd27064f2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u (normaliserad)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0.0784591</c:v>
                </c:pt>
                <c:pt idx="2">
                  <c:v>0.15643447</c:v>
                </c:pt>
                <c:pt idx="3">
                  <c:v>0.23344536</c:v>
                </c:pt>
                <c:pt idx="4">
                  <c:v>0.30901699</c:v>
                </c:pt>
                <c:pt idx="5">
                  <c:v>0.38268343</c:v>
                </c:pt>
                <c:pt idx="6">
                  <c:v>0.4539905</c:v>
                </c:pt>
                <c:pt idx="7">
                  <c:v>0.52249856</c:v>
                </c:pt>
                <c:pt idx="8">
                  <c:v>0.58778525</c:v>
                </c:pt>
                <c:pt idx="9">
                  <c:v>0.64944805</c:v>
                </c:pt>
                <c:pt idx="10">
                  <c:v>0.70710678</c:v>
                </c:pt>
                <c:pt idx="11">
                  <c:v>0.76040597</c:v>
                </c:pt>
                <c:pt idx="12">
                  <c:v>0.80901699</c:v>
                </c:pt>
                <c:pt idx="13">
                  <c:v>0.85264016</c:v>
                </c:pt>
                <c:pt idx="14">
                  <c:v>0.89100652</c:v>
                </c:pt>
                <c:pt idx="15">
                  <c:v>0.92387953</c:v>
                </c:pt>
                <c:pt idx="16">
                  <c:v>0.95105652</c:v>
                </c:pt>
                <c:pt idx="17">
                  <c:v>0.97236992</c:v>
                </c:pt>
                <c:pt idx="18">
                  <c:v>0.98768834</c:v>
                </c:pt>
                <c:pt idx="19">
                  <c:v>0.99691733</c:v>
                </c:pt>
                <c:pt idx="20">
                  <c:v>1</c:v>
                </c:pt>
                <c:pt idx="21">
                  <c:v>0.99691733</c:v>
                </c:pt>
                <c:pt idx="22">
                  <c:v>0.98768834</c:v>
                </c:pt>
                <c:pt idx="23">
                  <c:v>0.97236992</c:v>
                </c:pt>
                <c:pt idx="24">
                  <c:v>0.95105652</c:v>
                </c:pt>
                <c:pt idx="25">
                  <c:v>0.92387953</c:v>
                </c:pt>
                <c:pt idx="26">
                  <c:v>0.89100652</c:v>
                </c:pt>
                <c:pt idx="27">
                  <c:v>0.85264016</c:v>
                </c:pt>
                <c:pt idx="28">
                  <c:v>0.80901699</c:v>
                </c:pt>
                <c:pt idx="29">
                  <c:v>0.76040597</c:v>
                </c:pt>
                <c:pt idx="30">
                  <c:v>0.70710678</c:v>
                </c:pt>
                <c:pt idx="31">
                  <c:v>0.64944805</c:v>
                </c:pt>
                <c:pt idx="32">
                  <c:v>0.58778525</c:v>
                </c:pt>
                <c:pt idx="33">
                  <c:v>0.52249856</c:v>
                </c:pt>
                <c:pt idx="34">
                  <c:v>0.4539905</c:v>
                </c:pt>
                <c:pt idx="35">
                  <c:v>0.38268343</c:v>
                </c:pt>
                <c:pt idx="36">
                  <c:v>0.30901699</c:v>
                </c:pt>
                <c:pt idx="37">
                  <c:v>0.23344536</c:v>
                </c:pt>
                <c:pt idx="38">
                  <c:v>0.15643447</c:v>
                </c:pt>
                <c:pt idx="39">
                  <c:v>0.0784591</c:v>
                </c:pt>
                <c:pt idx="40">
                  <c:v>0</c:v>
                </c:pt>
                <c:pt idx="41">
                  <c:v>-0.0784591</c:v>
                </c:pt>
                <c:pt idx="42">
                  <c:v>-0.15643447</c:v>
                </c:pt>
                <c:pt idx="43">
                  <c:v>-0.23344536</c:v>
                </c:pt>
                <c:pt idx="44">
                  <c:v>-0.30901699</c:v>
                </c:pt>
                <c:pt idx="45">
                  <c:v>-0.38268343</c:v>
                </c:pt>
                <c:pt idx="46">
                  <c:v>-0.4539905</c:v>
                </c:pt>
                <c:pt idx="47">
                  <c:v>-0.52249856</c:v>
                </c:pt>
                <c:pt idx="48">
                  <c:v>-0.58778525</c:v>
                </c:pt>
                <c:pt idx="49">
                  <c:v>-0.64944805</c:v>
                </c:pt>
                <c:pt idx="50">
                  <c:v>-0.70710678</c:v>
                </c:pt>
                <c:pt idx="51">
                  <c:v>-0.76040597</c:v>
                </c:pt>
                <c:pt idx="52">
                  <c:v>-0.80901699</c:v>
                </c:pt>
                <c:pt idx="53">
                  <c:v>-0.85264016</c:v>
                </c:pt>
                <c:pt idx="54">
                  <c:v>-0.89100652</c:v>
                </c:pt>
                <c:pt idx="55">
                  <c:v>-0.92387953</c:v>
                </c:pt>
                <c:pt idx="56">
                  <c:v>-0.95105652</c:v>
                </c:pt>
                <c:pt idx="57">
                  <c:v>-0.97236992</c:v>
                </c:pt>
                <c:pt idx="58">
                  <c:v>-0.98768834</c:v>
                </c:pt>
                <c:pt idx="59">
                  <c:v>-0.99691733</c:v>
                </c:pt>
                <c:pt idx="60">
                  <c:v>-1</c:v>
                </c:pt>
                <c:pt idx="61">
                  <c:v>-0.99691733</c:v>
                </c:pt>
                <c:pt idx="62">
                  <c:v>-0.98768834</c:v>
                </c:pt>
                <c:pt idx="63">
                  <c:v>-0.97236992</c:v>
                </c:pt>
                <c:pt idx="64">
                  <c:v>-0.95105652</c:v>
                </c:pt>
                <c:pt idx="65">
                  <c:v>-0.92387953</c:v>
                </c:pt>
                <c:pt idx="66">
                  <c:v>-0.89100652</c:v>
                </c:pt>
                <c:pt idx="67">
                  <c:v>-0.85264016</c:v>
                </c:pt>
                <c:pt idx="68">
                  <c:v>-0.80901699</c:v>
                </c:pt>
                <c:pt idx="69">
                  <c:v>-0.76040597</c:v>
                </c:pt>
                <c:pt idx="70">
                  <c:v>-0.70710678</c:v>
                </c:pt>
                <c:pt idx="71">
                  <c:v>-0.64944805</c:v>
                </c:pt>
                <c:pt idx="72">
                  <c:v>-0.58778525</c:v>
                </c:pt>
                <c:pt idx="73">
                  <c:v>-0.52249856</c:v>
                </c:pt>
                <c:pt idx="74">
                  <c:v>-0.4539905</c:v>
                </c:pt>
                <c:pt idx="75">
                  <c:v>-0.38268343</c:v>
                </c:pt>
                <c:pt idx="76">
                  <c:v>-0.30901699</c:v>
                </c:pt>
                <c:pt idx="77">
                  <c:v>-0.23344536</c:v>
                </c:pt>
                <c:pt idx="78">
                  <c:v>-0.15643447</c:v>
                </c:pt>
                <c:pt idx="79">
                  <c:v>-0.0784591</c:v>
                </c:pt>
                <c:pt idx="80">
                  <c:v>-0</c:v>
                </c:pt>
                <c:pt idx="81">
                  <c:v>0.0784591</c:v>
                </c:pt>
                <c:pt idx="82">
                  <c:v>0.15643447</c:v>
                </c:pt>
                <c:pt idx="83">
                  <c:v>0.23344536</c:v>
                </c:pt>
                <c:pt idx="84">
                  <c:v>0.30901699</c:v>
                </c:pt>
                <c:pt idx="85">
                  <c:v>0.38268343</c:v>
                </c:pt>
                <c:pt idx="86">
                  <c:v>0.4539905</c:v>
                </c:pt>
                <c:pt idx="87">
                  <c:v>0.52249856</c:v>
                </c:pt>
                <c:pt idx="88">
                  <c:v>0.58778525</c:v>
                </c:pt>
                <c:pt idx="89">
                  <c:v>0.64944805</c:v>
                </c:pt>
                <c:pt idx="90">
                  <c:v>0.70710678</c:v>
                </c:pt>
                <c:pt idx="91">
                  <c:v>0.76040597</c:v>
                </c:pt>
                <c:pt idx="92">
                  <c:v>0.80901699</c:v>
                </c:pt>
                <c:pt idx="93">
                  <c:v>0.85264016</c:v>
                </c:pt>
                <c:pt idx="94">
                  <c:v>0.89100652</c:v>
                </c:pt>
                <c:pt idx="95">
                  <c:v>0.92387953</c:v>
                </c:pt>
                <c:pt idx="96">
                  <c:v>0.95105652</c:v>
                </c:pt>
                <c:pt idx="97">
                  <c:v>0.97236992</c:v>
                </c:pt>
                <c:pt idx="98">
                  <c:v>0.98768834</c:v>
                </c:pt>
                <c:pt idx="99">
                  <c:v>0.99691733</c:v>
                </c:pt>
                <c:pt idx="100">
                  <c:v>1</c:v>
                </c:pt>
                <c:pt idx="101">
                  <c:v>0.99691733</c:v>
                </c:pt>
                <c:pt idx="102">
                  <c:v>0.98768834</c:v>
                </c:pt>
                <c:pt idx="103">
                  <c:v>0.97236992</c:v>
                </c:pt>
                <c:pt idx="104">
                  <c:v>0.95105652</c:v>
                </c:pt>
                <c:pt idx="105">
                  <c:v>0.92387953</c:v>
                </c:pt>
                <c:pt idx="106">
                  <c:v>0.89100652</c:v>
                </c:pt>
                <c:pt idx="107">
                  <c:v>0.85264016</c:v>
                </c:pt>
                <c:pt idx="108">
                  <c:v>0.80901699</c:v>
                </c:pt>
                <c:pt idx="109">
                  <c:v>0.76040597</c:v>
                </c:pt>
                <c:pt idx="110">
                  <c:v>0.70710678</c:v>
                </c:pt>
                <c:pt idx="111">
                  <c:v>0.64944805</c:v>
                </c:pt>
                <c:pt idx="112">
                  <c:v>0.58778525</c:v>
                </c:pt>
                <c:pt idx="113">
                  <c:v>0.52249856</c:v>
                </c:pt>
                <c:pt idx="114">
                  <c:v>0.4539905</c:v>
                </c:pt>
                <c:pt idx="115">
                  <c:v>0.38268343</c:v>
                </c:pt>
                <c:pt idx="116">
                  <c:v>0.30901699</c:v>
                </c:pt>
                <c:pt idx="117">
                  <c:v>0.23344536</c:v>
                </c:pt>
                <c:pt idx="118">
                  <c:v>0.15643447</c:v>
                </c:pt>
                <c:pt idx="119">
                  <c:v>0.0784591</c:v>
                </c:pt>
                <c:pt idx="120">
                  <c:v>0</c:v>
                </c:pt>
                <c:pt idx="121">
                  <c:v>-0.0784591</c:v>
                </c:pt>
                <c:pt idx="122">
                  <c:v>-0.15643447</c:v>
                </c:pt>
                <c:pt idx="123">
                  <c:v>-0.23344536</c:v>
                </c:pt>
                <c:pt idx="124">
                  <c:v>-0.30901699</c:v>
                </c:pt>
                <c:pt idx="125">
                  <c:v>-0.38268343</c:v>
                </c:pt>
                <c:pt idx="126">
                  <c:v>-0.4539905</c:v>
                </c:pt>
                <c:pt idx="127">
                  <c:v>-0.52249856</c:v>
                </c:pt>
                <c:pt idx="128">
                  <c:v>-0.58778525</c:v>
                </c:pt>
                <c:pt idx="129">
                  <c:v>-0.64944805</c:v>
                </c:pt>
                <c:pt idx="130">
                  <c:v>-0.70710678</c:v>
                </c:pt>
                <c:pt idx="131">
                  <c:v>-0.76040597</c:v>
                </c:pt>
                <c:pt idx="132">
                  <c:v>-0.80901699</c:v>
                </c:pt>
                <c:pt idx="133">
                  <c:v>-0.85264016</c:v>
                </c:pt>
                <c:pt idx="134">
                  <c:v>-0.89100652</c:v>
                </c:pt>
                <c:pt idx="135">
                  <c:v>-0.92387953</c:v>
                </c:pt>
                <c:pt idx="136">
                  <c:v>-0.95105652</c:v>
                </c:pt>
                <c:pt idx="137">
                  <c:v>-0.97236992</c:v>
                </c:pt>
                <c:pt idx="138">
                  <c:v>-0.98768834</c:v>
                </c:pt>
                <c:pt idx="139">
                  <c:v>-0.99691733</c:v>
                </c:pt>
                <c:pt idx="140">
                  <c:v>-1</c:v>
                </c:pt>
                <c:pt idx="141">
                  <c:v>-0.99691733</c:v>
                </c:pt>
                <c:pt idx="142">
                  <c:v>-0.98768834</c:v>
                </c:pt>
                <c:pt idx="143">
                  <c:v>-0.97236992</c:v>
                </c:pt>
                <c:pt idx="144">
                  <c:v>-0.95105652</c:v>
                </c:pt>
                <c:pt idx="145">
                  <c:v>-0.92387953</c:v>
                </c:pt>
                <c:pt idx="146">
                  <c:v>-0.89100652</c:v>
                </c:pt>
                <c:pt idx="147">
                  <c:v>-0.85264016</c:v>
                </c:pt>
                <c:pt idx="148">
                  <c:v>-0.80901699</c:v>
                </c:pt>
                <c:pt idx="149">
                  <c:v>-0.76040597</c:v>
                </c:pt>
                <c:pt idx="150">
                  <c:v>-0.70710678</c:v>
                </c:pt>
                <c:pt idx="151">
                  <c:v>-0.64944805</c:v>
                </c:pt>
                <c:pt idx="152">
                  <c:v>-0.58778525</c:v>
                </c:pt>
                <c:pt idx="153">
                  <c:v>-0.52249856</c:v>
                </c:pt>
                <c:pt idx="154">
                  <c:v>-0.4539905</c:v>
                </c:pt>
                <c:pt idx="155">
                  <c:v>-0.38268343</c:v>
                </c:pt>
                <c:pt idx="156">
                  <c:v>-0.30901699</c:v>
                </c:pt>
                <c:pt idx="157">
                  <c:v>-0.23344536</c:v>
                </c:pt>
                <c:pt idx="158">
                  <c:v>-0.15643447</c:v>
                </c:pt>
                <c:pt idx="159">
                  <c:v>-0.0784591</c:v>
                </c:pt>
                <c:pt idx="160">
                  <c:v>-0</c:v>
                </c:pt>
              </c:numCache>
            </c:numRef>
          </c:yVal>
        </c:ser>
        <c:ser>
          <c:idx val="1"/>
          <c:order val="1"/>
          <c:tx>
            <c:v>Ström i (normaliserad)</c:v>
          </c:tx>
          <c:spPr>
            <a:ln xmlns:a="http://schemas.openxmlformats.org/drawingml/2006/main" w="23813">
              <a:solidFill>
                <a:srgbClr val="AD5018"/>
              </a:solidFill>
            </a:ln>
          </c:spPr>
          <c:marker>
            <c:symbol val="none"/>
          </c:marker>
          <c:xVal>
            <c:numRef>
              <c:f>'Chart Data'!$C$2:$C$162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Data'!$D$2:$D$162</c:f>
              <c:numCache>
                <c:formatCode>General</c:formatCode>
                <c:ptCount val="161"/>
                <c:pt idx="0">
                  <c:v>-0.6</c:v>
                </c:pt>
                <c:pt idx="1">
                  <c:v>-0.53538312</c:v>
                </c:pt>
                <c:pt idx="2">
                  <c:v>-0.46746543</c:v>
                </c:pt>
                <c:pt idx="3">
                  <c:v>-0.39666566</c:v>
                </c:pt>
                <c:pt idx="4">
                  <c:v>-0.32342031</c:v>
                </c:pt>
                <c:pt idx="5">
                  <c:v>-0.24818097</c:v>
                </c:pt>
                <c:pt idx="6">
                  <c:v>-0.17141151</c:v>
                </c:pt>
                <c:pt idx="7">
                  <c:v>-0.09358525</c:v>
                </c:pt>
                <c:pt idx="8">
                  <c:v>-0.01518199</c:v>
                </c:pt>
                <c:pt idx="9">
                  <c:v>0.06331486</c:v>
                </c:pt>
                <c:pt idx="10">
                  <c:v>0.14142136</c:v>
                </c:pt>
                <c:pt idx="11">
                  <c:v>0.21865594</c:v>
                </c:pt>
                <c:pt idx="12">
                  <c:v>0.29454244</c:v>
                </c:pt>
                <c:pt idx="13">
                  <c:v>0.36861299</c:v>
                </c:pt>
                <c:pt idx="14">
                  <c:v>0.44041092</c:v>
                </c:pt>
                <c:pt idx="15">
                  <c:v>0.50949357</c:v>
                </c:pt>
                <c:pt idx="16">
                  <c:v>0.57543502</c:v>
                </c:pt>
                <c:pt idx="17">
                  <c:v>0.63782872</c:v>
                </c:pt>
                <c:pt idx="18">
                  <c:v>0.69628999</c:v>
                </c:pt>
                <c:pt idx="19">
                  <c:v>0.75045841</c:v>
                </c:pt>
                <c:pt idx="20">
                  <c:v>0.8</c:v>
                </c:pt>
                <c:pt idx="21">
                  <c:v>0.84460932</c:v>
                </c:pt>
                <c:pt idx="22">
                  <c:v>0.88401135</c:v>
                </c:pt>
                <c:pt idx="23">
                  <c:v>0.91796315</c:v>
                </c:pt>
                <c:pt idx="24">
                  <c:v>0.94625541</c:v>
                </c:pt>
                <c:pt idx="25">
                  <c:v>0.96871369</c:v>
                </c:pt>
                <c:pt idx="26">
                  <c:v>0.98519952</c:v>
                </c:pt>
                <c:pt idx="27">
                  <c:v>0.99561127</c:v>
                </c:pt>
                <c:pt idx="28">
                  <c:v>0.99988475</c:v>
                </c:pt>
                <c:pt idx="29">
                  <c:v>0.9979936</c:v>
                </c:pt>
                <c:pt idx="30">
                  <c:v>0.98994949</c:v>
                </c:pt>
                <c:pt idx="31">
                  <c:v>0.97580202</c:v>
                </c:pt>
                <c:pt idx="32">
                  <c:v>0.9556384</c:v>
                </c:pt>
                <c:pt idx="33">
                  <c:v>0.92958295</c:v>
                </c:pt>
                <c:pt idx="34">
                  <c:v>0.89779631</c:v>
                </c:pt>
                <c:pt idx="35">
                  <c:v>0.86047447</c:v>
                </c:pt>
                <c:pt idx="36">
                  <c:v>0.81784751</c:v>
                </c:pt>
                <c:pt idx="37">
                  <c:v>0.77017824</c:v>
                </c:pt>
                <c:pt idx="38">
                  <c:v>0.71776058</c:v>
                </c:pt>
                <c:pt idx="39">
                  <c:v>0.66091768</c:v>
                </c:pt>
                <c:pt idx="40">
                  <c:v>0.6</c:v>
                </c:pt>
                <c:pt idx="41">
                  <c:v>0.53538312</c:v>
                </c:pt>
                <c:pt idx="42">
                  <c:v>0.46746543</c:v>
                </c:pt>
                <c:pt idx="43">
                  <c:v>0.39666566</c:v>
                </c:pt>
                <c:pt idx="44">
                  <c:v>0.32342031</c:v>
                </c:pt>
                <c:pt idx="45">
                  <c:v>0.24818097</c:v>
                </c:pt>
                <c:pt idx="46">
                  <c:v>0.17141151</c:v>
                </c:pt>
                <c:pt idx="47">
                  <c:v>0.09358525</c:v>
                </c:pt>
                <c:pt idx="48">
                  <c:v>0.01518199</c:v>
                </c:pt>
                <c:pt idx="49">
                  <c:v>-0.06331486</c:v>
                </c:pt>
                <c:pt idx="50">
                  <c:v>-0.14142136</c:v>
                </c:pt>
                <c:pt idx="51">
                  <c:v>-0.21865594</c:v>
                </c:pt>
                <c:pt idx="52">
                  <c:v>-0.29454244</c:v>
                </c:pt>
                <c:pt idx="53">
                  <c:v>-0.36861299</c:v>
                </c:pt>
                <c:pt idx="54">
                  <c:v>-0.44041092</c:v>
                </c:pt>
                <c:pt idx="55">
                  <c:v>-0.50949357</c:v>
                </c:pt>
                <c:pt idx="56">
                  <c:v>-0.57543502</c:v>
                </c:pt>
                <c:pt idx="57">
                  <c:v>-0.63782872</c:v>
                </c:pt>
                <c:pt idx="58">
                  <c:v>-0.69628999</c:v>
                </c:pt>
                <c:pt idx="59">
                  <c:v>-0.75045841</c:v>
                </c:pt>
                <c:pt idx="60">
                  <c:v>-0.8</c:v>
                </c:pt>
                <c:pt idx="61">
                  <c:v>-0.84460932</c:v>
                </c:pt>
                <c:pt idx="62">
                  <c:v>-0.88401135</c:v>
                </c:pt>
                <c:pt idx="63">
                  <c:v>-0.91796315</c:v>
                </c:pt>
                <c:pt idx="64">
                  <c:v>-0.94625541</c:v>
                </c:pt>
                <c:pt idx="65">
                  <c:v>-0.96871369</c:v>
                </c:pt>
                <c:pt idx="66">
                  <c:v>-0.98519952</c:v>
                </c:pt>
                <c:pt idx="67">
                  <c:v>-0.99561127</c:v>
                </c:pt>
                <c:pt idx="68">
                  <c:v>-0.99988475</c:v>
                </c:pt>
                <c:pt idx="69">
                  <c:v>-0.9979936</c:v>
                </c:pt>
                <c:pt idx="70">
                  <c:v>-0.98994949</c:v>
                </c:pt>
                <c:pt idx="71">
                  <c:v>-0.97580202</c:v>
                </c:pt>
                <c:pt idx="72">
                  <c:v>-0.9556384</c:v>
                </c:pt>
                <c:pt idx="73">
                  <c:v>-0.92958295</c:v>
                </c:pt>
                <c:pt idx="74">
                  <c:v>-0.89779631</c:v>
                </c:pt>
                <c:pt idx="75">
                  <c:v>-0.86047447</c:v>
                </c:pt>
                <c:pt idx="76">
                  <c:v>-0.81784751</c:v>
                </c:pt>
                <c:pt idx="77">
                  <c:v>-0.77017824</c:v>
                </c:pt>
                <c:pt idx="78">
                  <c:v>-0.71776058</c:v>
                </c:pt>
                <c:pt idx="79">
                  <c:v>-0.66091768</c:v>
                </c:pt>
                <c:pt idx="80">
                  <c:v>-0.6</c:v>
                </c:pt>
                <c:pt idx="81">
                  <c:v>-0.53538312</c:v>
                </c:pt>
                <c:pt idx="82">
                  <c:v>-0.46746543</c:v>
                </c:pt>
                <c:pt idx="83">
                  <c:v>-0.39666566</c:v>
                </c:pt>
                <c:pt idx="84">
                  <c:v>-0.32342031</c:v>
                </c:pt>
                <c:pt idx="85">
                  <c:v>-0.24818097</c:v>
                </c:pt>
                <c:pt idx="86">
                  <c:v>-0.17141151</c:v>
                </c:pt>
                <c:pt idx="87">
                  <c:v>-0.09358525</c:v>
                </c:pt>
                <c:pt idx="88">
                  <c:v>-0.01518199</c:v>
                </c:pt>
                <c:pt idx="89">
                  <c:v>0.06331486</c:v>
                </c:pt>
                <c:pt idx="90">
                  <c:v>0.14142136</c:v>
                </c:pt>
                <c:pt idx="91">
                  <c:v>0.21865594</c:v>
                </c:pt>
                <c:pt idx="92">
                  <c:v>0.29454244</c:v>
                </c:pt>
                <c:pt idx="93">
                  <c:v>0.36861299</c:v>
                </c:pt>
                <c:pt idx="94">
                  <c:v>0.44041092</c:v>
                </c:pt>
                <c:pt idx="95">
                  <c:v>0.50949357</c:v>
                </c:pt>
                <c:pt idx="96">
                  <c:v>0.57543502</c:v>
                </c:pt>
                <c:pt idx="97">
                  <c:v>0.63782872</c:v>
                </c:pt>
                <c:pt idx="98">
                  <c:v>0.69628999</c:v>
                </c:pt>
                <c:pt idx="99">
                  <c:v>0.75045841</c:v>
                </c:pt>
                <c:pt idx="100">
                  <c:v>0.8</c:v>
                </c:pt>
                <c:pt idx="101">
                  <c:v>0.84460932</c:v>
                </c:pt>
                <c:pt idx="102">
                  <c:v>0.88401135</c:v>
                </c:pt>
                <c:pt idx="103">
                  <c:v>0.91796315</c:v>
                </c:pt>
                <c:pt idx="104">
                  <c:v>0.94625541</c:v>
                </c:pt>
                <c:pt idx="105">
                  <c:v>0.96871369</c:v>
                </c:pt>
                <c:pt idx="106">
                  <c:v>0.98519952</c:v>
                </c:pt>
                <c:pt idx="107">
                  <c:v>0.99561127</c:v>
                </c:pt>
                <c:pt idx="108">
                  <c:v>0.99988475</c:v>
                </c:pt>
                <c:pt idx="109">
                  <c:v>0.9979936</c:v>
                </c:pt>
                <c:pt idx="110">
                  <c:v>0.98994949</c:v>
                </c:pt>
                <c:pt idx="111">
                  <c:v>0.97580202</c:v>
                </c:pt>
                <c:pt idx="112">
                  <c:v>0.9556384</c:v>
                </c:pt>
                <c:pt idx="113">
                  <c:v>0.92958295</c:v>
                </c:pt>
                <c:pt idx="114">
                  <c:v>0.89779631</c:v>
                </c:pt>
                <c:pt idx="115">
                  <c:v>0.86047447</c:v>
                </c:pt>
                <c:pt idx="116">
                  <c:v>0.81784751</c:v>
                </c:pt>
                <c:pt idx="117">
                  <c:v>0.77017824</c:v>
                </c:pt>
                <c:pt idx="118">
                  <c:v>0.71776058</c:v>
                </c:pt>
                <c:pt idx="119">
                  <c:v>0.66091768</c:v>
                </c:pt>
                <c:pt idx="120">
                  <c:v>0.6</c:v>
                </c:pt>
                <c:pt idx="121">
                  <c:v>0.53538312</c:v>
                </c:pt>
                <c:pt idx="122">
                  <c:v>0.46746543</c:v>
                </c:pt>
                <c:pt idx="123">
                  <c:v>0.39666566</c:v>
                </c:pt>
                <c:pt idx="124">
                  <c:v>0.32342031</c:v>
                </c:pt>
                <c:pt idx="125">
                  <c:v>0.24818097</c:v>
                </c:pt>
                <c:pt idx="126">
                  <c:v>0.17141151</c:v>
                </c:pt>
                <c:pt idx="127">
                  <c:v>0.09358525</c:v>
                </c:pt>
                <c:pt idx="128">
                  <c:v>0.01518199</c:v>
                </c:pt>
                <c:pt idx="129">
                  <c:v>-0.06331486</c:v>
                </c:pt>
                <c:pt idx="130">
                  <c:v>-0.14142136</c:v>
                </c:pt>
                <c:pt idx="131">
                  <c:v>-0.21865594</c:v>
                </c:pt>
                <c:pt idx="132">
                  <c:v>-0.29454244</c:v>
                </c:pt>
                <c:pt idx="133">
                  <c:v>-0.36861299</c:v>
                </c:pt>
                <c:pt idx="134">
                  <c:v>-0.44041092</c:v>
                </c:pt>
                <c:pt idx="135">
                  <c:v>-0.50949357</c:v>
                </c:pt>
                <c:pt idx="136">
                  <c:v>-0.57543502</c:v>
                </c:pt>
                <c:pt idx="137">
                  <c:v>-0.63782872</c:v>
                </c:pt>
                <c:pt idx="138">
                  <c:v>-0.69628999</c:v>
                </c:pt>
                <c:pt idx="139">
                  <c:v>-0.75045841</c:v>
                </c:pt>
                <c:pt idx="140">
                  <c:v>-0.8</c:v>
                </c:pt>
                <c:pt idx="141">
                  <c:v>-0.84460932</c:v>
                </c:pt>
                <c:pt idx="142">
                  <c:v>-0.88401135</c:v>
                </c:pt>
                <c:pt idx="143">
                  <c:v>-0.91796315</c:v>
                </c:pt>
                <c:pt idx="144">
                  <c:v>-0.94625541</c:v>
                </c:pt>
                <c:pt idx="145">
                  <c:v>-0.96871369</c:v>
                </c:pt>
                <c:pt idx="146">
                  <c:v>-0.98519952</c:v>
                </c:pt>
                <c:pt idx="147">
                  <c:v>-0.99561127</c:v>
                </c:pt>
                <c:pt idx="148">
                  <c:v>-0.99988475</c:v>
                </c:pt>
                <c:pt idx="149">
                  <c:v>-0.9979936</c:v>
                </c:pt>
                <c:pt idx="150">
                  <c:v>-0.98994949</c:v>
                </c:pt>
                <c:pt idx="151">
                  <c:v>-0.97580202</c:v>
                </c:pt>
                <c:pt idx="152">
                  <c:v>-0.9556384</c:v>
                </c:pt>
                <c:pt idx="153">
                  <c:v>-0.92958295</c:v>
                </c:pt>
                <c:pt idx="154">
                  <c:v>-0.89779631</c:v>
                </c:pt>
                <c:pt idx="155">
                  <c:v>-0.86047447</c:v>
                </c:pt>
                <c:pt idx="156">
                  <c:v>-0.81784751</c:v>
                </c:pt>
                <c:pt idx="157">
                  <c:v>-0.77017824</c:v>
                </c:pt>
                <c:pt idx="158">
                  <c:v>-0.71776058</c:v>
                </c:pt>
                <c:pt idx="159">
                  <c:v>-0.66091768</c:v>
                </c:pt>
                <c:pt idx="160">
                  <c:v>-0.6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Normaliserad amplitud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b93e5771cf45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9c197fe4a4fc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9DB78CF0-EB47-455E-9336-963F8750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C8DB12F0-ED06-4D23-9151-CBC7D104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Reaktans och impedans</a:t>
            </a:r>
          </a:p>
        </p:txBody>
      </p:sp>
      <p:sp>
        <p:nvSpPr>
          <p:cNvPr id="13" name="Induktans, kapacitans och visardiagram">
            <a:extLst xmlns:a="http://schemas.openxmlformats.org/drawingml/2006/main">
              <a:ext uri="{FF2B5EF4-FFF2-40B4-BE49-F238E27FC236}">
                <a16:creationId xmlns:a16="http://schemas.microsoft.com/office/drawing/2014/main" id="{1E2E76C4-942A-436D-B6AF-BBC4FDB6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Induktans, kapacitans och visardiagram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72BAC17-0992-4AC8-8A0C-1205B54A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e863cb68940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B74D05B7-9BDE-4F15-8358-541E0BC9D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ECCE513-023C-456C-A28D-DF2841AF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Börja med en resistor och Ohms lag. Lägg sedan till en spole.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omvandla mH till H, beräkna reaktans och därefter ström.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Basexemplet använder U = 12,00 V RMS, f = 50 Hz och R = 40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5B73403-C5A6-4CFF-BAFF-279E003B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C4A4692-2AAC-4FDF-938A-D8D940F2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5421d5c7e4c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DE9D44-05D4-4396-BCA0-2CD08467C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resistor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c0457a61ee42a9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26FBD96-8502-4B7C-AFFE-0481A8BE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resistor på 40 Ω ligger över 12,00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U/R = 12/40 = 0,30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Spänning och ström har toppar och nollpassager samtidigt. De är i fas.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0F7BF1CF-43C1-4C9F-8620-D6EB05C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89283C6E-7D10-44C2-93AE-ACBB9832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60137b4d846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1AB73FA-3055-4956-BD95-C435FF04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spole i serie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faa393afd34366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6C735BB-0868-4E0D-8923-A59C023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spole lagrar energi i ett magnetfält och motverkar ändringar i strömmen.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RL-kretsen kommer strömmens topp efter källspänningens topp. Strömmen släpar.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Spolen tillför reaktans, som mäts i ohm. Den påverkar strömmen utöver resistorn.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11213825-3E98-4DE8-A074-CF9652937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D3D30A0-C201-4E17-B9C6-3035590E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9985676d3540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ECC5940-C2BC-4365-B015-B60BB341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Reaktans och enheter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C1ED6892-1963-4476-A541-8608F018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L = 95,5 mH = 0,0955 H och f =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XL = 2π · 50 · 0,0955 ≈ 30,00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dubbla frekvensen blir XL dubbelt så stor om L är oförändrad.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256E51E5-D358-4640-956B-57F4FD46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XL = 2πfL</a:t>
            </a:r>
          </a:p>
        </p:txBody>
      </p:sp>
      <p:sp>
        <p:nvSpPr>
          <p:cNvPr id="12" name="check">
            <a:extLst xmlns:a="http://schemas.openxmlformats.org/drawingml/2006/main">
              <a:ext uri="{FF2B5EF4-FFF2-40B4-BE49-F238E27FC236}">
                <a16:creationId xmlns:a16="http://schemas.microsoft.com/office/drawing/2014/main" id="{E09399BA-90B2-4739-81ED-2A1C2F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Hur många henry är 100 mH?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348702FD-86B0-470C-9A76-0E0F00CAA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35EB532D-7E25-48C4-AF53-297F77CB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0138acd4440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939F502-B963-4940-B6F3-B1A84710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Impedansen i RL-kretsen</a:t>
            </a:r>
          </a:p>
        </p:txBody>
      </p:sp>
      <p:sp>
        <p:nvSpPr>
          <p:cNvPr id="10" name="real-leg">
            <a:extLst xmlns:a="http://schemas.openxmlformats.org/drawingml/2006/main">
              <a:ext uri="{FF2B5EF4-FFF2-40B4-BE49-F238E27FC236}">
                <a16:creationId xmlns:a16="http://schemas.microsoft.com/office/drawing/2014/main" id="{BFF2ED0C-535B-4331-9010-7EDDB3462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2413000" cy="9525"/>
          </a:xfrm>
          <a:custGeom xmlns:a="http://schemas.openxmlformats.org/drawingml/2006/main">
            <a:pathLst>
              <a:path w="2413000" h="9525">
                <a:moveTo>
                  <a:pt x="0" y="0"/>
                </a:moveTo>
                <a:lnTo>
                  <a:pt x="241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F43"/>
            </a:solidFill>
          </a:ln>
        </p:spPr>
      </p:sp>
      <p:sp>
        <p:nvSpPr>
          <p:cNvPr id="11" name="reactive-leg">
            <a:extLst xmlns:a="http://schemas.openxmlformats.org/drawingml/2006/main">
              <a:ext uri="{FF2B5EF4-FFF2-40B4-BE49-F238E27FC236}">
                <a16:creationId xmlns:a16="http://schemas.microsoft.com/office/drawing/2014/main" id="{79EAF2F6-B6E7-44B9-8F47-8636D0BF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7625" y="1333500"/>
            <a:ext cx="9525" cy="1809750"/>
          </a:xfrm>
          <a:custGeom xmlns:a="http://schemas.openxmlformats.org/drawingml/2006/main">
            <a:pathLst>
              <a:path w="9525" h="1809750">
                <a:moveTo>
                  <a:pt x="0" y="18097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AD5018"/>
            </a:solidFill>
          </a:ln>
        </p:spPr>
      </p:sp>
      <p:sp>
        <p:nvSpPr>
          <p:cNvPr id="12" name="hypotenuse">
            <a:extLst xmlns:a="http://schemas.openxmlformats.org/drawingml/2006/main">
              <a:ext uri="{FF2B5EF4-FFF2-40B4-BE49-F238E27FC236}">
                <a16:creationId xmlns:a16="http://schemas.microsoft.com/office/drawing/2014/main" id="{7592BE24-9EA0-4A34-ADF8-33703CCD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333500"/>
            <a:ext cx="2413000" cy="1809750"/>
          </a:xfrm>
          <a:custGeom xmlns:a="http://schemas.openxmlformats.org/drawingml/2006/main">
            <a:pathLst>
              <a:path w="2413000" h="1809750">
                <a:moveTo>
                  <a:pt x="0" y="1809750"/>
                </a:moveTo>
                <a:lnTo>
                  <a:pt x="2413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64F91"/>
            </a:solidFill>
          </a:ln>
        </p:spPr>
      </p:sp>
      <p:sp>
        <p:nvSpPr>
          <p:cNvPr id="13" name="right-angle-h">
            <a:extLst xmlns:a="http://schemas.openxmlformats.org/drawingml/2006/main">
              <a:ext uri="{FF2B5EF4-FFF2-40B4-BE49-F238E27FC236}">
                <a16:creationId xmlns:a16="http://schemas.microsoft.com/office/drawing/2014/main" id="{75F4870C-601A-486C-B654-C05DB890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325" y="3028950"/>
            <a:ext cx="114300" cy="9525"/>
          </a:xfrm>
          <a:custGeom xmlns:a="http://schemas.openxmlformats.org/drawingml/2006/main">
            <a:pathLst>
              <a:path w="114300" h="9525">
                <a:moveTo>
                  <a:pt x="0" y="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4" name="right-angle-v">
            <a:extLst xmlns:a="http://schemas.openxmlformats.org/drawingml/2006/main">
              <a:ext uri="{FF2B5EF4-FFF2-40B4-BE49-F238E27FC236}">
                <a16:creationId xmlns:a16="http://schemas.microsoft.com/office/drawing/2014/main" id="{7D19C056-E60C-463E-B3B9-D583508F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3325" y="3028950"/>
            <a:ext cx="9525" cy="114300"/>
          </a:xfrm>
          <a:custGeom xmlns:a="http://schemas.openxmlformats.org/drawingml/2006/main">
            <a:pathLst>
              <a:path w="9525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394A1"/>
            </a:solidFill>
          </a:ln>
        </p:spPr>
      </p:sp>
      <p:sp>
        <p:nvSpPr>
          <p:cNvPr id="15" name="horizontal-label">
            <a:extLst xmlns:a="http://schemas.openxmlformats.org/drawingml/2006/main">
              <a:ext uri="{FF2B5EF4-FFF2-40B4-BE49-F238E27FC236}">
                <a16:creationId xmlns:a16="http://schemas.microsoft.com/office/drawing/2014/main" id="{0892521E-0CB3-4232-9348-C01C4DF7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19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40 Ω</a:t>
            </a:r>
          </a:p>
        </p:txBody>
      </p:sp>
      <p:sp>
        <p:nvSpPr>
          <p:cNvPr id="16" name="vertical-label">
            <a:extLst xmlns:a="http://schemas.openxmlformats.org/drawingml/2006/main">
              <a:ext uri="{FF2B5EF4-FFF2-40B4-BE49-F238E27FC236}">
                <a16:creationId xmlns:a16="http://schemas.microsoft.com/office/drawing/2014/main" id="{E1F73892-31DA-4879-BDE9-61A97A51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8125" y="214312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D5018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AD5018"/>
                </a:solidFill>
                <a:latin typeface="Calibri"/>
                <a:ea typeface="Calibri"/>
                <a:cs typeface="Calibri"/>
              </a:rPr>
              <a:t>XL ≈ 30 Ω</a:t>
            </a:r>
          </a:p>
        </p:txBody>
      </p:sp>
      <p:sp>
        <p:nvSpPr>
          <p:cNvPr id="17" name="diagonal-label">
            <a:extLst xmlns:a="http://schemas.openxmlformats.org/drawingml/2006/main">
              <a:ext uri="{FF2B5EF4-FFF2-40B4-BE49-F238E27FC236}">
                <a16:creationId xmlns:a16="http://schemas.microsoft.com/office/drawing/2014/main" id="{08E8B3AF-E588-44ED-AE71-D7D091401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476375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≈ 50 Ω</a:t>
            </a:r>
          </a:p>
        </p:txBody>
      </p:sp>
      <p:sp>
        <p:nvSpPr>
          <p:cNvPr id="18" name="body">
            <a:extLst xmlns:a="http://schemas.openxmlformats.org/drawingml/2006/main">
              <a:ext uri="{FF2B5EF4-FFF2-40B4-BE49-F238E27FC236}">
                <a16:creationId xmlns:a16="http://schemas.microsoft.com/office/drawing/2014/main" id="{2FA2BDC2-72A4-475F-BB63-637B36E68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40 Ω och XL ≈ 30 Ω är vinkelräta delar i impedansdiagrammet.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√(40² + 30²) = √2 500 = 50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Beloppen 40 och 30 ska inte adderas direkt. Diagonalen ger impedansens belopp.</a:t>
            </a:r>
          </a:p>
        </p:txBody>
      </p:sp>
      <p:sp>
        <p:nvSpPr>
          <p:cNvPr id="19" name="formula">
            <a:extLst xmlns:a="http://schemas.openxmlformats.org/drawingml/2006/main">
              <a:ext uri="{FF2B5EF4-FFF2-40B4-BE49-F238E27FC236}">
                <a16:creationId xmlns:a16="http://schemas.microsoft.com/office/drawing/2014/main" id="{F46A7BC4-0CEB-4172-915A-33C8CAE4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|Z| = √(R² + XL²)</a:t>
            </a:r>
          </a:p>
        </p:txBody>
      </p:sp>
      <p:sp>
        <p:nvSpPr>
          <p:cNvPr id="20" name="section">
            <a:extLst xmlns:a="http://schemas.openxmlformats.org/drawingml/2006/main">
              <a:ext uri="{FF2B5EF4-FFF2-40B4-BE49-F238E27FC236}">
                <a16:creationId xmlns:a16="http://schemas.microsoft.com/office/drawing/2014/main" id="{A09A0F41-1482-4148-9D82-F248EE9AB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21" name="page">
            <a:extLst xmlns:a="http://schemas.openxmlformats.org/drawingml/2006/main">
              <a:ext uri="{FF2B5EF4-FFF2-40B4-BE49-F238E27FC236}">
                <a16:creationId xmlns:a16="http://schemas.microsoft.com/office/drawing/2014/main" id="{BF5051F2-BA62-4E79-81BD-D5AFD3F92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d4294d12d44c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80D591B-5D3A-4214-96EB-17E949B1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Strömmen med spolen inkopplad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0bf8ced26b4125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3ADDB213-2E0B-454B-A217-1279A495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Källspänningen är fortfarande 12,00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U/|Z| ≈ 12/50 = 0,24 A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Med bara R var strömmen 0,30 A. Med R och L blir den mindre och släpar efter spänningen.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D7E8D13D-75EE-416B-A474-AB07C34C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U/|Z|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6EB64591-10FD-48F9-859E-DACDE524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F24D75B-6235-433C-93E7-01B2DC21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a54cd3dfa947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A745D26-02BE-40B9-92B8-A83439EC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genomräknat 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C2962E3-61CA-4ABF-ADD9-06A7262A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annan RL-krets har R = 12 Ω, XL = 16 Ω och U = 60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√(12² + 16²) = 20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= 60/20 = 3 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UR = IR = 36 V och UL = IXL = 48 V. Källan är √(36² + 48²) = 60 V.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F1EEAF30-96E0-4EB1-A35A-6689E8BF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C5711E2-BDED-4C84-AFB1-D6880BB3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078ca888674f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9AF0E0B-997B-4927-AECB-0DF79523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i den guidade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3849165-873D-40A5-9AB9-ED0CC03C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XL. Läs av och kontrollera enheten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R och XL för att beräkna |Z|.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strömmen och jämför med kretsen som bara innehåller 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varför strömmen ändras och vilken kurva som kommer först.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2C72AB-CC0D-49A3-830D-C88D45E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C25477F-255F-4BC7-B3DD-ED121F657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cbd7efedf46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9091DB0-3385-410F-855F-9A094B3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Fasvinkel med tecken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b55170578d493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2A1BA4B4-2988-45C4-9F2B-636E7971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arctan(X/R). Räknaren ska stå i DEG.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RL: X = +XL. Med R = 40 Ω och XL = 30 Ω blir φ ≈ +36,87°.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Positiv impedansvinkel innebär att källspänningen leder strömmen. Strömmen släpar.</a:t>
            </a:r>
          </a:p>
        </p:txBody>
      </p:sp>
      <p:sp>
        <p:nvSpPr>
          <p:cNvPr id="12" name="formula">
            <a:extLst xmlns:a="http://schemas.openxmlformats.org/drawingml/2006/main">
              <a:ext uri="{FF2B5EF4-FFF2-40B4-BE49-F238E27FC236}">
                <a16:creationId xmlns:a16="http://schemas.microsoft.com/office/drawing/2014/main" id="{A9EAB5D6-1C3C-438F-9E6D-DAAA4B95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 = arctan(X/R)</a:t>
            </a:r>
          </a:p>
        </p:txBody>
      </p:sp>
      <p:sp>
        <p:nvSpPr>
          <p:cNvPr id="13" name="section">
            <a:extLst xmlns:a="http://schemas.openxmlformats.org/drawingml/2006/main">
              <a:ext uri="{FF2B5EF4-FFF2-40B4-BE49-F238E27FC236}">
                <a16:creationId xmlns:a16="http://schemas.microsoft.com/office/drawing/2014/main" id="{AB0CFD59-2233-4CF1-9092-9B0CE8916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1913BDCE-C8A1-4E01-98A1-6C94DC72A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b9f6886a8445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2521703-A77C-49DA-B9AC-CE41A70E1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91BF31B-45F2-49F6-9EF5-10A99306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30 Ω, XL = 40 Ω och U = 100 V RMS.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|Z| och I. Ange om strömmen leder eller släpar.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30756698-D4DD-4191-BE47-3D34838EF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D1BC1236-8E3B-46F9-AE6D-1B33BF1E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9DD3F340-4DA8-4A3C-A729-2F92D598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9e4bc58aee4b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261B713-8EBF-45A4-9EB2-6B6D9AC1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kondensatorn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161203A-B825-471D-8D35-1F90875E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ideal kondensator lagrar energi i ett elektriskt fält. Strömmen leder dess spänning med 90°.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C = 100 µF = 0,000100 F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XC = 1/(2π · 50 · 0,000100) ≈ 31,83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När frekvensen fördubblas halveras XC.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F9E22A0-87FE-4554-8270-F3C1AF53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XC = 1/(2πfC)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409BC961-900A-4BFC-84E1-6CE50A69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EC185BE5-9A44-42DA-9BBB-34CC1981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15bffe94b7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306A975B-972E-4624-9C3D-18DD356B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RC-krets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41A8796-3046-4EF7-80FF-B1834986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 = 40 Ω och XC = 30 Ω. Nettoreaktansen är X = −30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|Z| = √(40² + (−30)²) = 50 Ω.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φ = arctan(−30/40) ≈ −36,87°. Strömmen leder källspänningen.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U = 100 V RMS blir I = 100/50 = 2,00 A.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D0D085C-80FD-491E-BA2C-D5765DB6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026C41C-591E-4C07-99BA-C06F41FEF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17872338040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9BCAC3E5-7724-42E1-A47E-98E6711F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RLC och komplex form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9E945C8-9B26-4687-B60D-E5592C4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serie: X = XL − XC. Därefter |Z| = √(R² + X²).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komplexa skrivformen är Z = R + jX. j markerar den vinkelräta reaktiva delen.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R = 30 Ω, XL = 50 Ω, XC = 10 Ω. X = 40 Ω och |Z| = 50 Ω.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9A1DA3CF-9702-4CDB-9562-C28AFA3E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615DF55-3697-4808-9A71-DCCE6D13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85db9e2ca47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F0910C0-032C-4A6F-918B-5C74CE0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resonansfrekvens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6CBC02F9-A3E7-436F-9BFF-85E659971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serieresonans är XL = XC. Nettoreaktansen blir noll och |Z| = 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 = 50 mH = 0,050 H. C = 150 µF = 0,000150 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√(LC) = √0,0000075 ≈ 0,0027386.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f₀ = 1/(2π · 0,0027386) ≈ 58,12 Hz.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F1E3314-2F40-4803-96F5-3FA6CF04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f₀ = 1/(2π√(LC))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1548CFB-D0FC-497D-A91C-3026DAF32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66C7D5C9-31AF-4040-8BBC-0F87B01E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3f4335a9f941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CB86500-76FA-4311-A4B1-DD50126B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före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4FD6E29-C8BD-40A1-AD27-241E663A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gå från mH till H och från XL till ström?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förklara varför R och XL ligger vinkelrätt?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Kan du visa att strömmen släpar i RL-kretsen?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Spara dina guidade mätningar och din förklaring.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324D4DC3-74B3-4722-9AD4-B6B0EEFBC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FCB6D2-3250-4B1E-B136-123FA45E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2026-09-25T19:30:56.8050000Z</dcterms:created>
  <dcterms:modified xsi:type="dcterms:W3CDTF">2026-09-25T19:30:56.8050000Z</dcterms:modified>
</coreProperties>
</file>