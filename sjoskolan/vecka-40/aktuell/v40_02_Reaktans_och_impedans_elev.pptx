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Med X</a:t>
            </a:r>
            <a:r>
              <a:rPr baseline="-25000"/>
              <a:t>L</a:t>
            </a:r>
            <a:r>
              <a:rPr/>
              <a:t> = 2π · 50 · 0,382 = 120,0 Ω blir I ≈ 1,769 A. Två decimaler är 1,77 A. Labbens krets räknas på samma sätt med andra värden.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90 + 120.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150 Ω. I ≈ 1,53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25 Ω och U = 100 V blir I = 4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Börja med en resistor och Ohms lag. Lägg sedan till en spole.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omvandla mH (millihenry) till H (henry, enheten för induktans), beräkna reaktans och därefter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labben är U = 12,00 V RMS och f = 50 Hz. Resistansen R och induktansen L räknas fram ur ditt namn.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90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och U = 230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