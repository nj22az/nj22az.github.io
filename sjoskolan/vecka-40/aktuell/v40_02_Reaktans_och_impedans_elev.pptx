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64a23e904804651" Type="http://schemas.openxmlformats.org/officeDocument/2006/relationships/extended-properties" Target="docProps/app.xml"/><Relationship Id="R7db4b5a92ecc4ece" Type="http://schemas.openxmlformats.org/officeDocument/2006/relationships/officeDocument" Target="ppt/presentation.xml"/><Relationship Id="Rcd996770a71c4f3f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18743ad5d481d"/>
  </p:sldMasterIdLst>
  <p:notesMasterIdLst>
    <p:notesMasterId xmlns:r="http://schemas.openxmlformats.org/officeDocument/2006/relationships" r:id="R392a3e9df3594968"/>
  </p:notesMasterIdLst>
  <p:sldIdLst>
    <p:sldId xmlns:r="http://schemas.openxmlformats.org/officeDocument/2006/relationships" id="256" r:id="Rabd0ccca3a894dde"/>
    <p:sldId xmlns:r="http://schemas.openxmlformats.org/officeDocument/2006/relationships" id="257" r:id="R9754625589cc4662"/>
    <p:sldId xmlns:r="http://schemas.openxmlformats.org/officeDocument/2006/relationships" id="258" r:id="Rb2c15be0a3ac422a"/>
    <p:sldId xmlns:r="http://schemas.openxmlformats.org/officeDocument/2006/relationships" id="259" r:id="R3d4da5c66e3d4ee9"/>
    <p:sldId xmlns:r="http://schemas.openxmlformats.org/officeDocument/2006/relationships" id="260" r:id="R0cf053cd21684bcf"/>
    <p:sldId xmlns:r="http://schemas.openxmlformats.org/officeDocument/2006/relationships" id="261" r:id="Re222a03666184089"/>
    <p:sldId xmlns:r="http://schemas.openxmlformats.org/officeDocument/2006/relationships" id="262" r:id="R5ec7eb76327844e8"/>
    <p:sldId xmlns:r="http://schemas.openxmlformats.org/officeDocument/2006/relationships" id="263" r:id="Rb21a034434ad46e0"/>
    <p:sldId xmlns:r="http://schemas.openxmlformats.org/officeDocument/2006/relationships" id="264" r:id="R060d93ff5f5142bd"/>
    <p:sldId xmlns:r="http://schemas.openxmlformats.org/officeDocument/2006/relationships" id="265" r:id="R0993178b8c854c8f"/>
    <p:sldId xmlns:r="http://schemas.openxmlformats.org/officeDocument/2006/relationships" id="266" r:id="R5c6ad57e50dc4145"/>
    <p:sldId xmlns:r="http://schemas.openxmlformats.org/officeDocument/2006/relationships" id="267" r:id="R68314872dbed4bd9"/>
    <p:sldId xmlns:r="http://schemas.openxmlformats.org/officeDocument/2006/relationships" id="268" r:id="R39232d4f950d4735"/>
    <p:sldId xmlns:r="http://schemas.openxmlformats.org/officeDocument/2006/relationships" id="269" r:id="R5758fc5fc34a4dc8"/>
    <p:sldId xmlns:r="http://schemas.openxmlformats.org/officeDocument/2006/relationships" id="270" r:id="Rab0e9c3414e14f17"/>
    <p:sldId xmlns:r="http://schemas.openxmlformats.org/officeDocument/2006/relationships" id="271" r:id="Re40e734791654bd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0d93ff5f5142bd" Type="http://schemas.openxmlformats.org/officeDocument/2006/relationships/slide" Target="slides/slide9.xml"/><Relationship Id="R0993178b8c854c8f" Type="http://schemas.openxmlformats.org/officeDocument/2006/relationships/slide" Target="slides/slide10.xml"/><Relationship Id="R0cf053cd21684bcf" Type="http://schemas.openxmlformats.org/officeDocument/2006/relationships/slide" Target="slides/slide5.xml"/><Relationship Id="R39232d4f950d4735" Type="http://schemas.openxmlformats.org/officeDocument/2006/relationships/slide" Target="slides/slide13.xml"/><Relationship Id="R392a3e9df3594968" Type="http://schemas.openxmlformats.org/officeDocument/2006/relationships/notesMaster" Target="notesMasters/notesMaster1.xml"/><Relationship Id="R3d4da5c66e3d4ee9" Type="http://schemas.openxmlformats.org/officeDocument/2006/relationships/slide" Target="slides/slide4.xml"/><Relationship Id="R5758fc5fc34a4dc8" Type="http://schemas.openxmlformats.org/officeDocument/2006/relationships/slide" Target="slides/slide14.xml"/><Relationship Id="R58ec8cb23e9a4594" Type="http://schemas.openxmlformats.org/officeDocument/2006/relationships/presProps" Target="presProps.xml"/><Relationship Id="R5c6ad57e50dc4145" Type="http://schemas.openxmlformats.org/officeDocument/2006/relationships/slide" Target="slides/slide11.xml"/><Relationship Id="R5ec7eb76327844e8" Type="http://schemas.openxmlformats.org/officeDocument/2006/relationships/slide" Target="slides/slide7.xml"/><Relationship Id="R68314872dbed4bd9" Type="http://schemas.openxmlformats.org/officeDocument/2006/relationships/slide" Target="slides/slide12.xml"/><Relationship Id="R9754625589cc4662" Type="http://schemas.openxmlformats.org/officeDocument/2006/relationships/slide" Target="slides/slide2.xml"/><Relationship Id="Rab0e9c3414e14f17" Type="http://schemas.openxmlformats.org/officeDocument/2006/relationships/slide" Target="slides/slide15.xml"/><Relationship Id="Rabd0ccca3a894dde" Type="http://schemas.openxmlformats.org/officeDocument/2006/relationships/slide" Target="slides/slide1.xml"/><Relationship Id="Rb1b3fa306a7a437c" Type="http://schemas.openxmlformats.org/officeDocument/2006/relationships/tableStyles" Target="tableStyles.xml"/><Relationship Id="Rb21a034434ad46e0" Type="http://schemas.openxmlformats.org/officeDocument/2006/relationships/slide" Target="slides/slide8.xml"/><Relationship Id="Rb2c15be0a3ac422a" Type="http://schemas.openxmlformats.org/officeDocument/2006/relationships/slide" Target="slides/slide3.xml"/><Relationship Id="Re222a03666184089" Type="http://schemas.openxmlformats.org/officeDocument/2006/relationships/slide" Target="slides/slide6.xml"/><Relationship Id="Re40e734791654bd9" Type="http://schemas.openxmlformats.org/officeDocument/2006/relationships/slide" Target="slides/slide16.xml"/><Relationship Id="Re6e18743ad5d481d" Type="http://schemas.openxmlformats.org/officeDocument/2006/relationships/slideMaster" Target="slideMasters/slideMaster1.xml"/><Relationship Id="Rf3f0bd393bd14f92" Type="http://schemas.openxmlformats.org/officeDocument/2006/relationships/viewProps" Target="viewProps.xml"/><Relationship Id="Rf4450c32979a422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0a230dbf093f4e2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727a436472c479a" Type="http://schemas.openxmlformats.org/officeDocument/2006/relationships/notesMaster" Target="../notesMasters/notesMaster1.xml"/><Relationship Id="Re0228cc5beb14a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d7520d477dd4698" Type="http://schemas.openxmlformats.org/officeDocument/2006/relationships/slide" Target="../slides/slide2.xml"/><Relationship Id="R902d411e9b7d453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953393c3ded4e48" Type="http://schemas.openxmlformats.org/officeDocument/2006/relationships/notesMaster" Target="../notesMasters/notesMaster1.xml"/><Relationship Id="Re1446d4d4626405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8855654932d43d8" Type="http://schemas.openxmlformats.org/officeDocument/2006/relationships/slide" Target="../slides/slide4.xml"/><Relationship Id="R566f7470802345f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d2e13bff0a9449b3" Type="http://schemas.openxmlformats.org/officeDocument/2006/relationships/notesMaster" Target="../notesMasters/notesMaster1.xml"/><Relationship Id="Rd6aef183ffe544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5229e4e02c84cb6" Type="http://schemas.openxmlformats.org/officeDocument/2006/relationships/notesMaster" Target="../notesMasters/notesMaster1.xml"/><Relationship Id="Rb825b3fbef3945f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acc74ebf16b4852" Type="http://schemas.openxmlformats.org/officeDocument/2006/relationships/slide" Target="../slides/slide7.xml"/><Relationship Id="R9e3a2149b11141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e788b8563543c7" Type="http://schemas.openxmlformats.org/officeDocument/2006/relationships/slide" Target="../slides/slide8.xml"/><Relationship Id="R566caaec908249e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fc938c8a4944ec5" Type="http://schemas.openxmlformats.org/officeDocument/2006/relationships/notesMaster" Target="../notesMasters/notesMaster1.xml"/><Relationship Id="R9908f88a737d47bc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e7bb6dfaf51430a" Type="http://schemas.openxmlformats.org/officeDocument/2006/relationships/notesMaster" Target="../notesMasters/notesMaster1.xml"/><Relationship Id="R71d05f50716f45f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c6a6ad28a48748fc" Type="http://schemas.openxmlformats.org/officeDocument/2006/relationships/slide" Target="../slides/slide11.xml"/><Relationship Id="Rce7d7581bd4944a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01ced7b1078498a" Type="http://schemas.openxmlformats.org/officeDocument/2006/relationships/slide" Target="../slides/slide12.xml"/><Relationship Id="Ree2c1f5d33bf48f4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b5bea690d164cd4" Type="http://schemas.openxmlformats.org/officeDocument/2006/relationships/slide" Target="../slides/slide13.xml"/><Relationship Id="Rf2a719c395a34d4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323f7475df564ba4" Type="http://schemas.openxmlformats.org/officeDocument/2006/relationships/slide" Target="../slides/slide14.xml"/><Relationship Id="R3e31a72c1a7f4a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ed2863cb10994835" Type="http://schemas.openxmlformats.org/officeDocument/2006/relationships/slide" Target="../slides/slide15.xml"/><Relationship Id="Rfc67ad25f7934f2f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c189e02780774e33" Type="http://schemas.openxmlformats.org/officeDocument/2006/relationships/notesMaster" Target="../notesMasters/notesMaster1.xml"/><Relationship Id="Rc295683e40f34068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gemensamt exempel, 30 min guidad labb, 15 min återkoppling. Fördjupning fördelas efter elevgruppens 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Kurvorna har egna amplitudskalor. Jämför tiden, inte höjden i volt och ampere.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https://nj22az.github.io/sjoskolan/vecka-40/aktuell/Genomgang.html?del=impedans&amp;avsnitt=resistor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ideal spole ensam har 90° fasförskjutning. En RL-krets har en vinkel mellan 0° och 90°.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https://nj22az.github.io/sjoskolan/vecka-40/aktuell/Genomgang.html?del=impedans&amp;avsnitt=spole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skriva enhetsomvandlingen som en egen rad. XL är reaktans, inte spoltrådens resistans.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Hur många henry är 100 mH?</a:t>
            </a:r>
          </a:p>
          <a:p xmlns:a="http://schemas.openxmlformats.org/drawingml/2006/main">
            <a:r>
              <a:t>Facit: 100 mH = 0,100 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Visa först de vinkelräta sidorna och sedan diagonalen. Komplexa tal behövs inte för denna beräkning.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https://nj22az.github.io/sjoskolan/vecka-40/aktuell/Genomgang.html?del=impedans&amp;avsnitt=z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Med X</a:t>
            </a:r>
            <a:r>
              <a:rPr baseline="-25000"/>
              <a:t>L</a:t>
            </a:r>
            <a:r>
              <a:rPr/>
              <a:t> = 2π · 50 · 0,382 = 120,0 Ω blir I ≈ 1,769 A. Två decimaler är 1,77 A. Labbens krets räknas på samma sätt med andra värden.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Varför räcker inte 12/40 när spolen är med?</a:t>
            </a:r>
          </a:p>
          <a:p xmlns:a="http://schemas.openxmlformats.org/drawingml/2006/main">
            <a:r>
              <a:t>Facit: Spolens reaktans ingår också i impedansen.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Spänningarnas belopp summeras inte direkt eftersom de är fasförskjutna.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Uppgifterna ställer in samma krets automatiskt. Eleven gör beräkningen före avläsningen.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vinkelns tecken från den vardagliga formuleringen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rita de vinkelräta delarna om svaret bygger på 90 + 120.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|Z| = 150 Ω. I ≈ 1,53 A.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XC anges här som ett positivt belopp. Den kapacitiva nettoreaktansen har negativt tecken.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Minus ingår i fasvinkeln. Kvadreringen gör impedansens belopp positivt.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Komplex form introduceras efter att eleven förstått den geometriska betydelsen.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https://nj22az.github.io/sjoskolan/vecka-40/aktuell/Genomgang.html?del=impedans&amp;avsnitt=rlc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Härledd ur 2πfL = 1/(2πfC). Vid R = 25 Ω och U = 100 V blir I = 4 A och φ = 0°. Verkliga komponenter har förluster och begränsningar.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https://nj22az.github.io/sjoskolan/vecka-40/aktuell/Genomgang.html?del=impedans&amp;avsnitt=resonans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Återgå till resistor- och spolkurvorna om ledande/släpande fortfarande är oklart.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8986482aa5431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5d8cb90355047b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2268b268c746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89ef253a8b29423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3ece26eb567423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be53ee3b552845b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fcca550caf6442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e0fd1e8195e46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2383debb7164ea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7ce3dcee636401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cdaf3fc63b8416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a4f571576a54464" Type="http://schemas.openxmlformats.org/officeDocument/2006/relationships/slideLayout" Target="../slideLayouts/slideLayout6.xml"/><Relationship Id="R4cc98794c51c439c" Type="http://schemas.openxmlformats.org/officeDocument/2006/relationships/slideLayout" Target="../slideLayouts/slideLayout10.xml"/><Relationship Id="R56c0fe41a8c54610" Type="http://schemas.openxmlformats.org/officeDocument/2006/relationships/slideLayout" Target="../slideLayouts/slideLayout2.xml"/><Relationship Id="R6b9f320c776e4d2d" Type="http://schemas.openxmlformats.org/officeDocument/2006/relationships/slideLayout" Target="../slideLayouts/slideLayout4.xml"/><Relationship Id="R719cf4159acb4d1e" Type="http://schemas.openxmlformats.org/officeDocument/2006/relationships/slideLayout" Target="../slideLayouts/slideLayout11.xml"/><Relationship Id="R737eba89494546d4" Type="http://schemas.openxmlformats.org/officeDocument/2006/relationships/slideLayout" Target="../slideLayouts/slideLayout3.xml"/><Relationship Id="R7838c8793ab946fd" Type="http://schemas.openxmlformats.org/officeDocument/2006/relationships/slideLayout" Target="../slideLayouts/slideLayout8.xml"/><Relationship Id="R9d22fdf87d1744e0" Type="http://schemas.openxmlformats.org/officeDocument/2006/relationships/slideLayout" Target="../slideLayouts/slideLayout9.xml"/><Relationship Id="Rc41a31e1226748df" Type="http://schemas.openxmlformats.org/officeDocument/2006/relationships/theme" Target="theme/theme2.xml"/><Relationship Id="Rcfda7d99de6f49c8" Type="http://schemas.openxmlformats.org/officeDocument/2006/relationships/slideLayout" Target="../slideLayouts/slideLayout1.xml"/><Relationship Id="Rf384e28226d54fbf" Type="http://schemas.openxmlformats.org/officeDocument/2006/relationships/slideLayout" Target="../slideLayouts/slideLayout5.xml"/><Relationship Id="Rfa8cb0fbc7b247ba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da7d99de6f49c8"/>
    <p:sldLayoutId xmlns:r="http://schemas.openxmlformats.org/officeDocument/2006/relationships" id="2147483650" r:id="R56c0fe41a8c54610"/>
    <p:sldLayoutId xmlns:r="http://schemas.openxmlformats.org/officeDocument/2006/relationships" id="2147483651" r:id="R737eba89494546d4"/>
    <p:sldLayoutId xmlns:r="http://schemas.openxmlformats.org/officeDocument/2006/relationships" id="2147483652" r:id="R6b9f320c776e4d2d"/>
    <p:sldLayoutId xmlns:r="http://schemas.openxmlformats.org/officeDocument/2006/relationships" id="2147483653" r:id="Rf384e28226d54fbf"/>
    <p:sldLayoutId xmlns:r="http://schemas.openxmlformats.org/officeDocument/2006/relationships" id="2147483654" r:id="R0a4f571576a54464"/>
    <p:sldLayoutId xmlns:r="http://schemas.openxmlformats.org/officeDocument/2006/relationships" id="2147483655" r:id="Rfa8cb0fbc7b247ba"/>
    <p:sldLayoutId xmlns:r="http://schemas.openxmlformats.org/officeDocument/2006/relationships" id="2147483656" r:id="R7838c8793ab946fd"/>
    <p:sldLayoutId xmlns:r="http://schemas.openxmlformats.org/officeDocument/2006/relationships" id="2147483657" r:id="R9d22fdf87d1744e0"/>
    <p:sldLayoutId xmlns:r="http://schemas.openxmlformats.org/officeDocument/2006/relationships" id="2147483658" r:id="R4cc98794c51c439c"/>
    <p:sldLayoutId xmlns:r="http://schemas.openxmlformats.org/officeDocument/2006/relationships" id="2147483659" r:id="R719cf4159acb4d1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b93e5771cf45d9" Type="http://schemas.openxmlformats.org/officeDocument/2006/relationships/image" Target="../media/image.jpeg"/><Relationship Id="R29763561e26b412e" Type="http://schemas.openxmlformats.org/officeDocument/2006/relationships/notesSlide" Target="../notesSlides/notesSlide1.xml"/><Relationship Id="R34aa1b482d354d15" Type="http://schemas.openxmlformats.org/officeDocument/2006/relationships/slideLayout" Target="../slideLayouts/slideLayout1.xml"/><Relationship Id="R7fa9c197fe4a4fce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9737a626202d4f7c" Type="http://schemas.openxmlformats.org/officeDocument/2006/relationships/notesSlide" Target="../notesSlides/notesSlide2.xml"/><Relationship Id="Ra41e863cb68940be" Type="http://schemas.openxmlformats.org/officeDocument/2006/relationships/image" Target="../media/image.jpeg"/><Relationship Id="Rb6c7f8478b074e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085421d5c7e4c37" Type="http://schemas.openxmlformats.org/officeDocument/2006/relationships/image" Target="../media/image.jpeg"/><Relationship Id="R99c0457a61ee42a9" Type="http://schemas.openxmlformats.org/officeDocument/2006/relationships/chart" Target="charts/chart1.xml"/><Relationship Id="Re47ab2ac32cf42e7" Type="http://schemas.openxmlformats.org/officeDocument/2006/relationships/notesSlide" Target="../notesSlides/notesSlide3.xml"/><Relationship Id="Rfc1eeedc744c4bc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b62465d3a894643" Type="http://schemas.openxmlformats.org/officeDocument/2006/relationships/notesSlide" Target="../notesSlides/notesSlide4.xml"/><Relationship Id="R3ca60137b4d8469c" Type="http://schemas.openxmlformats.org/officeDocument/2006/relationships/image" Target="../media/image.jpeg"/><Relationship Id="Rbf2da60c6ccf44f9" Type="http://schemas.openxmlformats.org/officeDocument/2006/relationships/slideLayout" Target="../slideLayouts/slideLayout1.xml"/><Relationship Id="Rd2faa393afd34366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6d9985676d3540c4" Type="http://schemas.openxmlformats.org/officeDocument/2006/relationships/image" Target="../media/image.jpeg"/><Relationship Id="R8498910e97fe4f09" Type="http://schemas.openxmlformats.org/officeDocument/2006/relationships/notesSlide" Target="../notesSlides/notesSlide5.xml"/><Relationship Id="Ra991003fdab54ac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3373ac5be874873" Type="http://schemas.openxmlformats.org/officeDocument/2006/relationships/slideLayout" Target="../slideLayouts/slideLayout1.xml"/><Relationship Id="R3f60138acd44402c" Type="http://schemas.openxmlformats.org/officeDocument/2006/relationships/image" Target="../media/image.jpeg"/><Relationship Id="Re50a95165b71485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2b8315ec28c4ee8" Type="http://schemas.openxmlformats.org/officeDocument/2006/relationships/slideLayout" Target="../slideLayouts/slideLayout1.xml"/><Relationship Id="R4dd4294d12d44c63" Type="http://schemas.openxmlformats.org/officeDocument/2006/relationships/image" Target="../media/image.jpeg"/><Relationship Id="R8b0bf8ced26b4125" Type="http://schemas.openxmlformats.org/officeDocument/2006/relationships/chart" Target="charts/chart3.xml"/><Relationship Id="R8f5e8efde3ca4e6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a849cb3378b4709" Type="http://schemas.openxmlformats.org/officeDocument/2006/relationships/slideLayout" Target="../slideLayouts/slideLayout1.xml"/><Relationship Id="R3dbe857f73f347c4" Type="http://schemas.openxmlformats.org/officeDocument/2006/relationships/notesSlide" Target="../notesSlides/notesSlide8.xml"/><Relationship Id="R7aa54cd3dfa94749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1071fbf07024dfc" Type="http://schemas.openxmlformats.org/officeDocument/2006/relationships/slideLayout" Target="../slideLayouts/slideLayout1.xml"/><Relationship Id="R1b078ca888674f4c" Type="http://schemas.openxmlformats.org/officeDocument/2006/relationships/image" Target="../media/image.jpeg"/><Relationship Id="R479a56e69134404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db55170578d4937" Type="http://schemas.openxmlformats.org/officeDocument/2006/relationships/chart" Target="charts/chart4.xml"/><Relationship Id="R797d66ec5afc4f5b" Type="http://schemas.openxmlformats.org/officeDocument/2006/relationships/notesSlide" Target="../notesSlides/notesSlide10.xml"/><Relationship Id="Rb2dcbd7efedf46c9" Type="http://schemas.openxmlformats.org/officeDocument/2006/relationships/image" Target="../media/image.jpeg"/><Relationship Id="Rd7bebb1fe92f415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32e0823740b14c8d" Type="http://schemas.openxmlformats.org/officeDocument/2006/relationships/notesSlide" Target="../notesSlides/notesSlide11.xml"/><Relationship Id="R6235b963bf4d4197" Type="http://schemas.openxmlformats.org/officeDocument/2006/relationships/slideLayout" Target="../slideLayouts/slideLayout1.xml"/><Relationship Id="Rc4b9f6886a844587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5f78793e6d5c425d" Type="http://schemas.openxmlformats.org/officeDocument/2006/relationships/notesSlide" Target="../notesSlides/notesSlide12.xml"/><Relationship Id="R7f802bca5cc7437d" Type="http://schemas.openxmlformats.org/officeDocument/2006/relationships/slideLayout" Target="../slideLayouts/slideLayout1.xml"/><Relationship Id="Rc49e4bc58aee4b37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2c8a9fcd47245b4" Type="http://schemas.openxmlformats.org/officeDocument/2006/relationships/slideLayout" Target="../slideLayouts/slideLayout1.xml"/><Relationship Id="Rb6afed401f2e4a7b" Type="http://schemas.openxmlformats.org/officeDocument/2006/relationships/notesSlide" Target="../notesSlides/notesSlide13.xml"/><Relationship Id="Rd315bffe94b74ce7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cd71787233804041" Type="http://schemas.openxmlformats.org/officeDocument/2006/relationships/image" Target="../media/image.jpeg"/><Relationship Id="Rd2389054fe664e67" Type="http://schemas.openxmlformats.org/officeDocument/2006/relationships/notesSlide" Target="../notesSlides/notesSlide14.xml"/><Relationship Id="Rf02e57bd51814327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acfe37dacd840b1" Type="http://schemas.openxmlformats.org/officeDocument/2006/relationships/slideLayout" Target="../slideLayouts/slideLayout1.xml"/><Relationship Id="R824b952a2c7c419f" Type="http://schemas.openxmlformats.org/officeDocument/2006/relationships/notesSlide" Target="../notesSlides/notesSlide15.xml"/><Relationship Id="Rdfe85db9e2ca47c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83f4335a9f941c4" Type="http://schemas.openxmlformats.org/officeDocument/2006/relationships/image" Target="../media/image.jpeg"/><Relationship Id="R5e58c07ed4a044f6" Type="http://schemas.openxmlformats.org/officeDocument/2006/relationships/slideLayout" Target="../slideLayouts/slideLayout1.xml"/><Relationship Id="Rfddfd3bd27064f2b" Type="http://schemas.openxmlformats.org/officeDocument/2006/relationships/notesSlide" Target="../notesSlides/notesSlide16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93e5771c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9c197fe4a4fc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863cb689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74D05B7-9BDE-4F15-8358-541E0BC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ECCE513-023C-456C-A28D-DF2841AF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strömmen genom en resistor med Ohms lag.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Omvandla mH (millihenry) till H (henry, enheten för induktans) och räkna spolens reaktans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impedansen |Z| och strömmen när en spole sitter i serie med en resistor.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5B73403-C5A6-4CFF-BAFF-279E003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C4A4692-2AAC-4FDF-938A-D8D940F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5421d5c7e4c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DE9D44-05D4-4396-BCA0-2CD0846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c0457a61ee42a9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26FBD96-8502-4B7C-AFFE-0481A8B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Ett värmeelement på 50 Ω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U/R = 230/50 = 4,6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har toppar och nollpassager samtidigt. De är i fas.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0F7BF1CF-43C1-4C9F-8620-D6EB05C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9283C6E-7D10-44C2-93AE-ACBB983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60137b4d8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AB73FA-3055-4956-BD95-C435FF0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i serie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aa393afd34366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6C735BB-0868-4E0D-8923-A59C023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spole lagrar energi i ett magnetfält och motverkar ändringar i strömmen.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(R) och spole (L) i serie kallas RL-krets. I RL-kretsen kommer strömmens topp efter källspänningens topp. Strömmen släpar.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 tillför reaktans, ett motstånd mot växelström som mäts i ohm. Den påverkar strömmen utöver resistorn.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213825-3E98-4DE8-A074-CF96529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D3D30A0-C201-4E17-B9C6-3035590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985676d3540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ECC5940-C2BC-4365-B015-B60BB341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Reaktans och enheter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1ED6892-1963-4476-A541-8608F018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(X för reaktans, L för spole). L är spolens induktans i henry. Exempel: en fläktmotors lindning har L = 382 mH = 0,382 H och f =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2π · 50 · 0,382 ≈ 120 Ω. Ombord, vid 60 Hz,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144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dubbla frekvensen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dubbelt så stor om L är oförändrad.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256E51E5-D358-4640-956B-57F4FD46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</a:t>
            </a:r>
          </a:p>
        </p:txBody>
      </p:sp>
      <p:sp>
        <p:nvSpPr>
          <p:cNvPr id="12" name="check">
            <a:extLst xmlns:a="http://schemas.openxmlformats.org/drawingml/2006/main">
              <a:ext uri="{FF2B5EF4-FFF2-40B4-BE49-F238E27FC236}">
                <a16:creationId xmlns:a16="http://schemas.microsoft.com/office/drawing/2014/main" id="{E09399BA-90B2-4739-81ED-2A1C2F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många henry är 100 mH?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348702FD-86B0-470C-9A76-0E0F00CA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35EB532D-7E25-48C4-AF53-297F77CB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138acd44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939F502-B963-4940-B6F3-B1A8471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Impedansen i RL-kretsen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BFF2ED0C-535B-4331-9010-7EDDB346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754062" cy="9525"/>
          </a:xfrm>
          <a:custGeom xmlns:a="http://schemas.openxmlformats.org/drawingml/2006/main">
            <a:pathLst>
              <a:path w="754062" h="9525">
                <a:moveTo>
                  <a:pt x="0" y="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79EAF2F6-B6E7-44B9-8F47-8636D0B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687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7592BE24-9EA0-4A34-ADF8-33703CCD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333500"/>
            <a:ext cx="754062" cy="1809750"/>
          </a:xfrm>
          <a:custGeom xmlns:a="http://schemas.openxmlformats.org/drawingml/2006/main">
            <a:pathLst>
              <a:path w="754062" h="1809750">
                <a:moveTo>
                  <a:pt x="0" y="180975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75F4870C-601A-486C-B654-C05DB890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7D19C056-E60C-463E-B3B9-D583508F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0892521E-0CB3-4232-9348-C01C4DF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8156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50 Ω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E1F73892-31DA-4879-BDE9-61A97A5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187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X</a:t>
            </a:r>
            <a:r>
              <a:rPr sz="1650" b="1" baseline="-25000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 ≈ 120 Ω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08E8B3AF-E588-44ED-AE71-D7D09140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625" y="2050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≈ 130 Ω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2FA2BDC2-72A4-475F-BB63-637B36E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Impedansen Z är kretsens totala motstånd mot växelström. Fläktmotorns lindning: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120 Ω är vinkelräta delar i impedansdiagrammet.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√(50² + 120²) = √16 900 = 130 Ω.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Beloppen 50 och 120 ska inte adderas direkt. Diagonalen ger impedansens belopp |Z|; strecken betyder belopp (storlek).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F46A7BC4-0CEB-4172-915A-33C8CAE4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A09A0F41-1482-4148-9D82-F248EE9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BF5051F2-BA62-4E79-81BD-D5AFD3F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4294d12d44c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80D591B-5D3A-4214-96EB-17E949B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med spolen inkopplad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0bf8ced26b4125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3ADDB213-2E0B-454B-A217-1279A49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Fläktmotorn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U/|Z| ≈ 230/130 ≈ 1,77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Med bara resistansen 50 Ω skulle strömmen vara 4,6 A. Med R och L blir den mindre och släpar efter spänningen.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D7E8D13D-75EE-416B-A474-AB07C34C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6EB64591-10FD-48F9-859E-DACDE524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F24D75B-6235-433C-93E7-01B2DC21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54cd3dfa947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745D26-02BE-40B9-92B8-A83439E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C2962E3-61CA-4ABF-ADD9-06A7262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annan RL-krets har R = 12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16 Ω och U = 60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√(12² + 16²) = 20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60/20 = 3 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Spänningen över resistorn: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R = 3 · 12 = 36 V. Spänningen över spolen: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16 = 48 V. De adderas vinkelrätt: √(36² + 48²) = 60 V, källans spänning.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F1EEAF30-96E0-4EB1-A35A-6689E8B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C5711E2-BDED-4C84-AFB1-D6880B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78ca88867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9AF0E0B-997B-4927-AECB-0DF79523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3849165-873D-40A5-9AB9-ED0CC03C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får egna värden på R och L ur ditt namn. Förutsäg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, läs av och kontrollera enheten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för att beräkna |Z|.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strömmen och jämför med kretsen som bara innehåller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varför strömmen ändras och vilken kurva som kommer först.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2C72AB-CC0D-49A3-830D-C88D45E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C25477F-255F-4BC7-B3DD-ED121F6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bd7efedf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9091DB0-3385-410F-855F-9A094B3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med tecken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b55170578d493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A1BA4B4-2988-45C4-9F2B-636E7971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Fasvinkeln φ (fi) mellan spänning och ström: φ = arctan(X/R). Räknaren ska stå i DEG (grader).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RL: X = +X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Fläktmotorn med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får φ ≈ +67,38°.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Positiv impedansvinkel innebär att källspänningen leder strömmen. Strömmen släpar.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A9EAB5D6-1C3C-438F-9E6D-DAAA4B9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AB0CFD59-2233-4CF1-9092-9B0CE891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1913BDCE-C8A1-4E01-98A1-6C94DC7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9f6886a8445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90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och U = 230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|Z| och I. Ange om strömmen leder eller släpar.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4bc58aee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261B713-8EBF-45A4-9EB2-6B6D9AC1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kondensatorn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161203A-B825-471D-8D35-1F90875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kondensator lagrar energi i ett elektriskt fält. Strömmen leder dess spänning med 90°.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C är kapacitansen i farad (F). C = 47 µF (mikrofarad) = 0,000047 F vid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50 · 0,000047) ≈ 67,7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frekvensen fördubblas halveras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F9E22A0-87FE-4554-8270-F3C1AF5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09BC961-900A-4BFC-84E1-6CE50A69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EC185BE5-9A44-42DA-9BBB-34CC1981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5bffe94b7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06A975B-972E-4624-9C3D-18DD356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RC-krets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41A8796-3046-4EF7-80FF-B183498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och kondensator i serie kallas RC-krets. R = 60 Ω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Ω. Nettoreaktansen är X = −80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√(60² + (−80)²) = 100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arctan(−80/60) ≈ −53,13°. Strömmen leder källspänningen.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U = 230 V RMS blir I = 230/100 = 2,30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D0D085C-80FD-491E-BA2C-D5765DB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026C41C-591E-4C07-99BA-C06F41FE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178723380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BCAC3E5-7724-42E1-A47E-98E6711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RLC och komplex form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9E945C8-9B26-4687-B60D-E5592C4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Resistor, spole och kondensator i serie kallas RLC-krets. I serie: X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Därefter |Z| = √(R² + X²).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komplexa skrivformen är Z = R + jX. Bokstaven j markerar att den reaktiva delen X ligger vinkelrätt mot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R = 45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20 Ω. X = 60 Ω och |Z| = 75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A1DA3CF-9702-4CDB-9562-C28AFA3E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615DF55-3697-4808-9A71-DCCE6D1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85db9e2ca47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F0910C0-032C-4A6F-918B-5C74CE0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resonansfrekvens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CBC02F9-A3E7-436F-9BFF-85E6599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serieresonans är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Nettoreaktansen blir noll och |Z| = R. Frekvensen där det händer kallas resonansfrekvens, 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 = 100 mH = 0,100 H. C = 47 µF = 0,000047 F.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√(L · C) = √0,0000047 ≈ 0,0021679.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0,0021679) ≈ 73,4 Hz.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F1E3314-2F40-4803-96F5-3FA6CF0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1/(2π√(L · C))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1548CFB-D0FC-497D-A91C-3026DAF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C7D5C9-31AF-4040-8BBC-0F87B01E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f4335a9f9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CB86500-76FA-4311-A4B1-DD50126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4FD6E29-C8BD-40A1-AD27-241E663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gå från mH till H och från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till ström?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varför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visa att strömmen släpar i RL-kretsen?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dina guidade mätningar och din förklaring.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324D4DC3-74B3-4722-9AD4-B6B0EEFB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FCB6D2-3250-4B1E-B136-123FA45E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2026-09-25T19:30:56.8050000Z</dcterms:created>
  <dcterms:modified xsi:type="dcterms:W3CDTF">2026-09-25T19:30:56.8050000Z</dcterms:modified>
</coreProperties>
</file>