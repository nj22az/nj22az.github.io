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Med X</a:t>
            </a:r>
            <a:r>
              <a:rPr baseline="-25000"/>
              <a:t>L</a:t>
            </a:r>
            <a:r>
              <a:rPr/>
              <a:t> = 2π · 50 · 0,382 = 120,0 Ω blir I ≈ 1,769 A. Två decimaler är 1,77 A. Labbens krets räknas på samma sätt med andra värden.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30 + 40.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50 Ω. I = 2,00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25 Ω och U = 100 V blir I = 4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Börja med en resistor och Ohms lag. Lägg sedan till en spole.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omvandla mH (millihenry) till H (henry, enheten för induktans), beräkna reaktans och därefter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Basexemplet använder U = 12,00 V RMS, f = 50 Hz och R = 40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30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100 µF (mikrofarad) = 0,000100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0,000100) ≈ 31,83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24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50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18 Ω. X = 32 Ω och |Z| = 40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