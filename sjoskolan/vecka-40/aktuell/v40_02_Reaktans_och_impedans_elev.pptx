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764a23e904804651" Type="http://schemas.openxmlformats.org/officeDocument/2006/relationships/extended-properties" Target="docProps/app.xml"/><Relationship Id="R7db4b5a92ecc4ece" Type="http://schemas.openxmlformats.org/officeDocument/2006/relationships/officeDocument" Target="ppt/presentation.xml"/><Relationship Id="Rcd996770a71c4f3f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e18743ad5d481d"/>
  </p:sldMasterIdLst>
  <p:notesMasterIdLst>
    <p:notesMasterId xmlns:r="http://schemas.openxmlformats.org/officeDocument/2006/relationships" r:id="R392a3e9df3594968"/>
  </p:notesMasterIdLst>
  <p:sldIdLst>
    <p:sldId xmlns:r="http://schemas.openxmlformats.org/officeDocument/2006/relationships" id="256" r:id="Rabd0ccca3a894dde"/>
    <p:sldId xmlns:r="http://schemas.openxmlformats.org/officeDocument/2006/relationships" id="257" r:id="R9754625589cc4662"/>
    <p:sldId xmlns:r="http://schemas.openxmlformats.org/officeDocument/2006/relationships" id="258" r:id="Rb2c15be0a3ac422a"/>
    <p:sldId xmlns:r="http://schemas.openxmlformats.org/officeDocument/2006/relationships" id="259" r:id="R3d4da5c66e3d4ee9"/>
    <p:sldId xmlns:r="http://schemas.openxmlformats.org/officeDocument/2006/relationships" id="260" r:id="R0cf053cd21684bcf"/>
    <p:sldId xmlns:r="http://schemas.openxmlformats.org/officeDocument/2006/relationships" id="261" r:id="Re222a03666184089"/>
    <p:sldId xmlns:r="http://schemas.openxmlformats.org/officeDocument/2006/relationships" id="262" r:id="R5ec7eb76327844e8"/>
    <p:sldId xmlns:r="http://schemas.openxmlformats.org/officeDocument/2006/relationships" id="263" r:id="Rb21a034434ad46e0"/>
    <p:sldId xmlns:r="http://schemas.openxmlformats.org/officeDocument/2006/relationships" id="264" r:id="R060d93ff5f5142bd"/>
    <p:sldId xmlns:r="http://schemas.openxmlformats.org/officeDocument/2006/relationships" id="265" r:id="R0993178b8c854c8f"/>
    <p:sldId xmlns:r="http://schemas.openxmlformats.org/officeDocument/2006/relationships" id="266" r:id="R5c6ad57e50dc4145"/>
    <p:sldId xmlns:r="http://schemas.openxmlformats.org/officeDocument/2006/relationships" id="267" r:id="R68314872dbed4bd9"/>
    <p:sldId xmlns:r="http://schemas.openxmlformats.org/officeDocument/2006/relationships" id="268" r:id="R39232d4f950d4735"/>
    <p:sldId xmlns:r="http://schemas.openxmlformats.org/officeDocument/2006/relationships" id="269" r:id="R5758fc5fc34a4dc8"/>
    <p:sldId xmlns:r="http://schemas.openxmlformats.org/officeDocument/2006/relationships" id="270" r:id="Rab0e9c3414e14f17"/>
    <p:sldId xmlns:r="http://schemas.openxmlformats.org/officeDocument/2006/relationships" id="271" r:id="Re40e734791654bd9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60d93ff5f5142bd" Type="http://schemas.openxmlformats.org/officeDocument/2006/relationships/slide" Target="slides/slide9.xml"/><Relationship Id="R0993178b8c854c8f" Type="http://schemas.openxmlformats.org/officeDocument/2006/relationships/slide" Target="slides/slide10.xml"/><Relationship Id="R0cf053cd21684bcf" Type="http://schemas.openxmlformats.org/officeDocument/2006/relationships/slide" Target="slides/slide5.xml"/><Relationship Id="R39232d4f950d4735" Type="http://schemas.openxmlformats.org/officeDocument/2006/relationships/slide" Target="slides/slide13.xml"/><Relationship Id="R392a3e9df3594968" Type="http://schemas.openxmlformats.org/officeDocument/2006/relationships/notesMaster" Target="notesMasters/notesMaster1.xml"/><Relationship Id="R3d4da5c66e3d4ee9" Type="http://schemas.openxmlformats.org/officeDocument/2006/relationships/slide" Target="slides/slide4.xml"/><Relationship Id="R5758fc5fc34a4dc8" Type="http://schemas.openxmlformats.org/officeDocument/2006/relationships/slide" Target="slides/slide14.xml"/><Relationship Id="R58ec8cb23e9a4594" Type="http://schemas.openxmlformats.org/officeDocument/2006/relationships/presProps" Target="presProps.xml"/><Relationship Id="R5c6ad57e50dc4145" Type="http://schemas.openxmlformats.org/officeDocument/2006/relationships/slide" Target="slides/slide11.xml"/><Relationship Id="R5ec7eb76327844e8" Type="http://schemas.openxmlformats.org/officeDocument/2006/relationships/slide" Target="slides/slide7.xml"/><Relationship Id="R68314872dbed4bd9" Type="http://schemas.openxmlformats.org/officeDocument/2006/relationships/slide" Target="slides/slide12.xml"/><Relationship Id="R9754625589cc4662" Type="http://schemas.openxmlformats.org/officeDocument/2006/relationships/slide" Target="slides/slide2.xml"/><Relationship Id="Rab0e9c3414e14f17" Type="http://schemas.openxmlformats.org/officeDocument/2006/relationships/slide" Target="slides/slide15.xml"/><Relationship Id="Rabd0ccca3a894dde" Type="http://schemas.openxmlformats.org/officeDocument/2006/relationships/slide" Target="slides/slide1.xml"/><Relationship Id="Rb1b3fa306a7a437c" Type="http://schemas.openxmlformats.org/officeDocument/2006/relationships/tableStyles" Target="tableStyles.xml"/><Relationship Id="Rb21a034434ad46e0" Type="http://schemas.openxmlformats.org/officeDocument/2006/relationships/slide" Target="slides/slide8.xml"/><Relationship Id="Rb2c15be0a3ac422a" Type="http://schemas.openxmlformats.org/officeDocument/2006/relationships/slide" Target="slides/slide3.xml"/><Relationship Id="Re222a03666184089" Type="http://schemas.openxmlformats.org/officeDocument/2006/relationships/slide" Target="slides/slide6.xml"/><Relationship Id="Re40e734791654bd9" Type="http://schemas.openxmlformats.org/officeDocument/2006/relationships/slide" Target="slides/slide16.xml"/><Relationship Id="Re6e18743ad5d481d" Type="http://schemas.openxmlformats.org/officeDocument/2006/relationships/slideMaster" Target="slideMasters/slideMaster1.xml"/><Relationship Id="Rf3f0bd393bd14f92" Type="http://schemas.openxmlformats.org/officeDocument/2006/relationships/viewProps" Target="viewProps.xml"/><Relationship Id="Rf4450c32979a422c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0a230dbf093f4e2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727a436472c479a" Type="http://schemas.openxmlformats.org/officeDocument/2006/relationships/notesMaster" Target="../notesMasters/notesMaster1.xml"/><Relationship Id="Re0228cc5beb14a4e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3d7520d477dd4698" Type="http://schemas.openxmlformats.org/officeDocument/2006/relationships/slide" Target="../slides/slide2.xml"/><Relationship Id="R902d411e9b7d453d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2953393c3ded4e48" Type="http://schemas.openxmlformats.org/officeDocument/2006/relationships/notesMaster" Target="../notesMasters/notesMaster1.xml"/><Relationship Id="Re1446d4d46264056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18855654932d43d8" Type="http://schemas.openxmlformats.org/officeDocument/2006/relationships/slide" Target="../slides/slide4.xml"/><Relationship Id="R566f7470802345f0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d2e13bff0a9449b3" Type="http://schemas.openxmlformats.org/officeDocument/2006/relationships/notesMaster" Target="../notesMasters/notesMaster1.xml"/><Relationship Id="Rd6aef183ffe5447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75229e4e02c84cb6" Type="http://schemas.openxmlformats.org/officeDocument/2006/relationships/notesMaster" Target="../notesMasters/notesMaster1.xml"/><Relationship Id="Rb825b3fbef3945f4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3acc74ebf16b4852" Type="http://schemas.openxmlformats.org/officeDocument/2006/relationships/slide" Target="../slides/slide7.xml"/><Relationship Id="R9e3a2149b11141d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38e788b8563543c7" Type="http://schemas.openxmlformats.org/officeDocument/2006/relationships/slide" Target="../slides/slide8.xml"/><Relationship Id="R566caaec908249e6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7fc938c8a4944ec5" Type="http://schemas.openxmlformats.org/officeDocument/2006/relationships/notesMaster" Target="../notesMasters/notesMaster1.xml"/><Relationship Id="R9908f88a737d47bc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4e7bb6dfaf51430a" Type="http://schemas.openxmlformats.org/officeDocument/2006/relationships/notesMaster" Target="../notesMasters/notesMaster1.xml"/><Relationship Id="R71d05f50716f45f0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c6a6ad28a48748fc" Type="http://schemas.openxmlformats.org/officeDocument/2006/relationships/slide" Target="../slides/slide11.xml"/><Relationship Id="Rce7d7581bd4944ab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801ced7b1078498a" Type="http://schemas.openxmlformats.org/officeDocument/2006/relationships/slide" Target="../slides/slide12.xml"/><Relationship Id="Ree2c1f5d33bf48f4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0b5bea690d164cd4" Type="http://schemas.openxmlformats.org/officeDocument/2006/relationships/slide" Target="../slides/slide13.xml"/><Relationship Id="Rf2a719c395a34d4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323f7475df564ba4" Type="http://schemas.openxmlformats.org/officeDocument/2006/relationships/slide" Target="../slides/slide14.xml"/><Relationship Id="R3e31a72c1a7f4a5e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ed2863cb10994835" Type="http://schemas.openxmlformats.org/officeDocument/2006/relationships/slide" Target="../slides/slide15.xml"/><Relationship Id="Rfc67ad25f7934f2f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c189e02780774e33" Type="http://schemas.openxmlformats.org/officeDocument/2006/relationships/notesMaster" Target="../notesMasters/notesMaster1.xml"/><Relationship Id="Rc295683e40f34068" Type="http://schemas.openxmlformats.org/officeDocument/2006/relationships/slide" Target="../slides/slide16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e8986482aa54314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05d8cb90355047b9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fd2268b268c746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89ef253a8b294238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f3ece26eb567423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be53ee3b552845b8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6fcca550caf64424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9e0fd1e8195e46c7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82383debb7164ea5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27ce3dcee636401c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3cdaf3fc63b8416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93F850-BADF-4028-8A7B-9FAC3576418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BD10043-0782-4078-B29D-A1B577AF6F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966142-1A4E-47EA-9C53-C6DFAE99DE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5E4442-88A9-410C-A50F-8B82FDB75F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310282D-D055-4B03-A6A5-C7578E0383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77B0F1-DDC2-4C49-AD64-5FB71F19B8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1ADA341-6D21-48C5-802A-273DB7BD53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41B6211-EED1-4F4A-9866-70D1EB9849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57A6F7-CC9F-4BFE-8388-1C39BFBBB6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4B0C51-5E6F-4936-AD6D-8B43E379F4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FC8C86-73D1-48E6-BA53-88BAF261BD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B89250-0F5F-47C7-B381-F7D69BA7DD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8247C2-1F6C-4139-BB5D-C222842A65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F264859-AD09-4D4E-9C45-7CD6A03A75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FCF4301-056A-49B1-B6F6-F508B057D2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7F2F84-3D78-4A9F-A9A4-778CD21E7A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8D946DC-C549-4273-9714-49898C3E8C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61199A3-738C-4991-B960-DE3DDE4AAFB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6D5E210-19E5-4E45-81C5-D1F03683B7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30B3945-0E38-45EA-BA03-6FBEC17341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EDF5627-4304-47E6-A620-E4CC8FB05D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16787F-7503-4879-91EB-7EDBE36925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9D2FF0-5209-4E9C-AA5D-04A1C393AC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8AF27D5-36A0-4416-9878-6F6CDA1B549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40A26D6-A6B0-4562-B1E7-DADE23075D5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0EA509E-A6B7-42FB-838B-B58F23CD011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41F8EC0-9360-4693-8718-CC68627E8F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DBF4EDB-93AE-4134-B324-1AF06F94A7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92F2136-325A-4796-AF9A-30E1518626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C8F279-D953-4A88-B0AA-8275831710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B29D832-C67E-4F31-AA49-81DFBA0C3C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9C1AE48-3954-454B-8E4B-8E29B6A884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9D71206-36E3-402A-9DEF-57683106B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A61FBC8-40AA-4AD6-99BE-399CAF7A6D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697C2D2-F997-4412-854C-DDAC613225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D2091D5-4E8A-4290-A2FF-5341203CCC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FC8198-FA01-421A-AA38-E005833890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349C0D-0586-4FD7-A3C4-10FAB40E7A5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9B1D969-5C79-4939-92E8-4A161CDFEB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2D4106B-C697-4B18-ACD1-3C5226DE2A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019A027-5B87-46D8-8129-B0DF56A3CB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68AD9CB-8DF5-4B4D-BD08-7D20CA74E6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DB2142D-6C3D-4260-A2BC-FC2504AE3A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C49503C-40C9-42BF-B6E1-D4564B09AAD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70C6AE3-B7CA-49B3-BD88-CE26F92462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3C4F47-D150-4A5C-82FB-7CA510EA6E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1B64378-8C1F-4DE1-8EAE-6E3F2E8418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DBB6346-49FD-42F2-8813-037DD1AD40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F6C80A8-4DE5-462F-BA3F-0979BDB0BF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60BBB02-ED47-4C45-8F44-350F264911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519A4A1-F8E7-4777-BD5F-0FFEC657E1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F2940E1-9F69-4241-9418-8C87B38A87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08D094F-04A0-4B3A-A427-7B2D364E3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23FAA24-CD9D-42D0-A2D5-EE57EECED0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98FADBE-F6BB-42A4-9E48-CBE6F89B45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ADA9CB-CC38-4D9D-AD5E-83C6EB8A05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88F01B5-198F-4D24-8C7C-47B2EFB62B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B5661D-8A50-408A-AB36-8531B450EE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a4f571576a54464" Type="http://schemas.openxmlformats.org/officeDocument/2006/relationships/slideLayout" Target="../slideLayouts/slideLayout6.xml"/><Relationship Id="R4cc98794c51c439c" Type="http://schemas.openxmlformats.org/officeDocument/2006/relationships/slideLayout" Target="../slideLayouts/slideLayout10.xml"/><Relationship Id="R56c0fe41a8c54610" Type="http://schemas.openxmlformats.org/officeDocument/2006/relationships/slideLayout" Target="../slideLayouts/slideLayout2.xml"/><Relationship Id="R6b9f320c776e4d2d" Type="http://schemas.openxmlformats.org/officeDocument/2006/relationships/slideLayout" Target="../slideLayouts/slideLayout4.xml"/><Relationship Id="R719cf4159acb4d1e" Type="http://schemas.openxmlformats.org/officeDocument/2006/relationships/slideLayout" Target="../slideLayouts/slideLayout11.xml"/><Relationship Id="R737eba89494546d4" Type="http://schemas.openxmlformats.org/officeDocument/2006/relationships/slideLayout" Target="../slideLayouts/slideLayout3.xml"/><Relationship Id="R7838c8793ab946fd" Type="http://schemas.openxmlformats.org/officeDocument/2006/relationships/slideLayout" Target="../slideLayouts/slideLayout8.xml"/><Relationship Id="R9d22fdf87d1744e0" Type="http://schemas.openxmlformats.org/officeDocument/2006/relationships/slideLayout" Target="../slideLayouts/slideLayout9.xml"/><Relationship Id="Rc41a31e1226748df" Type="http://schemas.openxmlformats.org/officeDocument/2006/relationships/theme" Target="theme/theme2.xml"/><Relationship Id="Rcfda7d99de6f49c8" Type="http://schemas.openxmlformats.org/officeDocument/2006/relationships/slideLayout" Target="../slideLayouts/slideLayout1.xml"/><Relationship Id="Rf384e28226d54fbf" Type="http://schemas.openxmlformats.org/officeDocument/2006/relationships/slideLayout" Target="../slideLayouts/slideLayout5.xml"/><Relationship Id="Rfa8cb0fbc7b247ba" Type="http://schemas.openxmlformats.org/officeDocument/2006/relationships/slideLayout" Target="../slideLayouts/slideLayout7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069C65-472B-4F29-832D-B99E9529D1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4903ABC-8E8E-4AB5-8D2D-D4915F21E6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FEDB457-13CD-40D8-9240-86813CD727E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C2263E8-F73A-4E9D-A815-356AD9B3EC6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8CA7E2-7ACF-4E0C-9B8B-CEC1F013EF9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da7d99de6f49c8"/>
    <p:sldLayoutId xmlns:r="http://schemas.openxmlformats.org/officeDocument/2006/relationships" id="2147483650" r:id="R56c0fe41a8c54610"/>
    <p:sldLayoutId xmlns:r="http://schemas.openxmlformats.org/officeDocument/2006/relationships" id="2147483651" r:id="R737eba89494546d4"/>
    <p:sldLayoutId xmlns:r="http://schemas.openxmlformats.org/officeDocument/2006/relationships" id="2147483652" r:id="R6b9f320c776e4d2d"/>
    <p:sldLayoutId xmlns:r="http://schemas.openxmlformats.org/officeDocument/2006/relationships" id="2147483653" r:id="Rf384e28226d54fbf"/>
    <p:sldLayoutId xmlns:r="http://schemas.openxmlformats.org/officeDocument/2006/relationships" id="2147483654" r:id="R0a4f571576a54464"/>
    <p:sldLayoutId xmlns:r="http://schemas.openxmlformats.org/officeDocument/2006/relationships" id="2147483655" r:id="Rfa8cb0fbc7b247ba"/>
    <p:sldLayoutId xmlns:r="http://schemas.openxmlformats.org/officeDocument/2006/relationships" id="2147483656" r:id="R7838c8793ab946fd"/>
    <p:sldLayoutId xmlns:r="http://schemas.openxmlformats.org/officeDocument/2006/relationships" id="2147483657" r:id="R9d22fdf87d1744e0"/>
    <p:sldLayoutId xmlns:r="http://schemas.openxmlformats.org/officeDocument/2006/relationships" id="2147483658" r:id="R4cc98794c51c439c"/>
    <p:sldLayoutId xmlns:r="http://schemas.openxmlformats.org/officeDocument/2006/relationships" id="2147483659" r:id="R719cf4159acb4d1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7b93e5771cf45d9" Type="http://schemas.openxmlformats.org/officeDocument/2006/relationships/image" Target="../media/image.jpeg"/><Relationship Id="R29763561e26b412e" Type="http://schemas.openxmlformats.org/officeDocument/2006/relationships/notesSlide" Target="../notesSlides/notesSlide1.xml"/><Relationship Id="R34aa1b482d354d15" Type="http://schemas.openxmlformats.org/officeDocument/2006/relationships/slideLayout" Target="../slideLayouts/slideLayout1.xml"/><Relationship Id="R7fa9c197fe4a4fce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9737a626202d4f7c" Type="http://schemas.openxmlformats.org/officeDocument/2006/relationships/notesSlide" Target="../notesSlides/notesSlide2.xml"/><Relationship Id="Ra41e863cb68940be" Type="http://schemas.openxmlformats.org/officeDocument/2006/relationships/image" Target="../media/image.jpeg"/><Relationship Id="Rb6c7f8478b074e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0085421d5c7e4c37" Type="http://schemas.openxmlformats.org/officeDocument/2006/relationships/image" Target="../media/image.jpeg"/><Relationship Id="R99c0457a61ee42a9" Type="http://schemas.openxmlformats.org/officeDocument/2006/relationships/chart" Target="charts/chart1.xml"/><Relationship Id="Re47ab2ac32cf42e7" Type="http://schemas.openxmlformats.org/officeDocument/2006/relationships/notesSlide" Target="../notesSlides/notesSlide3.xml"/><Relationship Id="Rfc1eeedc744c4bc3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3b62465d3a894643" Type="http://schemas.openxmlformats.org/officeDocument/2006/relationships/notesSlide" Target="../notesSlides/notesSlide4.xml"/><Relationship Id="R3ca60137b4d8469c" Type="http://schemas.openxmlformats.org/officeDocument/2006/relationships/image" Target="../media/image.jpeg"/><Relationship Id="Rbf2da60c6ccf44f9" Type="http://schemas.openxmlformats.org/officeDocument/2006/relationships/slideLayout" Target="../slideLayouts/slideLayout1.xml"/><Relationship Id="Rd2faa393afd34366" Type="http://schemas.openxmlformats.org/officeDocument/2006/relationships/chart" Target="charts/chart2.xml"/></Relationships>
</file>

<file path=ppt/slides/_rels/slide5.xml.rels><?xml version='1.0' encoding='UTF-8' standalone='yes'?>
<Relationships xmlns="http://schemas.openxmlformats.org/package/2006/relationships"><Relationship Id="R6d9985676d3540c4" Type="http://schemas.openxmlformats.org/officeDocument/2006/relationships/image" Target="../media/image.jpeg"/><Relationship Id="R8498910e97fe4f09" Type="http://schemas.openxmlformats.org/officeDocument/2006/relationships/notesSlide" Target="../notesSlides/notesSlide5.xml"/><Relationship Id="Ra991003fdab54ac5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03373ac5be874873" Type="http://schemas.openxmlformats.org/officeDocument/2006/relationships/slideLayout" Target="../slideLayouts/slideLayout1.xml"/><Relationship Id="R3f60138acd44402c" Type="http://schemas.openxmlformats.org/officeDocument/2006/relationships/image" Target="../media/image.jpeg"/><Relationship Id="Re50a95165b71485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22b8315ec28c4ee8" Type="http://schemas.openxmlformats.org/officeDocument/2006/relationships/slideLayout" Target="../slideLayouts/slideLayout1.xml"/><Relationship Id="R4dd4294d12d44c63" Type="http://schemas.openxmlformats.org/officeDocument/2006/relationships/image" Target="../media/image.jpeg"/><Relationship Id="R8b0bf8ced26b4125" Type="http://schemas.openxmlformats.org/officeDocument/2006/relationships/chart" Target="charts/chart3.xml"/><Relationship Id="R8f5e8efde3ca4e6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2a849cb3378b4709" Type="http://schemas.openxmlformats.org/officeDocument/2006/relationships/slideLayout" Target="../slideLayouts/slideLayout1.xml"/><Relationship Id="R3dbe857f73f347c4" Type="http://schemas.openxmlformats.org/officeDocument/2006/relationships/notesSlide" Target="../notesSlides/notesSlide8.xml"/><Relationship Id="R7aa54cd3dfa94749" Type="http://schemas.openxmlformats.org/officeDocument/2006/relationships/image" Target="../media/image.jpeg"/></Relationships>
</file>

<file path=ppt/slides/_rels/slide9.xml.rels><?xml version='1.0' encoding='UTF-8' standalone='yes'?>
<Relationships xmlns="http://schemas.openxmlformats.org/package/2006/relationships"><Relationship Id="R11071fbf07024dfc" Type="http://schemas.openxmlformats.org/officeDocument/2006/relationships/slideLayout" Target="../slideLayouts/slideLayout1.xml"/><Relationship Id="R1b078ca888674f4c" Type="http://schemas.openxmlformats.org/officeDocument/2006/relationships/image" Target="../media/image.jpeg"/><Relationship Id="R479a56e69134404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0db55170578d4937" Type="http://schemas.openxmlformats.org/officeDocument/2006/relationships/chart" Target="charts/chart4.xml"/><Relationship Id="R797d66ec5afc4f5b" Type="http://schemas.openxmlformats.org/officeDocument/2006/relationships/notesSlide" Target="../notesSlides/notesSlide10.xml"/><Relationship Id="Rb2dcbd7efedf46c9" Type="http://schemas.openxmlformats.org/officeDocument/2006/relationships/image" Target="../media/image.jpeg"/><Relationship Id="Rd7bebb1fe92f415e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32e0823740b14c8d" Type="http://schemas.openxmlformats.org/officeDocument/2006/relationships/notesSlide" Target="../notesSlides/notesSlide11.xml"/><Relationship Id="R6235b963bf4d4197" Type="http://schemas.openxmlformats.org/officeDocument/2006/relationships/slideLayout" Target="../slideLayouts/slideLayout1.xml"/><Relationship Id="Rc4b9f6886a844587" Type="http://schemas.openxmlformats.org/officeDocument/2006/relationships/image" Target="../media/image.jpeg"/></Relationships>
</file>

<file path=ppt/slides/_rels/slide12.xml.rels><?xml version='1.0' encoding='UTF-8' standalone='yes'?>
<Relationships xmlns="http://schemas.openxmlformats.org/package/2006/relationships"><Relationship Id="R5f78793e6d5c425d" Type="http://schemas.openxmlformats.org/officeDocument/2006/relationships/notesSlide" Target="../notesSlides/notesSlide12.xml"/><Relationship Id="R7f802bca5cc7437d" Type="http://schemas.openxmlformats.org/officeDocument/2006/relationships/slideLayout" Target="../slideLayouts/slideLayout1.xml"/><Relationship Id="Rc49e4bc58aee4b37" Type="http://schemas.openxmlformats.org/officeDocument/2006/relationships/image" Target="../media/image.jpeg"/></Relationships>
</file>

<file path=ppt/slides/_rels/slide13.xml.rels><?xml version='1.0' encoding='UTF-8' standalone='yes'?>
<Relationships xmlns="http://schemas.openxmlformats.org/package/2006/relationships"><Relationship Id="R12c8a9fcd47245b4" Type="http://schemas.openxmlformats.org/officeDocument/2006/relationships/slideLayout" Target="../slideLayouts/slideLayout1.xml"/><Relationship Id="Rb6afed401f2e4a7b" Type="http://schemas.openxmlformats.org/officeDocument/2006/relationships/notesSlide" Target="../notesSlides/notesSlide13.xml"/><Relationship Id="Rd315bffe94b74ce7" Type="http://schemas.openxmlformats.org/officeDocument/2006/relationships/image" Target="../media/image.jpeg"/></Relationships>
</file>

<file path=ppt/slides/_rels/slide14.xml.rels><?xml version='1.0' encoding='UTF-8' standalone='yes'?>
<Relationships xmlns="http://schemas.openxmlformats.org/package/2006/relationships"><Relationship Id="Rcd71787233804041" Type="http://schemas.openxmlformats.org/officeDocument/2006/relationships/image" Target="../media/image.jpeg"/><Relationship Id="Rd2389054fe664e67" Type="http://schemas.openxmlformats.org/officeDocument/2006/relationships/notesSlide" Target="../notesSlides/notesSlide14.xml"/><Relationship Id="Rf02e57bd51814327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5acfe37dacd840b1" Type="http://schemas.openxmlformats.org/officeDocument/2006/relationships/slideLayout" Target="../slideLayouts/slideLayout1.xml"/><Relationship Id="R824b952a2c7c419f" Type="http://schemas.openxmlformats.org/officeDocument/2006/relationships/notesSlide" Target="../notesSlides/notesSlide15.xml"/><Relationship Id="Rdfe85db9e2ca47cd" Type="http://schemas.openxmlformats.org/officeDocument/2006/relationships/image" Target="../media/image.jpeg"/></Relationships>
</file>

<file path=ppt/slides/_rels/slide16.xml.rels><?xml version='1.0' encoding='UTF-8' standalone='yes'?>
<Relationships xmlns="http://schemas.openxmlformats.org/package/2006/relationships"><Relationship Id="R283f4335a9f941c4" Type="http://schemas.openxmlformats.org/officeDocument/2006/relationships/image" Target="../media/image.jpeg"/><Relationship Id="R5e58c07ed4a044f6" Type="http://schemas.openxmlformats.org/officeDocument/2006/relationships/slideLayout" Target="../slideLayouts/slideLayout1.xml"/><Relationship Id="Rfddfd3bd27064f2b" Type="http://schemas.openxmlformats.org/officeDocument/2006/relationships/notesSlide" Target="../notesSlides/notesSlide16.xml"/></Relationships>
</file>

<file path=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Spänning u (normaliserad)</c:v>
          </c:tx>
          <c:spPr>
            <a:ln xmlns:a="http://schemas.openxmlformats.org/drawingml/2006/main" w="23813">
              <a:solidFill>
                <a:srgbClr val="064F91"/>
              </a:solidFill>
            </a:ln>
          </c:spPr>
          <c:marker>
            <c:symbol val="none"/>
          </c:marker>
          <c:xVal>
            <c:numRef>
              <c:f>'Chart Data'!$A$2:$A$162</c:f>
              <c:numCache>
                <c:formatCode>General</c:formatCode>
                <c:ptCount val="16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</c:numCache>
            </c:numRef>
          </c:xVal>
          <c:yVal>
            <c:numRef>
              <c:f>'Chart Data'!$B$2:$B$162</c:f>
              <c:numCache>
                <c:formatCode>General</c:formatCode>
                <c:ptCount val="161"/>
                <c:pt idx="0">
                  <c:v>0</c:v>
                </c:pt>
                <c:pt idx="1">
                  <c:v>0.0784591</c:v>
                </c:pt>
                <c:pt idx="2">
                  <c:v>0.15643447</c:v>
                </c:pt>
                <c:pt idx="3">
                  <c:v>0.23344536</c:v>
                </c:pt>
                <c:pt idx="4">
                  <c:v>0.30901699</c:v>
                </c:pt>
                <c:pt idx="5">
                  <c:v>0.38268343</c:v>
                </c:pt>
                <c:pt idx="6">
                  <c:v>0.4539905</c:v>
                </c:pt>
                <c:pt idx="7">
                  <c:v>0.52249856</c:v>
                </c:pt>
                <c:pt idx="8">
                  <c:v>0.58778525</c:v>
                </c:pt>
                <c:pt idx="9">
                  <c:v>0.64944805</c:v>
                </c:pt>
                <c:pt idx="10">
                  <c:v>0.70710678</c:v>
                </c:pt>
                <c:pt idx="11">
                  <c:v>0.76040597</c:v>
                </c:pt>
                <c:pt idx="12">
                  <c:v>0.80901699</c:v>
                </c:pt>
                <c:pt idx="13">
                  <c:v>0.85264016</c:v>
                </c:pt>
                <c:pt idx="14">
                  <c:v>0.89100652</c:v>
                </c:pt>
                <c:pt idx="15">
                  <c:v>0.92387953</c:v>
                </c:pt>
                <c:pt idx="16">
                  <c:v>0.95105652</c:v>
                </c:pt>
                <c:pt idx="17">
                  <c:v>0.97236992</c:v>
                </c:pt>
                <c:pt idx="18">
                  <c:v>0.98768834</c:v>
                </c:pt>
                <c:pt idx="19">
                  <c:v>0.99691733</c:v>
                </c:pt>
                <c:pt idx="20">
                  <c:v>1</c:v>
                </c:pt>
                <c:pt idx="21">
                  <c:v>0.99691733</c:v>
                </c:pt>
                <c:pt idx="22">
                  <c:v>0.98768834</c:v>
                </c:pt>
                <c:pt idx="23">
                  <c:v>0.97236992</c:v>
                </c:pt>
                <c:pt idx="24">
                  <c:v>0.95105652</c:v>
                </c:pt>
                <c:pt idx="25">
                  <c:v>0.92387953</c:v>
                </c:pt>
                <c:pt idx="26">
                  <c:v>0.89100652</c:v>
                </c:pt>
                <c:pt idx="27">
                  <c:v>0.85264016</c:v>
                </c:pt>
                <c:pt idx="28">
                  <c:v>0.80901699</c:v>
                </c:pt>
                <c:pt idx="29">
                  <c:v>0.76040597</c:v>
                </c:pt>
                <c:pt idx="30">
                  <c:v>0.70710678</c:v>
                </c:pt>
                <c:pt idx="31">
                  <c:v>0.64944805</c:v>
                </c:pt>
                <c:pt idx="32">
                  <c:v>0.58778525</c:v>
                </c:pt>
                <c:pt idx="33">
                  <c:v>0.52249856</c:v>
                </c:pt>
                <c:pt idx="34">
                  <c:v>0.4539905</c:v>
                </c:pt>
                <c:pt idx="35">
                  <c:v>0.38268343</c:v>
                </c:pt>
                <c:pt idx="36">
                  <c:v>0.30901699</c:v>
                </c:pt>
                <c:pt idx="37">
                  <c:v>0.23344536</c:v>
                </c:pt>
                <c:pt idx="38">
                  <c:v>0.15643447</c:v>
                </c:pt>
                <c:pt idx="39">
                  <c:v>0.0784591</c:v>
                </c:pt>
                <c:pt idx="40">
                  <c:v>0</c:v>
                </c:pt>
                <c:pt idx="41">
                  <c:v>-0.0784591</c:v>
                </c:pt>
                <c:pt idx="42">
                  <c:v>-0.15643447</c:v>
                </c:pt>
                <c:pt idx="43">
                  <c:v>-0.23344536</c:v>
                </c:pt>
                <c:pt idx="44">
                  <c:v>-0.30901699</c:v>
                </c:pt>
                <c:pt idx="45">
                  <c:v>-0.38268343</c:v>
                </c:pt>
                <c:pt idx="46">
                  <c:v>-0.4539905</c:v>
                </c:pt>
                <c:pt idx="47">
                  <c:v>-0.52249856</c:v>
                </c:pt>
                <c:pt idx="48">
                  <c:v>-0.58778525</c:v>
                </c:pt>
                <c:pt idx="49">
                  <c:v>-0.64944805</c:v>
                </c:pt>
                <c:pt idx="50">
                  <c:v>-0.70710678</c:v>
                </c:pt>
                <c:pt idx="51">
                  <c:v>-0.76040597</c:v>
                </c:pt>
                <c:pt idx="52">
                  <c:v>-0.80901699</c:v>
                </c:pt>
                <c:pt idx="53">
                  <c:v>-0.85264016</c:v>
                </c:pt>
                <c:pt idx="54">
                  <c:v>-0.89100652</c:v>
                </c:pt>
                <c:pt idx="55">
                  <c:v>-0.92387953</c:v>
                </c:pt>
                <c:pt idx="56">
                  <c:v>-0.95105652</c:v>
                </c:pt>
                <c:pt idx="57">
                  <c:v>-0.97236992</c:v>
                </c:pt>
                <c:pt idx="58">
                  <c:v>-0.98768834</c:v>
                </c:pt>
                <c:pt idx="59">
                  <c:v>-0.99691733</c:v>
                </c:pt>
                <c:pt idx="60">
                  <c:v>-1</c:v>
                </c:pt>
                <c:pt idx="61">
                  <c:v>-0.99691733</c:v>
                </c:pt>
                <c:pt idx="62">
                  <c:v>-0.98768834</c:v>
                </c:pt>
                <c:pt idx="63">
                  <c:v>-0.97236992</c:v>
                </c:pt>
                <c:pt idx="64">
                  <c:v>-0.95105652</c:v>
                </c:pt>
                <c:pt idx="65">
                  <c:v>-0.92387953</c:v>
                </c:pt>
                <c:pt idx="66">
                  <c:v>-0.89100652</c:v>
                </c:pt>
                <c:pt idx="67">
                  <c:v>-0.85264016</c:v>
                </c:pt>
                <c:pt idx="68">
                  <c:v>-0.80901699</c:v>
                </c:pt>
                <c:pt idx="69">
                  <c:v>-0.76040597</c:v>
                </c:pt>
                <c:pt idx="70">
                  <c:v>-0.70710678</c:v>
                </c:pt>
                <c:pt idx="71">
                  <c:v>-0.64944805</c:v>
                </c:pt>
                <c:pt idx="72">
                  <c:v>-0.58778525</c:v>
                </c:pt>
                <c:pt idx="73">
                  <c:v>-0.52249856</c:v>
                </c:pt>
                <c:pt idx="74">
                  <c:v>-0.4539905</c:v>
                </c:pt>
                <c:pt idx="75">
                  <c:v>-0.38268343</c:v>
                </c:pt>
                <c:pt idx="76">
                  <c:v>-0.30901699</c:v>
                </c:pt>
                <c:pt idx="77">
                  <c:v>-0.23344536</c:v>
                </c:pt>
                <c:pt idx="78">
                  <c:v>-0.15643447</c:v>
                </c:pt>
                <c:pt idx="79">
                  <c:v>-0.0784591</c:v>
                </c:pt>
                <c:pt idx="80">
                  <c:v>-0</c:v>
                </c:pt>
                <c:pt idx="81">
                  <c:v>0.0784591</c:v>
                </c:pt>
                <c:pt idx="82">
                  <c:v>0.15643447</c:v>
                </c:pt>
                <c:pt idx="83">
                  <c:v>0.23344536</c:v>
                </c:pt>
                <c:pt idx="84">
                  <c:v>0.30901699</c:v>
                </c:pt>
                <c:pt idx="85">
                  <c:v>0.38268343</c:v>
                </c:pt>
                <c:pt idx="86">
                  <c:v>0.4539905</c:v>
                </c:pt>
                <c:pt idx="87">
                  <c:v>0.52249856</c:v>
                </c:pt>
                <c:pt idx="88">
                  <c:v>0.58778525</c:v>
                </c:pt>
                <c:pt idx="89">
                  <c:v>0.64944805</c:v>
                </c:pt>
                <c:pt idx="90">
                  <c:v>0.70710678</c:v>
                </c:pt>
                <c:pt idx="91">
                  <c:v>0.76040597</c:v>
                </c:pt>
                <c:pt idx="92">
                  <c:v>0.80901699</c:v>
                </c:pt>
                <c:pt idx="93">
                  <c:v>0.85264016</c:v>
                </c:pt>
                <c:pt idx="94">
                  <c:v>0.89100652</c:v>
                </c:pt>
                <c:pt idx="95">
                  <c:v>0.92387953</c:v>
                </c:pt>
                <c:pt idx="96">
                  <c:v>0.95105652</c:v>
                </c:pt>
                <c:pt idx="97">
                  <c:v>0.97236992</c:v>
                </c:pt>
                <c:pt idx="98">
                  <c:v>0.98768834</c:v>
                </c:pt>
                <c:pt idx="99">
                  <c:v>0.99691733</c:v>
                </c:pt>
                <c:pt idx="100">
                  <c:v>1</c:v>
                </c:pt>
                <c:pt idx="101">
                  <c:v>0.99691733</c:v>
                </c:pt>
                <c:pt idx="102">
                  <c:v>0.98768834</c:v>
                </c:pt>
                <c:pt idx="103">
                  <c:v>0.97236992</c:v>
                </c:pt>
                <c:pt idx="104">
                  <c:v>0.95105652</c:v>
                </c:pt>
                <c:pt idx="105">
                  <c:v>0.92387953</c:v>
                </c:pt>
                <c:pt idx="106">
                  <c:v>0.89100652</c:v>
                </c:pt>
                <c:pt idx="107">
                  <c:v>0.85264016</c:v>
                </c:pt>
                <c:pt idx="108">
                  <c:v>0.80901699</c:v>
                </c:pt>
                <c:pt idx="109">
                  <c:v>0.76040597</c:v>
                </c:pt>
                <c:pt idx="110">
                  <c:v>0.70710678</c:v>
                </c:pt>
                <c:pt idx="111">
                  <c:v>0.64944805</c:v>
                </c:pt>
                <c:pt idx="112">
                  <c:v>0.58778525</c:v>
                </c:pt>
                <c:pt idx="113">
                  <c:v>0.52249856</c:v>
                </c:pt>
                <c:pt idx="114">
                  <c:v>0.4539905</c:v>
                </c:pt>
                <c:pt idx="115">
                  <c:v>0.38268343</c:v>
                </c:pt>
                <c:pt idx="116">
                  <c:v>0.30901699</c:v>
                </c:pt>
                <c:pt idx="117">
                  <c:v>0.23344536</c:v>
                </c:pt>
                <c:pt idx="118">
                  <c:v>0.15643447</c:v>
                </c:pt>
                <c:pt idx="119">
                  <c:v>0.0784591</c:v>
                </c:pt>
                <c:pt idx="120">
                  <c:v>0</c:v>
                </c:pt>
                <c:pt idx="121">
                  <c:v>-0.0784591</c:v>
                </c:pt>
                <c:pt idx="122">
                  <c:v>-0.15643447</c:v>
                </c:pt>
                <c:pt idx="123">
                  <c:v>-0.23344536</c:v>
                </c:pt>
                <c:pt idx="124">
                  <c:v>-0.30901699</c:v>
                </c:pt>
                <c:pt idx="125">
                  <c:v>-0.38268343</c:v>
                </c:pt>
                <c:pt idx="126">
                  <c:v>-0.4539905</c:v>
                </c:pt>
                <c:pt idx="127">
                  <c:v>-0.52249856</c:v>
                </c:pt>
                <c:pt idx="128">
                  <c:v>-0.58778525</c:v>
                </c:pt>
                <c:pt idx="129">
                  <c:v>-0.64944805</c:v>
                </c:pt>
                <c:pt idx="130">
                  <c:v>-0.70710678</c:v>
                </c:pt>
                <c:pt idx="131">
                  <c:v>-0.76040597</c:v>
                </c:pt>
                <c:pt idx="132">
                  <c:v>-0.80901699</c:v>
                </c:pt>
                <c:pt idx="133">
                  <c:v>-0.85264016</c:v>
                </c:pt>
                <c:pt idx="134">
                  <c:v>-0.89100652</c:v>
                </c:pt>
                <c:pt idx="135">
                  <c:v>-0.92387953</c:v>
                </c:pt>
                <c:pt idx="136">
                  <c:v>-0.95105652</c:v>
                </c:pt>
                <c:pt idx="137">
                  <c:v>-0.97236992</c:v>
                </c:pt>
                <c:pt idx="138">
                  <c:v>-0.98768834</c:v>
                </c:pt>
                <c:pt idx="139">
                  <c:v>-0.99691733</c:v>
                </c:pt>
                <c:pt idx="140">
                  <c:v>-1</c:v>
                </c:pt>
                <c:pt idx="141">
                  <c:v>-0.99691733</c:v>
                </c:pt>
                <c:pt idx="142">
                  <c:v>-0.98768834</c:v>
                </c:pt>
                <c:pt idx="143">
                  <c:v>-0.97236992</c:v>
                </c:pt>
                <c:pt idx="144">
                  <c:v>-0.95105652</c:v>
                </c:pt>
                <c:pt idx="145">
                  <c:v>-0.92387953</c:v>
                </c:pt>
                <c:pt idx="146">
                  <c:v>-0.89100652</c:v>
                </c:pt>
                <c:pt idx="147">
                  <c:v>-0.85264016</c:v>
                </c:pt>
                <c:pt idx="148">
                  <c:v>-0.80901699</c:v>
                </c:pt>
                <c:pt idx="149">
                  <c:v>-0.76040597</c:v>
                </c:pt>
                <c:pt idx="150">
                  <c:v>-0.70710678</c:v>
                </c:pt>
                <c:pt idx="151">
                  <c:v>-0.64944805</c:v>
                </c:pt>
                <c:pt idx="152">
                  <c:v>-0.58778525</c:v>
                </c:pt>
                <c:pt idx="153">
                  <c:v>-0.52249856</c:v>
                </c:pt>
                <c:pt idx="154">
                  <c:v>-0.4539905</c:v>
                </c:pt>
                <c:pt idx="155">
                  <c:v>-0.38268343</c:v>
                </c:pt>
                <c:pt idx="156">
                  <c:v>-0.30901699</c:v>
                </c:pt>
                <c:pt idx="157">
                  <c:v>-0.23344536</c:v>
                </c:pt>
                <c:pt idx="158">
                  <c:v>-0.15643447</c:v>
                </c:pt>
                <c:pt idx="159">
                  <c:v>-0.0784591</c:v>
                </c:pt>
                <c:pt idx="160">
                  <c:v>-0</c:v>
                </c:pt>
              </c:numCache>
            </c:numRef>
          </c:yVal>
        </c:ser>
        <c:ser>
          <c:idx val="1"/>
          <c:order val="1"/>
          <c:tx>
            <c:v>Ström i (normaliserad)</c:v>
          </c:tx>
          <c:spPr>
            <a:ln xmlns:a="http://schemas.openxmlformats.org/drawingml/2006/main" w="23813">
              <a:solidFill>
                <a:srgbClr val="AD5018"/>
              </a:solidFill>
            </a:ln>
          </c:spPr>
          <c:marker>
            <c:symbol val="none"/>
          </c:marker>
          <c:xVal>
            <c:numRef>
              <c:f>'Chart Data'!$C$2:$C$162</c:f>
              <c:numCache>
                <c:formatCode>General</c:formatCode>
                <c:ptCount val="16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</c:numCache>
            </c:numRef>
          </c:xVal>
          <c:yVal>
            <c:numRef>
              <c:f>'Chart Data'!$D$2:$D$162</c:f>
              <c:numCache>
                <c:formatCode>General</c:formatCode>
                <c:ptCount val="161"/>
                <c:pt idx="0">
                  <c:v>0</c:v>
                </c:pt>
                <c:pt idx="1">
                  <c:v>0.0784591</c:v>
                </c:pt>
                <c:pt idx="2">
                  <c:v>0.15643447</c:v>
                </c:pt>
                <c:pt idx="3">
                  <c:v>0.23344536</c:v>
                </c:pt>
                <c:pt idx="4">
                  <c:v>0.30901699</c:v>
                </c:pt>
                <c:pt idx="5">
                  <c:v>0.38268343</c:v>
                </c:pt>
                <c:pt idx="6">
                  <c:v>0.4539905</c:v>
                </c:pt>
                <c:pt idx="7">
                  <c:v>0.52249856</c:v>
                </c:pt>
                <c:pt idx="8">
                  <c:v>0.58778525</c:v>
                </c:pt>
                <c:pt idx="9">
                  <c:v>0.64944805</c:v>
                </c:pt>
                <c:pt idx="10">
                  <c:v>0.70710678</c:v>
                </c:pt>
                <c:pt idx="11">
                  <c:v>0.76040597</c:v>
                </c:pt>
                <c:pt idx="12">
                  <c:v>0.80901699</c:v>
                </c:pt>
                <c:pt idx="13">
                  <c:v>0.85264016</c:v>
                </c:pt>
                <c:pt idx="14">
                  <c:v>0.89100652</c:v>
                </c:pt>
                <c:pt idx="15">
                  <c:v>0.92387953</c:v>
                </c:pt>
                <c:pt idx="16">
                  <c:v>0.95105652</c:v>
                </c:pt>
                <c:pt idx="17">
                  <c:v>0.97236992</c:v>
                </c:pt>
                <c:pt idx="18">
                  <c:v>0.98768834</c:v>
                </c:pt>
                <c:pt idx="19">
                  <c:v>0.99691733</c:v>
                </c:pt>
                <c:pt idx="20">
                  <c:v>1</c:v>
                </c:pt>
                <c:pt idx="21">
                  <c:v>0.99691733</c:v>
                </c:pt>
                <c:pt idx="22">
                  <c:v>0.98768834</c:v>
                </c:pt>
                <c:pt idx="23">
                  <c:v>0.97236992</c:v>
                </c:pt>
                <c:pt idx="24">
                  <c:v>0.95105652</c:v>
                </c:pt>
                <c:pt idx="25">
                  <c:v>0.92387953</c:v>
                </c:pt>
                <c:pt idx="26">
                  <c:v>0.89100652</c:v>
                </c:pt>
                <c:pt idx="27">
                  <c:v>0.85264016</c:v>
                </c:pt>
                <c:pt idx="28">
                  <c:v>0.80901699</c:v>
                </c:pt>
                <c:pt idx="29">
                  <c:v>0.76040597</c:v>
                </c:pt>
                <c:pt idx="30">
                  <c:v>0.70710678</c:v>
                </c:pt>
                <c:pt idx="31">
                  <c:v>0.64944805</c:v>
                </c:pt>
                <c:pt idx="32">
                  <c:v>0.58778525</c:v>
                </c:pt>
                <c:pt idx="33">
                  <c:v>0.52249856</c:v>
                </c:pt>
                <c:pt idx="34">
                  <c:v>0.4539905</c:v>
                </c:pt>
                <c:pt idx="35">
                  <c:v>0.38268343</c:v>
                </c:pt>
                <c:pt idx="36">
                  <c:v>0.30901699</c:v>
                </c:pt>
                <c:pt idx="37">
                  <c:v>0.23344536</c:v>
                </c:pt>
                <c:pt idx="38">
                  <c:v>0.15643447</c:v>
                </c:pt>
                <c:pt idx="39">
                  <c:v>0.0784591</c:v>
                </c:pt>
                <c:pt idx="40">
                  <c:v>0</c:v>
                </c:pt>
                <c:pt idx="41">
                  <c:v>-0.0784591</c:v>
                </c:pt>
                <c:pt idx="42">
                  <c:v>-0.15643447</c:v>
                </c:pt>
                <c:pt idx="43">
                  <c:v>-0.23344536</c:v>
                </c:pt>
                <c:pt idx="44">
                  <c:v>-0.30901699</c:v>
                </c:pt>
                <c:pt idx="45">
                  <c:v>-0.38268343</c:v>
                </c:pt>
                <c:pt idx="46">
                  <c:v>-0.4539905</c:v>
                </c:pt>
                <c:pt idx="47">
                  <c:v>-0.52249856</c:v>
                </c:pt>
                <c:pt idx="48">
                  <c:v>-0.58778525</c:v>
                </c:pt>
                <c:pt idx="49">
                  <c:v>-0.64944805</c:v>
                </c:pt>
                <c:pt idx="50">
                  <c:v>-0.70710678</c:v>
                </c:pt>
                <c:pt idx="51">
                  <c:v>-0.76040597</c:v>
                </c:pt>
                <c:pt idx="52">
                  <c:v>-0.80901699</c:v>
                </c:pt>
                <c:pt idx="53">
                  <c:v>-0.85264016</c:v>
                </c:pt>
                <c:pt idx="54">
                  <c:v>-0.89100652</c:v>
                </c:pt>
                <c:pt idx="55">
                  <c:v>-0.92387953</c:v>
                </c:pt>
                <c:pt idx="56">
                  <c:v>-0.95105652</c:v>
                </c:pt>
                <c:pt idx="57">
                  <c:v>-0.97236992</c:v>
                </c:pt>
                <c:pt idx="58">
                  <c:v>-0.98768834</c:v>
                </c:pt>
                <c:pt idx="59">
                  <c:v>-0.99691733</c:v>
                </c:pt>
                <c:pt idx="60">
                  <c:v>-1</c:v>
                </c:pt>
                <c:pt idx="61">
                  <c:v>-0.99691733</c:v>
                </c:pt>
                <c:pt idx="62">
                  <c:v>-0.98768834</c:v>
                </c:pt>
                <c:pt idx="63">
                  <c:v>-0.97236992</c:v>
                </c:pt>
                <c:pt idx="64">
                  <c:v>-0.95105652</c:v>
                </c:pt>
                <c:pt idx="65">
                  <c:v>-0.92387953</c:v>
                </c:pt>
                <c:pt idx="66">
                  <c:v>-0.89100652</c:v>
                </c:pt>
                <c:pt idx="67">
                  <c:v>-0.85264016</c:v>
                </c:pt>
                <c:pt idx="68">
                  <c:v>-0.80901699</c:v>
                </c:pt>
                <c:pt idx="69">
                  <c:v>-0.76040597</c:v>
                </c:pt>
                <c:pt idx="70">
                  <c:v>-0.70710678</c:v>
                </c:pt>
                <c:pt idx="71">
                  <c:v>-0.64944805</c:v>
                </c:pt>
                <c:pt idx="72">
                  <c:v>-0.58778525</c:v>
                </c:pt>
                <c:pt idx="73">
                  <c:v>-0.52249856</c:v>
                </c:pt>
                <c:pt idx="74">
                  <c:v>-0.4539905</c:v>
                </c:pt>
                <c:pt idx="75">
                  <c:v>-0.38268343</c:v>
                </c:pt>
                <c:pt idx="76">
                  <c:v>-0.30901699</c:v>
                </c:pt>
                <c:pt idx="77">
                  <c:v>-0.23344536</c:v>
                </c:pt>
                <c:pt idx="78">
                  <c:v>-0.15643447</c:v>
                </c:pt>
                <c:pt idx="79">
                  <c:v>-0.0784591</c:v>
                </c:pt>
                <c:pt idx="80">
                  <c:v>-0</c:v>
                </c:pt>
                <c:pt idx="81">
                  <c:v>0.0784591</c:v>
                </c:pt>
                <c:pt idx="82">
                  <c:v>0.15643447</c:v>
                </c:pt>
                <c:pt idx="83">
                  <c:v>0.23344536</c:v>
                </c:pt>
                <c:pt idx="84">
                  <c:v>0.30901699</c:v>
                </c:pt>
                <c:pt idx="85">
                  <c:v>0.38268343</c:v>
                </c:pt>
                <c:pt idx="86">
                  <c:v>0.4539905</c:v>
                </c:pt>
                <c:pt idx="87">
                  <c:v>0.52249856</c:v>
                </c:pt>
                <c:pt idx="88">
                  <c:v>0.58778525</c:v>
                </c:pt>
                <c:pt idx="89">
                  <c:v>0.64944805</c:v>
                </c:pt>
                <c:pt idx="90">
                  <c:v>0.70710678</c:v>
                </c:pt>
                <c:pt idx="91">
                  <c:v>0.76040597</c:v>
                </c:pt>
                <c:pt idx="92">
                  <c:v>0.80901699</c:v>
                </c:pt>
                <c:pt idx="93">
                  <c:v>0.85264016</c:v>
                </c:pt>
                <c:pt idx="94">
                  <c:v>0.89100652</c:v>
                </c:pt>
                <c:pt idx="95">
                  <c:v>0.92387953</c:v>
                </c:pt>
                <c:pt idx="96">
                  <c:v>0.95105652</c:v>
                </c:pt>
                <c:pt idx="97">
                  <c:v>0.97236992</c:v>
                </c:pt>
                <c:pt idx="98">
                  <c:v>0.98768834</c:v>
                </c:pt>
                <c:pt idx="99">
                  <c:v>0.99691733</c:v>
                </c:pt>
                <c:pt idx="100">
                  <c:v>1</c:v>
                </c:pt>
                <c:pt idx="101">
                  <c:v>0.99691733</c:v>
                </c:pt>
                <c:pt idx="102">
                  <c:v>0.98768834</c:v>
                </c:pt>
                <c:pt idx="103">
                  <c:v>0.97236992</c:v>
                </c:pt>
                <c:pt idx="104">
                  <c:v>0.95105652</c:v>
                </c:pt>
                <c:pt idx="105">
                  <c:v>0.92387953</c:v>
                </c:pt>
                <c:pt idx="106">
                  <c:v>0.89100652</c:v>
                </c:pt>
                <c:pt idx="107">
                  <c:v>0.85264016</c:v>
                </c:pt>
                <c:pt idx="108">
                  <c:v>0.80901699</c:v>
                </c:pt>
                <c:pt idx="109">
                  <c:v>0.76040597</c:v>
                </c:pt>
                <c:pt idx="110">
                  <c:v>0.70710678</c:v>
                </c:pt>
                <c:pt idx="111">
                  <c:v>0.64944805</c:v>
                </c:pt>
                <c:pt idx="112">
                  <c:v>0.58778525</c:v>
                </c:pt>
                <c:pt idx="113">
                  <c:v>0.52249856</c:v>
                </c:pt>
                <c:pt idx="114">
                  <c:v>0.4539905</c:v>
                </c:pt>
                <c:pt idx="115">
                  <c:v>0.38268343</c:v>
                </c:pt>
                <c:pt idx="116">
                  <c:v>0.30901699</c:v>
                </c:pt>
                <c:pt idx="117">
                  <c:v>0.23344536</c:v>
                </c:pt>
                <c:pt idx="118">
                  <c:v>0.15643447</c:v>
                </c:pt>
                <c:pt idx="119">
                  <c:v>0.0784591</c:v>
                </c:pt>
                <c:pt idx="120">
                  <c:v>0</c:v>
                </c:pt>
                <c:pt idx="121">
                  <c:v>-0.0784591</c:v>
                </c:pt>
                <c:pt idx="122">
                  <c:v>-0.15643447</c:v>
                </c:pt>
                <c:pt idx="123">
                  <c:v>-0.23344536</c:v>
                </c:pt>
                <c:pt idx="124">
                  <c:v>-0.30901699</c:v>
                </c:pt>
                <c:pt idx="125">
                  <c:v>-0.38268343</c:v>
                </c:pt>
                <c:pt idx="126">
                  <c:v>-0.4539905</c:v>
                </c:pt>
                <c:pt idx="127">
                  <c:v>-0.52249856</c:v>
                </c:pt>
                <c:pt idx="128">
                  <c:v>-0.58778525</c:v>
                </c:pt>
                <c:pt idx="129">
                  <c:v>-0.64944805</c:v>
                </c:pt>
                <c:pt idx="130">
                  <c:v>-0.70710678</c:v>
                </c:pt>
                <c:pt idx="131">
                  <c:v>-0.76040597</c:v>
                </c:pt>
                <c:pt idx="132">
                  <c:v>-0.80901699</c:v>
                </c:pt>
                <c:pt idx="133">
                  <c:v>-0.85264016</c:v>
                </c:pt>
                <c:pt idx="134">
                  <c:v>-0.89100652</c:v>
                </c:pt>
                <c:pt idx="135">
                  <c:v>-0.92387953</c:v>
                </c:pt>
                <c:pt idx="136">
                  <c:v>-0.95105652</c:v>
                </c:pt>
                <c:pt idx="137">
                  <c:v>-0.97236992</c:v>
                </c:pt>
                <c:pt idx="138">
                  <c:v>-0.98768834</c:v>
                </c:pt>
                <c:pt idx="139">
                  <c:v>-0.99691733</c:v>
                </c:pt>
                <c:pt idx="140">
                  <c:v>-1</c:v>
                </c:pt>
                <c:pt idx="141">
                  <c:v>-0.99691733</c:v>
                </c:pt>
                <c:pt idx="142">
                  <c:v>-0.98768834</c:v>
                </c:pt>
                <c:pt idx="143">
                  <c:v>-0.97236992</c:v>
                </c:pt>
                <c:pt idx="144">
                  <c:v>-0.95105652</c:v>
                </c:pt>
                <c:pt idx="145">
                  <c:v>-0.92387953</c:v>
                </c:pt>
                <c:pt idx="146">
                  <c:v>-0.89100652</c:v>
                </c:pt>
                <c:pt idx="147">
                  <c:v>-0.85264016</c:v>
                </c:pt>
                <c:pt idx="148">
                  <c:v>-0.80901699</c:v>
                </c:pt>
                <c:pt idx="149">
                  <c:v>-0.76040597</c:v>
                </c:pt>
                <c:pt idx="150">
                  <c:v>-0.70710678</c:v>
                </c:pt>
                <c:pt idx="151">
                  <c:v>-0.64944805</c:v>
                </c:pt>
                <c:pt idx="152">
                  <c:v>-0.58778525</c:v>
                </c:pt>
                <c:pt idx="153">
                  <c:v>-0.52249856</c:v>
                </c:pt>
                <c:pt idx="154">
                  <c:v>-0.4539905</c:v>
                </c:pt>
                <c:pt idx="155">
                  <c:v>-0.38268343</c:v>
                </c:pt>
                <c:pt idx="156">
                  <c:v>-0.30901699</c:v>
                </c:pt>
                <c:pt idx="157">
                  <c:v>-0.23344536</c:v>
                </c:pt>
                <c:pt idx="158">
                  <c:v>-0.15643447</c:v>
                </c:pt>
                <c:pt idx="159">
                  <c:v>-0.0784591</c:v>
                </c:pt>
                <c:pt idx="160">
                  <c:v>-0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Calibri"/>
                    <a:ea typeface="Calibri"/>
                    <a:cs typeface="Calibri"/>
                  </a:rPr>
                  <a:t>Normaliserad amplitud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Calibri"/>
                    <a:ea typeface="Calibri"/>
                    <a:cs typeface="Calibri"/>
                  </a:rPr>
                  <a:t>Tid (ms)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strRef>
              <c:f>Sheet1!$B$1</c:f>
              <c:strCache>
                <c:ptCount val="1"/>
                <c:pt idx="0">
                  <c:v>u</c:v>
                </c:pt>
              </c:strCache>
            </c:strRef>
          </c:tx>
          <c:spPr>
            <a:ln xmlns:a="http://schemas.openxmlformats.org/drawingml/2006/main" w="23813">
              <a:solidFill>
                <a:srgbClr val="064F91"/>
              </a:solidFill>
            </a:ln>
          </c:spPr>
          <c:marker>
            <c:symbol val="none"/>
          </c:marker>
          <c:xVal>
            <c:numRef>
              <c:f>Sheet1!$A$2:$A$162</c:f>
              <c:numCache>
                <c:formatCode>General</c:formatCode>
                <c:ptCount val="161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2.0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3.0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4.0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5.0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6.0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7.0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8.0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9.0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10.0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11.0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12.0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13.0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14.0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15.0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16.0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17.0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18.0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19.0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20.0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21.0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22.0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23.0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24.0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25.0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26.0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27.0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28.0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29.0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30.0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31.0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32.0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33.0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34.0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35.0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36.0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37.0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38.0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39.0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40.0</c:v>
                </c:pt>
              </c:numCache>
            </c:numRef>
          </c:xVal>
          <c:yVal>
            <c:numRef>
              <c:f>Sheet1!$B$2:$B$162</c:f>
              <c:numCache>
                <c:formatCode>General</c:formatCode>
                <c:ptCount val="161"/>
                <c:pt idx="0">
                  <c:v>0.0</c:v>
                </c:pt>
                <c:pt idx="1">
                  <c:v>0.0785</c:v>
                </c:pt>
                <c:pt idx="2">
                  <c:v>0.1564</c:v>
                </c:pt>
                <c:pt idx="3">
                  <c:v>0.2334</c:v>
                </c:pt>
                <c:pt idx="4">
                  <c:v>0.309</c:v>
                </c:pt>
                <c:pt idx="5">
                  <c:v>0.3827</c:v>
                </c:pt>
                <c:pt idx="6">
                  <c:v>0.454</c:v>
                </c:pt>
                <c:pt idx="7">
                  <c:v>0.5225</c:v>
                </c:pt>
                <c:pt idx="8">
                  <c:v>0.5878</c:v>
                </c:pt>
                <c:pt idx="9">
                  <c:v>0.6494</c:v>
                </c:pt>
                <c:pt idx="10">
                  <c:v>0.7071</c:v>
                </c:pt>
                <c:pt idx="11">
                  <c:v>0.7604</c:v>
                </c:pt>
                <c:pt idx="12">
                  <c:v>0.809</c:v>
                </c:pt>
                <c:pt idx="13">
                  <c:v>0.8526</c:v>
                </c:pt>
                <c:pt idx="14">
                  <c:v>0.891</c:v>
                </c:pt>
                <c:pt idx="15">
                  <c:v>0.9239</c:v>
                </c:pt>
                <c:pt idx="16">
                  <c:v>0.9511</c:v>
                </c:pt>
                <c:pt idx="17">
                  <c:v>0.9724</c:v>
                </c:pt>
                <c:pt idx="18">
                  <c:v>0.9877</c:v>
                </c:pt>
                <c:pt idx="19">
                  <c:v>0.9969</c:v>
                </c:pt>
                <c:pt idx="20">
                  <c:v>1.0</c:v>
                </c:pt>
                <c:pt idx="21">
                  <c:v>0.9969</c:v>
                </c:pt>
                <c:pt idx="22">
                  <c:v>0.9877</c:v>
                </c:pt>
                <c:pt idx="23">
                  <c:v>0.9724</c:v>
                </c:pt>
                <c:pt idx="24">
                  <c:v>0.9511</c:v>
                </c:pt>
                <c:pt idx="25">
                  <c:v>0.9239</c:v>
                </c:pt>
                <c:pt idx="26">
                  <c:v>0.891</c:v>
                </c:pt>
                <c:pt idx="27">
                  <c:v>0.8526</c:v>
                </c:pt>
                <c:pt idx="28">
                  <c:v>0.809</c:v>
                </c:pt>
                <c:pt idx="29">
                  <c:v>0.7604</c:v>
                </c:pt>
                <c:pt idx="30">
                  <c:v>0.7071</c:v>
                </c:pt>
                <c:pt idx="31">
                  <c:v>0.6494</c:v>
                </c:pt>
                <c:pt idx="32">
                  <c:v>0.5878</c:v>
                </c:pt>
                <c:pt idx="33">
                  <c:v>0.5225</c:v>
                </c:pt>
                <c:pt idx="34">
                  <c:v>0.454</c:v>
                </c:pt>
                <c:pt idx="35">
                  <c:v>0.3827</c:v>
                </c:pt>
                <c:pt idx="36">
                  <c:v>0.309</c:v>
                </c:pt>
                <c:pt idx="37">
                  <c:v>0.2334</c:v>
                </c:pt>
                <c:pt idx="38">
                  <c:v>0.1564</c:v>
                </c:pt>
                <c:pt idx="39">
                  <c:v>0.0785</c:v>
                </c:pt>
                <c:pt idx="40">
                  <c:v>0.0</c:v>
                </c:pt>
                <c:pt idx="41">
                  <c:v>-0.0785</c:v>
                </c:pt>
                <c:pt idx="42">
                  <c:v>-0.1564</c:v>
                </c:pt>
                <c:pt idx="43">
                  <c:v>-0.2334</c:v>
                </c:pt>
                <c:pt idx="44">
                  <c:v>-0.309</c:v>
                </c:pt>
                <c:pt idx="45">
                  <c:v>-0.3827</c:v>
                </c:pt>
                <c:pt idx="46">
                  <c:v>-0.454</c:v>
                </c:pt>
                <c:pt idx="47">
                  <c:v>-0.5225</c:v>
                </c:pt>
                <c:pt idx="48">
                  <c:v>-0.5878</c:v>
                </c:pt>
                <c:pt idx="49">
                  <c:v>-0.6494</c:v>
                </c:pt>
                <c:pt idx="50">
                  <c:v>-0.7071</c:v>
                </c:pt>
                <c:pt idx="51">
                  <c:v>-0.7604</c:v>
                </c:pt>
                <c:pt idx="52">
                  <c:v>-0.809</c:v>
                </c:pt>
                <c:pt idx="53">
                  <c:v>-0.8526</c:v>
                </c:pt>
                <c:pt idx="54">
                  <c:v>-0.891</c:v>
                </c:pt>
                <c:pt idx="55">
                  <c:v>-0.9239</c:v>
                </c:pt>
                <c:pt idx="56">
                  <c:v>-0.9511</c:v>
                </c:pt>
                <c:pt idx="57">
                  <c:v>-0.9724</c:v>
                </c:pt>
                <c:pt idx="58">
                  <c:v>-0.9877</c:v>
                </c:pt>
                <c:pt idx="59">
                  <c:v>-0.9969</c:v>
                </c:pt>
                <c:pt idx="60">
                  <c:v>-1.0</c:v>
                </c:pt>
                <c:pt idx="61">
                  <c:v>-0.9969</c:v>
                </c:pt>
                <c:pt idx="62">
                  <c:v>-0.9877</c:v>
                </c:pt>
                <c:pt idx="63">
                  <c:v>-0.9724</c:v>
                </c:pt>
                <c:pt idx="64">
                  <c:v>-0.9511</c:v>
                </c:pt>
                <c:pt idx="65">
                  <c:v>-0.9239</c:v>
                </c:pt>
                <c:pt idx="66">
                  <c:v>-0.891</c:v>
                </c:pt>
                <c:pt idx="67">
                  <c:v>-0.8526</c:v>
                </c:pt>
                <c:pt idx="68">
                  <c:v>-0.809</c:v>
                </c:pt>
                <c:pt idx="69">
                  <c:v>-0.7604</c:v>
                </c:pt>
                <c:pt idx="70">
                  <c:v>-0.7071</c:v>
                </c:pt>
                <c:pt idx="71">
                  <c:v>-0.6494</c:v>
                </c:pt>
                <c:pt idx="72">
                  <c:v>-0.5878</c:v>
                </c:pt>
                <c:pt idx="73">
                  <c:v>-0.5225</c:v>
                </c:pt>
                <c:pt idx="74">
                  <c:v>-0.454</c:v>
                </c:pt>
                <c:pt idx="75">
                  <c:v>-0.3827</c:v>
                </c:pt>
                <c:pt idx="76">
                  <c:v>-0.309</c:v>
                </c:pt>
                <c:pt idx="77">
                  <c:v>-0.2334</c:v>
                </c:pt>
                <c:pt idx="78">
                  <c:v>-0.1564</c:v>
                </c:pt>
                <c:pt idx="79">
                  <c:v>-0.0785</c:v>
                </c:pt>
                <c:pt idx="80">
                  <c:v>-0.0</c:v>
                </c:pt>
                <c:pt idx="81">
                  <c:v>0.0785</c:v>
                </c:pt>
                <c:pt idx="82">
                  <c:v>0.1564</c:v>
                </c:pt>
                <c:pt idx="83">
                  <c:v>0.2334</c:v>
                </c:pt>
                <c:pt idx="84">
                  <c:v>0.309</c:v>
                </c:pt>
                <c:pt idx="85">
                  <c:v>0.3827</c:v>
                </c:pt>
                <c:pt idx="86">
                  <c:v>0.454</c:v>
                </c:pt>
                <c:pt idx="87">
                  <c:v>0.5225</c:v>
                </c:pt>
                <c:pt idx="88">
                  <c:v>0.5878</c:v>
                </c:pt>
                <c:pt idx="89">
                  <c:v>0.6494</c:v>
                </c:pt>
                <c:pt idx="90">
                  <c:v>0.7071</c:v>
                </c:pt>
                <c:pt idx="91">
                  <c:v>0.7604</c:v>
                </c:pt>
                <c:pt idx="92">
                  <c:v>0.809</c:v>
                </c:pt>
                <c:pt idx="93">
                  <c:v>0.8526</c:v>
                </c:pt>
                <c:pt idx="94">
                  <c:v>0.891</c:v>
                </c:pt>
                <c:pt idx="95">
                  <c:v>0.9239</c:v>
                </c:pt>
                <c:pt idx="96">
                  <c:v>0.9511</c:v>
                </c:pt>
                <c:pt idx="97">
                  <c:v>0.9724</c:v>
                </c:pt>
                <c:pt idx="98">
                  <c:v>0.9877</c:v>
                </c:pt>
                <c:pt idx="99">
                  <c:v>0.9969</c:v>
                </c:pt>
                <c:pt idx="100">
                  <c:v>1.0</c:v>
                </c:pt>
                <c:pt idx="101">
                  <c:v>0.9969</c:v>
                </c:pt>
                <c:pt idx="102">
                  <c:v>0.9877</c:v>
                </c:pt>
                <c:pt idx="103">
                  <c:v>0.9724</c:v>
                </c:pt>
                <c:pt idx="104">
                  <c:v>0.9511</c:v>
                </c:pt>
                <c:pt idx="105">
                  <c:v>0.9239</c:v>
                </c:pt>
                <c:pt idx="106">
                  <c:v>0.891</c:v>
                </c:pt>
                <c:pt idx="107">
                  <c:v>0.8526</c:v>
                </c:pt>
                <c:pt idx="108">
                  <c:v>0.809</c:v>
                </c:pt>
                <c:pt idx="109">
                  <c:v>0.7604</c:v>
                </c:pt>
                <c:pt idx="110">
                  <c:v>0.7071</c:v>
                </c:pt>
                <c:pt idx="111">
                  <c:v>0.6494</c:v>
                </c:pt>
                <c:pt idx="112">
                  <c:v>0.5878</c:v>
                </c:pt>
                <c:pt idx="113">
                  <c:v>0.5225</c:v>
                </c:pt>
                <c:pt idx="114">
                  <c:v>0.454</c:v>
                </c:pt>
                <c:pt idx="115">
                  <c:v>0.3827</c:v>
                </c:pt>
                <c:pt idx="116">
                  <c:v>0.309</c:v>
                </c:pt>
                <c:pt idx="117">
                  <c:v>0.2334</c:v>
                </c:pt>
                <c:pt idx="118">
                  <c:v>0.1564</c:v>
                </c:pt>
                <c:pt idx="119">
                  <c:v>0.0785</c:v>
                </c:pt>
                <c:pt idx="120">
                  <c:v>0.0</c:v>
                </c:pt>
                <c:pt idx="121">
                  <c:v>-0.0785</c:v>
                </c:pt>
                <c:pt idx="122">
                  <c:v>-0.1564</c:v>
                </c:pt>
                <c:pt idx="123">
                  <c:v>-0.2334</c:v>
                </c:pt>
                <c:pt idx="124">
                  <c:v>-0.309</c:v>
                </c:pt>
                <c:pt idx="125">
                  <c:v>-0.3827</c:v>
                </c:pt>
                <c:pt idx="126">
                  <c:v>-0.454</c:v>
                </c:pt>
                <c:pt idx="127">
                  <c:v>-0.5225</c:v>
                </c:pt>
                <c:pt idx="128">
                  <c:v>-0.5878</c:v>
                </c:pt>
                <c:pt idx="129">
                  <c:v>-0.6494</c:v>
                </c:pt>
                <c:pt idx="130">
                  <c:v>-0.7071</c:v>
                </c:pt>
                <c:pt idx="131">
                  <c:v>-0.7604</c:v>
                </c:pt>
                <c:pt idx="132">
                  <c:v>-0.809</c:v>
                </c:pt>
                <c:pt idx="133">
                  <c:v>-0.8526</c:v>
                </c:pt>
                <c:pt idx="134">
                  <c:v>-0.891</c:v>
                </c:pt>
                <c:pt idx="135">
                  <c:v>-0.9239</c:v>
                </c:pt>
                <c:pt idx="136">
                  <c:v>-0.9511</c:v>
                </c:pt>
                <c:pt idx="137">
                  <c:v>-0.9724</c:v>
                </c:pt>
                <c:pt idx="138">
                  <c:v>-0.9877</c:v>
                </c:pt>
                <c:pt idx="139">
                  <c:v>-0.9969</c:v>
                </c:pt>
                <c:pt idx="140">
                  <c:v>-1.0</c:v>
                </c:pt>
                <c:pt idx="141">
                  <c:v>-0.9969</c:v>
                </c:pt>
                <c:pt idx="142">
                  <c:v>-0.9877</c:v>
                </c:pt>
                <c:pt idx="143">
                  <c:v>-0.9724</c:v>
                </c:pt>
                <c:pt idx="144">
                  <c:v>-0.9511</c:v>
                </c:pt>
                <c:pt idx="145">
                  <c:v>-0.9239</c:v>
                </c:pt>
                <c:pt idx="146">
                  <c:v>-0.891</c:v>
                </c:pt>
                <c:pt idx="147">
                  <c:v>-0.8526</c:v>
                </c:pt>
                <c:pt idx="148">
                  <c:v>-0.809</c:v>
                </c:pt>
                <c:pt idx="149">
                  <c:v>-0.7604</c:v>
                </c:pt>
                <c:pt idx="150">
                  <c:v>-0.7071</c:v>
                </c:pt>
                <c:pt idx="151">
                  <c:v>-0.6494</c:v>
                </c:pt>
                <c:pt idx="152">
                  <c:v>-0.5878</c:v>
                </c:pt>
                <c:pt idx="153">
                  <c:v>-0.5225</c:v>
                </c:pt>
                <c:pt idx="154">
                  <c:v>-0.454</c:v>
                </c:pt>
                <c:pt idx="155">
                  <c:v>-0.3827</c:v>
                </c:pt>
                <c:pt idx="156">
                  <c:v>-0.309</c:v>
                </c:pt>
                <c:pt idx="157">
                  <c:v>-0.2334</c:v>
                </c:pt>
                <c:pt idx="158">
                  <c:v>-0.1564</c:v>
                </c:pt>
                <c:pt idx="159">
                  <c:v>-0.0785</c:v>
                </c:pt>
                <c:pt idx="160">
                  <c:v>-0.0</c:v>
                </c:pt>
              </c:numCache>
            </c:numRef>
          </c:yVal>
        </c:ser>
        <c:ser>
          <c:idx val="1"/>
          <c:order val="1"/>
          <c:tx>
            <c:strRef>
              <c:f>Sheet1!$B$164</c:f>
              <c:strCache>
                <c:ptCount val="1"/>
                <c:pt idx="0">
                  <c:v>i</c:v>
                </c:pt>
              </c:strCache>
            </c:strRef>
          </c:tx>
          <c:spPr>
            <a:ln xmlns:a="http://schemas.openxmlformats.org/drawingml/2006/main" w="23813">
              <a:solidFill>
                <a:srgbClr val="AD5018"/>
              </a:solidFill>
            </a:ln>
          </c:spPr>
          <c:marker>
            <c:symbol val="none"/>
          </c:marker>
          <c:xVal>
            <c:numRef>
              <c:f>Sheet1!$A$165:$A$325</c:f>
              <c:numCache>
                <c:formatCode>General</c:formatCode>
                <c:ptCount val="161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2.0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3.0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4.0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5.0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6.0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7.0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8.0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9.0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10.0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11.0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12.0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13.0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14.0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15.0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16.0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17.0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18.0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19.0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20.0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21.0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22.0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23.0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24.0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25.0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26.0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27.0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28.0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29.0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30.0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31.0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32.0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33.0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34.0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35.0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36.0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37.0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38.0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39.0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40.0</c:v>
                </c:pt>
              </c:numCache>
            </c:numRef>
          </c:xVal>
          <c:yVal>
            <c:numRef>
              <c:f>Sheet1!$B$165:$B$325</c:f>
              <c:numCache>
                <c:formatCode>General</c:formatCode>
                <c:ptCount val="161"/>
                <c:pt idx="0">
                  <c:v>-0.9231</c:v>
                </c:pt>
                <c:pt idx="1">
                  <c:v>-0.8901</c:v>
                </c:pt>
                <c:pt idx="2">
                  <c:v>-0.8515</c:v>
                </c:pt>
                <c:pt idx="3">
                  <c:v>-0.8078</c:v>
                </c:pt>
                <c:pt idx="4">
                  <c:v>-0.759</c:v>
                </c:pt>
                <c:pt idx="5">
                  <c:v>-0.7056</c:v>
                </c:pt>
                <c:pt idx="6">
                  <c:v>-0.6479</c:v>
                </c:pt>
                <c:pt idx="7">
                  <c:v>-0.5861</c:v>
                </c:pt>
                <c:pt idx="8">
                  <c:v>-0.5207</c:v>
                </c:pt>
                <c:pt idx="9">
                  <c:v>-0.4521</c:v>
                </c:pt>
                <c:pt idx="10">
                  <c:v>-0.3807</c:v>
                </c:pt>
                <c:pt idx="11">
                  <c:v>-0.307</c:v>
                </c:pt>
                <c:pt idx="12">
                  <c:v>-0.2314</c:v>
                </c:pt>
                <c:pt idx="13">
                  <c:v>-0.1544</c:v>
                </c:pt>
                <c:pt idx="14">
                  <c:v>-0.0764</c:v>
                </c:pt>
                <c:pt idx="15">
                  <c:v>0.0021</c:v>
                </c:pt>
                <c:pt idx="16">
                  <c:v>0.0805</c:v>
                </c:pt>
                <c:pt idx="17">
                  <c:v>0.1585</c:v>
                </c:pt>
                <c:pt idx="18">
                  <c:v>0.2355</c:v>
                </c:pt>
                <c:pt idx="19">
                  <c:v>0.311</c:v>
                </c:pt>
                <c:pt idx="20">
                  <c:v>0.3846</c:v>
                </c:pt>
                <c:pt idx="21">
                  <c:v>0.4559</c:v>
                </c:pt>
                <c:pt idx="22">
                  <c:v>0.5243</c:v>
                </c:pt>
                <c:pt idx="23">
                  <c:v>0.5895</c:v>
                </c:pt>
                <c:pt idx="24">
                  <c:v>0.651</c:v>
                </c:pt>
                <c:pt idx="25">
                  <c:v>0.7086</c:v>
                </c:pt>
                <c:pt idx="26">
                  <c:v>0.7618</c:v>
                </c:pt>
                <c:pt idx="27">
                  <c:v>0.8102</c:v>
                </c:pt>
                <c:pt idx="28">
                  <c:v>0.8537</c:v>
                </c:pt>
                <c:pt idx="29">
                  <c:v>0.892</c:v>
                </c:pt>
                <c:pt idx="30">
                  <c:v>0.9247</c:v>
                </c:pt>
                <c:pt idx="31">
                  <c:v>0.9517</c:v>
                </c:pt>
                <c:pt idx="32">
                  <c:v>0.9729</c:v>
                </c:pt>
                <c:pt idx="33">
                  <c:v>0.988</c:v>
                </c:pt>
                <c:pt idx="34">
                  <c:v>0.9971</c:v>
                </c:pt>
                <c:pt idx="35">
                  <c:v>1.0</c:v>
                </c:pt>
                <c:pt idx="36">
                  <c:v>0.9968</c:v>
                </c:pt>
                <c:pt idx="37">
                  <c:v>0.9874</c:v>
                </c:pt>
                <c:pt idx="38">
                  <c:v>0.9719</c:v>
                </c:pt>
                <c:pt idx="39">
                  <c:v>0.9504</c:v>
                </c:pt>
                <c:pt idx="40">
                  <c:v>0.9231</c:v>
                </c:pt>
                <c:pt idx="41">
                  <c:v>0.8901</c:v>
                </c:pt>
                <c:pt idx="42">
                  <c:v>0.8515</c:v>
                </c:pt>
                <c:pt idx="43">
                  <c:v>0.8078</c:v>
                </c:pt>
                <c:pt idx="44">
                  <c:v>0.759</c:v>
                </c:pt>
                <c:pt idx="45">
                  <c:v>0.7056</c:v>
                </c:pt>
                <c:pt idx="46">
                  <c:v>0.6479</c:v>
                </c:pt>
                <c:pt idx="47">
                  <c:v>0.5861</c:v>
                </c:pt>
                <c:pt idx="48">
                  <c:v>0.5207</c:v>
                </c:pt>
                <c:pt idx="49">
                  <c:v>0.4521</c:v>
                </c:pt>
                <c:pt idx="50">
                  <c:v>0.3807</c:v>
                </c:pt>
                <c:pt idx="51">
                  <c:v>0.307</c:v>
                </c:pt>
                <c:pt idx="52">
                  <c:v>0.2314</c:v>
                </c:pt>
                <c:pt idx="53">
                  <c:v>0.1544</c:v>
                </c:pt>
                <c:pt idx="54">
                  <c:v>0.0764</c:v>
                </c:pt>
                <c:pt idx="55">
                  <c:v>-0.0021</c:v>
                </c:pt>
                <c:pt idx="56">
                  <c:v>-0.0805</c:v>
                </c:pt>
                <c:pt idx="57">
                  <c:v>-0.1585</c:v>
                </c:pt>
                <c:pt idx="58">
                  <c:v>-0.2355</c:v>
                </c:pt>
                <c:pt idx="59">
                  <c:v>-0.311</c:v>
                </c:pt>
                <c:pt idx="60">
                  <c:v>-0.3846</c:v>
                </c:pt>
                <c:pt idx="61">
                  <c:v>-0.4559</c:v>
                </c:pt>
                <c:pt idx="62">
                  <c:v>-0.5243</c:v>
                </c:pt>
                <c:pt idx="63">
                  <c:v>-0.5895</c:v>
                </c:pt>
                <c:pt idx="64">
                  <c:v>-0.651</c:v>
                </c:pt>
                <c:pt idx="65">
                  <c:v>-0.7086</c:v>
                </c:pt>
                <c:pt idx="66">
                  <c:v>-0.7618</c:v>
                </c:pt>
                <c:pt idx="67">
                  <c:v>-0.8102</c:v>
                </c:pt>
                <c:pt idx="68">
                  <c:v>-0.8537</c:v>
                </c:pt>
                <c:pt idx="69">
                  <c:v>-0.892</c:v>
                </c:pt>
                <c:pt idx="70">
                  <c:v>-0.9247</c:v>
                </c:pt>
                <c:pt idx="71">
                  <c:v>-0.9517</c:v>
                </c:pt>
                <c:pt idx="72">
                  <c:v>-0.9729</c:v>
                </c:pt>
                <c:pt idx="73">
                  <c:v>-0.988</c:v>
                </c:pt>
                <c:pt idx="74">
                  <c:v>-0.9971</c:v>
                </c:pt>
                <c:pt idx="75">
                  <c:v>-1.0</c:v>
                </c:pt>
                <c:pt idx="76">
                  <c:v>-0.9968</c:v>
                </c:pt>
                <c:pt idx="77">
                  <c:v>-0.9874</c:v>
                </c:pt>
                <c:pt idx="78">
                  <c:v>-0.9719</c:v>
                </c:pt>
                <c:pt idx="79">
                  <c:v>-0.9504</c:v>
                </c:pt>
                <c:pt idx="80">
                  <c:v>-0.9231</c:v>
                </c:pt>
                <c:pt idx="81">
                  <c:v>-0.8901</c:v>
                </c:pt>
                <c:pt idx="82">
                  <c:v>-0.8515</c:v>
                </c:pt>
                <c:pt idx="83">
                  <c:v>-0.8078</c:v>
                </c:pt>
                <c:pt idx="84">
                  <c:v>-0.759</c:v>
                </c:pt>
                <c:pt idx="85">
                  <c:v>-0.7056</c:v>
                </c:pt>
                <c:pt idx="86">
                  <c:v>-0.6479</c:v>
                </c:pt>
                <c:pt idx="87">
                  <c:v>-0.5861</c:v>
                </c:pt>
                <c:pt idx="88">
                  <c:v>-0.5207</c:v>
                </c:pt>
                <c:pt idx="89">
                  <c:v>-0.4521</c:v>
                </c:pt>
                <c:pt idx="90">
                  <c:v>-0.3807</c:v>
                </c:pt>
                <c:pt idx="91">
                  <c:v>-0.307</c:v>
                </c:pt>
                <c:pt idx="92">
                  <c:v>-0.2314</c:v>
                </c:pt>
                <c:pt idx="93">
                  <c:v>-0.1544</c:v>
                </c:pt>
                <c:pt idx="94">
                  <c:v>-0.0764</c:v>
                </c:pt>
                <c:pt idx="95">
                  <c:v>0.0021</c:v>
                </c:pt>
                <c:pt idx="96">
                  <c:v>0.0805</c:v>
                </c:pt>
                <c:pt idx="97">
                  <c:v>0.1585</c:v>
                </c:pt>
                <c:pt idx="98">
                  <c:v>0.2355</c:v>
                </c:pt>
                <c:pt idx="99">
                  <c:v>0.311</c:v>
                </c:pt>
                <c:pt idx="100">
                  <c:v>0.3846</c:v>
                </c:pt>
                <c:pt idx="101">
                  <c:v>0.4559</c:v>
                </c:pt>
                <c:pt idx="102">
                  <c:v>0.5243</c:v>
                </c:pt>
                <c:pt idx="103">
                  <c:v>0.5895</c:v>
                </c:pt>
                <c:pt idx="104">
                  <c:v>0.651</c:v>
                </c:pt>
                <c:pt idx="105">
                  <c:v>0.7086</c:v>
                </c:pt>
                <c:pt idx="106">
                  <c:v>0.7618</c:v>
                </c:pt>
                <c:pt idx="107">
                  <c:v>0.8102</c:v>
                </c:pt>
                <c:pt idx="108">
                  <c:v>0.8537</c:v>
                </c:pt>
                <c:pt idx="109">
                  <c:v>0.892</c:v>
                </c:pt>
                <c:pt idx="110">
                  <c:v>0.9247</c:v>
                </c:pt>
                <c:pt idx="111">
                  <c:v>0.9517</c:v>
                </c:pt>
                <c:pt idx="112">
                  <c:v>0.9729</c:v>
                </c:pt>
                <c:pt idx="113">
                  <c:v>0.988</c:v>
                </c:pt>
                <c:pt idx="114">
                  <c:v>0.9971</c:v>
                </c:pt>
                <c:pt idx="115">
                  <c:v>1.0</c:v>
                </c:pt>
                <c:pt idx="116">
                  <c:v>0.9968</c:v>
                </c:pt>
                <c:pt idx="117">
                  <c:v>0.9874</c:v>
                </c:pt>
                <c:pt idx="118">
                  <c:v>0.9719</c:v>
                </c:pt>
                <c:pt idx="119">
                  <c:v>0.9504</c:v>
                </c:pt>
                <c:pt idx="120">
                  <c:v>0.9231</c:v>
                </c:pt>
                <c:pt idx="121">
                  <c:v>0.8901</c:v>
                </c:pt>
                <c:pt idx="122">
                  <c:v>0.8515</c:v>
                </c:pt>
                <c:pt idx="123">
                  <c:v>0.8078</c:v>
                </c:pt>
                <c:pt idx="124">
                  <c:v>0.759</c:v>
                </c:pt>
                <c:pt idx="125">
                  <c:v>0.7056</c:v>
                </c:pt>
                <c:pt idx="126">
                  <c:v>0.6479</c:v>
                </c:pt>
                <c:pt idx="127">
                  <c:v>0.5861</c:v>
                </c:pt>
                <c:pt idx="128">
                  <c:v>0.5207</c:v>
                </c:pt>
                <c:pt idx="129">
                  <c:v>0.4521</c:v>
                </c:pt>
                <c:pt idx="130">
                  <c:v>0.3807</c:v>
                </c:pt>
                <c:pt idx="131">
                  <c:v>0.307</c:v>
                </c:pt>
                <c:pt idx="132">
                  <c:v>0.2314</c:v>
                </c:pt>
                <c:pt idx="133">
                  <c:v>0.1544</c:v>
                </c:pt>
                <c:pt idx="134">
                  <c:v>0.0764</c:v>
                </c:pt>
                <c:pt idx="135">
                  <c:v>-0.0021</c:v>
                </c:pt>
                <c:pt idx="136">
                  <c:v>-0.0805</c:v>
                </c:pt>
                <c:pt idx="137">
                  <c:v>-0.1585</c:v>
                </c:pt>
                <c:pt idx="138">
                  <c:v>-0.2355</c:v>
                </c:pt>
                <c:pt idx="139">
                  <c:v>-0.311</c:v>
                </c:pt>
                <c:pt idx="140">
                  <c:v>-0.3846</c:v>
                </c:pt>
                <c:pt idx="141">
                  <c:v>-0.4559</c:v>
                </c:pt>
                <c:pt idx="142">
                  <c:v>-0.5243</c:v>
                </c:pt>
                <c:pt idx="143">
                  <c:v>-0.5895</c:v>
                </c:pt>
                <c:pt idx="144">
                  <c:v>-0.651</c:v>
                </c:pt>
                <c:pt idx="145">
                  <c:v>-0.7086</c:v>
                </c:pt>
                <c:pt idx="146">
                  <c:v>-0.7618</c:v>
                </c:pt>
                <c:pt idx="147">
                  <c:v>-0.8102</c:v>
                </c:pt>
                <c:pt idx="148">
                  <c:v>-0.8537</c:v>
                </c:pt>
                <c:pt idx="149">
                  <c:v>-0.892</c:v>
                </c:pt>
                <c:pt idx="150">
                  <c:v>-0.9247</c:v>
                </c:pt>
                <c:pt idx="151">
                  <c:v>-0.9517</c:v>
                </c:pt>
                <c:pt idx="152">
                  <c:v>-0.9729</c:v>
                </c:pt>
                <c:pt idx="153">
                  <c:v>-0.988</c:v>
                </c:pt>
                <c:pt idx="154">
                  <c:v>-0.9971</c:v>
                </c:pt>
                <c:pt idx="155">
                  <c:v>-1.0</c:v>
                </c:pt>
                <c:pt idx="156">
                  <c:v>-0.9968</c:v>
                </c:pt>
                <c:pt idx="157">
                  <c:v>-0.9874</c:v>
                </c:pt>
                <c:pt idx="158">
                  <c:v>-0.9719</c:v>
                </c:pt>
                <c:pt idx="159">
                  <c:v>-0.9504</c:v>
                </c:pt>
                <c:pt idx="160">
                  <c:v>-0.9231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Calibri"/>
                    <a:ea typeface="Calibri"/>
                    <a:cs typeface="Calibri"/>
                  </a:rPr>
                  <a:t>Normaliserad amplitud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Calibri"/>
                    <a:ea typeface="Calibri"/>
                    <a:cs typeface="Calibri"/>
                  </a:rPr>
                  <a:t>Tid (ms)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strRef>
              <c:f>Sheet1!$B$1</c:f>
              <c:strCache>
                <c:ptCount val="1"/>
                <c:pt idx="0">
                  <c:v>u</c:v>
                </c:pt>
              </c:strCache>
            </c:strRef>
          </c:tx>
          <c:spPr>
            <a:ln xmlns:a="http://schemas.openxmlformats.org/drawingml/2006/main" w="23813">
              <a:solidFill>
                <a:srgbClr val="064F91"/>
              </a:solidFill>
            </a:ln>
          </c:spPr>
          <c:marker>
            <c:symbol val="none"/>
          </c:marker>
          <c:xVal>
            <c:numRef>
              <c:f>Sheet1!$A$2:$A$162</c:f>
              <c:numCache>
                <c:formatCode>General</c:formatCode>
                <c:ptCount val="161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2.0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3.0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4.0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5.0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6.0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7.0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8.0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9.0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10.0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11.0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12.0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13.0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14.0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15.0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16.0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17.0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18.0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19.0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20.0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21.0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22.0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23.0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24.0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25.0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26.0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27.0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28.0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29.0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30.0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31.0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32.0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33.0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34.0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35.0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36.0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37.0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38.0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39.0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40.0</c:v>
                </c:pt>
              </c:numCache>
            </c:numRef>
          </c:xVal>
          <c:yVal>
            <c:numRef>
              <c:f>Sheet1!$B$2:$B$162</c:f>
              <c:numCache>
                <c:formatCode>General</c:formatCode>
                <c:ptCount val="161"/>
                <c:pt idx="0">
                  <c:v>0.0</c:v>
                </c:pt>
                <c:pt idx="1">
                  <c:v>0.0785</c:v>
                </c:pt>
                <c:pt idx="2">
                  <c:v>0.1564</c:v>
                </c:pt>
                <c:pt idx="3">
                  <c:v>0.2334</c:v>
                </c:pt>
                <c:pt idx="4">
                  <c:v>0.309</c:v>
                </c:pt>
                <c:pt idx="5">
                  <c:v>0.3827</c:v>
                </c:pt>
                <c:pt idx="6">
                  <c:v>0.454</c:v>
                </c:pt>
                <c:pt idx="7">
                  <c:v>0.5225</c:v>
                </c:pt>
                <c:pt idx="8">
                  <c:v>0.5878</c:v>
                </c:pt>
                <c:pt idx="9">
                  <c:v>0.6494</c:v>
                </c:pt>
                <c:pt idx="10">
                  <c:v>0.7071</c:v>
                </c:pt>
                <c:pt idx="11">
                  <c:v>0.7604</c:v>
                </c:pt>
                <c:pt idx="12">
                  <c:v>0.809</c:v>
                </c:pt>
                <c:pt idx="13">
                  <c:v>0.8526</c:v>
                </c:pt>
                <c:pt idx="14">
                  <c:v>0.891</c:v>
                </c:pt>
                <c:pt idx="15">
                  <c:v>0.9239</c:v>
                </c:pt>
                <c:pt idx="16">
                  <c:v>0.9511</c:v>
                </c:pt>
                <c:pt idx="17">
                  <c:v>0.9724</c:v>
                </c:pt>
                <c:pt idx="18">
                  <c:v>0.9877</c:v>
                </c:pt>
                <c:pt idx="19">
                  <c:v>0.9969</c:v>
                </c:pt>
                <c:pt idx="20">
                  <c:v>1.0</c:v>
                </c:pt>
                <c:pt idx="21">
                  <c:v>0.9969</c:v>
                </c:pt>
                <c:pt idx="22">
                  <c:v>0.9877</c:v>
                </c:pt>
                <c:pt idx="23">
                  <c:v>0.9724</c:v>
                </c:pt>
                <c:pt idx="24">
                  <c:v>0.9511</c:v>
                </c:pt>
                <c:pt idx="25">
                  <c:v>0.9239</c:v>
                </c:pt>
                <c:pt idx="26">
                  <c:v>0.891</c:v>
                </c:pt>
                <c:pt idx="27">
                  <c:v>0.8526</c:v>
                </c:pt>
                <c:pt idx="28">
                  <c:v>0.809</c:v>
                </c:pt>
                <c:pt idx="29">
                  <c:v>0.7604</c:v>
                </c:pt>
                <c:pt idx="30">
                  <c:v>0.7071</c:v>
                </c:pt>
                <c:pt idx="31">
                  <c:v>0.6494</c:v>
                </c:pt>
                <c:pt idx="32">
                  <c:v>0.5878</c:v>
                </c:pt>
                <c:pt idx="33">
                  <c:v>0.5225</c:v>
                </c:pt>
                <c:pt idx="34">
                  <c:v>0.454</c:v>
                </c:pt>
                <c:pt idx="35">
                  <c:v>0.3827</c:v>
                </c:pt>
                <c:pt idx="36">
                  <c:v>0.309</c:v>
                </c:pt>
                <c:pt idx="37">
                  <c:v>0.2334</c:v>
                </c:pt>
                <c:pt idx="38">
                  <c:v>0.1564</c:v>
                </c:pt>
                <c:pt idx="39">
                  <c:v>0.0785</c:v>
                </c:pt>
                <c:pt idx="40">
                  <c:v>0.0</c:v>
                </c:pt>
                <c:pt idx="41">
                  <c:v>-0.0785</c:v>
                </c:pt>
                <c:pt idx="42">
                  <c:v>-0.1564</c:v>
                </c:pt>
                <c:pt idx="43">
                  <c:v>-0.2334</c:v>
                </c:pt>
                <c:pt idx="44">
                  <c:v>-0.309</c:v>
                </c:pt>
                <c:pt idx="45">
                  <c:v>-0.3827</c:v>
                </c:pt>
                <c:pt idx="46">
                  <c:v>-0.454</c:v>
                </c:pt>
                <c:pt idx="47">
                  <c:v>-0.5225</c:v>
                </c:pt>
                <c:pt idx="48">
                  <c:v>-0.5878</c:v>
                </c:pt>
                <c:pt idx="49">
                  <c:v>-0.6494</c:v>
                </c:pt>
                <c:pt idx="50">
                  <c:v>-0.7071</c:v>
                </c:pt>
                <c:pt idx="51">
                  <c:v>-0.7604</c:v>
                </c:pt>
                <c:pt idx="52">
                  <c:v>-0.809</c:v>
                </c:pt>
                <c:pt idx="53">
                  <c:v>-0.8526</c:v>
                </c:pt>
                <c:pt idx="54">
                  <c:v>-0.891</c:v>
                </c:pt>
                <c:pt idx="55">
                  <c:v>-0.9239</c:v>
                </c:pt>
                <c:pt idx="56">
                  <c:v>-0.9511</c:v>
                </c:pt>
                <c:pt idx="57">
                  <c:v>-0.9724</c:v>
                </c:pt>
                <c:pt idx="58">
                  <c:v>-0.9877</c:v>
                </c:pt>
                <c:pt idx="59">
                  <c:v>-0.9969</c:v>
                </c:pt>
                <c:pt idx="60">
                  <c:v>-1.0</c:v>
                </c:pt>
                <c:pt idx="61">
                  <c:v>-0.9969</c:v>
                </c:pt>
                <c:pt idx="62">
                  <c:v>-0.9877</c:v>
                </c:pt>
                <c:pt idx="63">
                  <c:v>-0.9724</c:v>
                </c:pt>
                <c:pt idx="64">
                  <c:v>-0.9511</c:v>
                </c:pt>
                <c:pt idx="65">
                  <c:v>-0.9239</c:v>
                </c:pt>
                <c:pt idx="66">
                  <c:v>-0.891</c:v>
                </c:pt>
                <c:pt idx="67">
                  <c:v>-0.8526</c:v>
                </c:pt>
                <c:pt idx="68">
                  <c:v>-0.809</c:v>
                </c:pt>
                <c:pt idx="69">
                  <c:v>-0.7604</c:v>
                </c:pt>
                <c:pt idx="70">
                  <c:v>-0.7071</c:v>
                </c:pt>
                <c:pt idx="71">
                  <c:v>-0.6494</c:v>
                </c:pt>
                <c:pt idx="72">
                  <c:v>-0.5878</c:v>
                </c:pt>
                <c:pt idx="73">
                  <c:v>-0.5225</c:v>
                </c:pt>
                <c:pt idx="74">
                  <c:v>-0.454</c:v>
                </c:pt>
                <c:pt idx="75">
                  <c:v>-0.3827</c:v>
                </c:pt>
                <c:pt idx="76">
                  <c:v>-0.309</c:v>
                </c:pt>
                <c:pt idx="77">
                  <c:v>-0.2334</c:v>
                </c:pt>
                <c:pt idx="78">
                  <c:v>-0.1564</c:v>
                </c:pt>
                <c:pt idx="79">
                  <c:v>-0.0785</c:v>
                </c:pt>
                <c:pt idx="80">
                  <c:v>-0.0</c:v>
                </c:pt>
                <c:pt idx="81">
                  <c:v>0.0785</c:v>
                </c:pt>
                <c:pt idx="82">
                  <c:v>0.1564</c:v>
                </c:pt>
                <c:pt idx="83">
                  <c:v>0.2334</c:v>
                </c:pt>
                <c:pt idx="84">
                  <c:v>0.309</c:v>
                </c:pt>
                <c:pt idx="85">
                  <c:v>0.3827</c:v>
                </c:pt>
                <c:pt idx="86">
                  <c:v>0.454</c:v>
                </c:pt>
                <c:pt idx="87">
                  <c:v>0.5225</c:v>
                </c:pt>
                <c:pt idx="88">
                  <c:v>0.5878</c:v>
                </c:pt>
                <c:pt idx="89">
                  <c:v>0.6494</c:v>
                </c:pt>
                <c:pt idx="90">
                  <c:v>0.7071</c:v>
                </c:pt>
                <c:pt idx="91">
                  <c:v>0.7604</c:v>
                </c:pt>
                <c:pt idx="92">
                  <c:v>0.809</c:v>
                </c:pt>
                <c:pt idx="93">
                  <c:v>0.8526</c:v>
                </c:pt>
                <c:pt idx="94">
                  <c:v>0.891</c:v>
                </c:pt>
                <c:pt idx="95">
                  <c:v>0.9239</c:v>
                </c:pt>
                <c:pt idx="96">
                  <c:v>0.9511</c:v>
                </c:pt>
                <c:pt idx="97">
                  <c:v>0.9724</c:v>
                </c:pt>
                <c:pt idx="98">
                  <c:v>0.9877</c:v>
                </c:pt>
                <c:pt idx="99">
                  <c:v>0.9969</c:v>
                </c:pt>
                <c:pt idx="100">
                  <c:v>1.0</c:v>
                </c:pt>
                <c:pt idx="101">
                  <c:v>0.9969</c:v>
                </c:pt>
                <c:pt idx="102">
                  <c:v>0.9877</c:v>
                </c:pt>
                <c:pt idx="103">
                  <c:v>0.9724</c:v>
                </c:pt>
                <c:pt idx="104">
                  <c:v>0.9511</c:v>
                </c:pt>
                <c:pt idx="105">
                  <c:v>0.9239</c:v>
                </c:pt>
                <c:pt idx="106">
                  <c:v>0.891</c:v>
                </c:pt>
                <c:pt idx="107">
                  <c:v>0.8526</c:v>
                </c:pt>
                <c:pt idx="108">
                  <c:v>0.809</c:v>
                </c:pt>
                <c:pt idx="109">
                  <c:v>0.7604</c:v>
                </c:pt>
                <c:pt idx="110">
                  <c:v>0.7071</c:v>
                </c:pt>
                <c:pt idx="111">
                  <c:v>0.6494</c:v>
                </c:pt>
                <c:pt idx="112">
                  <c:v>0.5878</c:v>
                </c:pt>
                <c:pt idx="113">
                  <c:v>0.5225</c:v>
                </c:pt>
                <c:pt idx="114">
                  <c:v>0.454</c:v>
                </c:pt>
                <c:pt idx="115">
                  <c:v>0.3827</c:v>
                </c:pt>
                <c:pt idx="116">
                  <c:v>0.309</c:v>
                </c:pt>
                <c:pt idx="117">
                  <c:v>0.2334</c:v>
                </c:pt>
                <c:pt idx="118">
                  <c:v>0.1564</c:v>
                </c:pt>
                <c:pt idx="119">
                  <c:v>0.0785</c:v>
                </c:pt>
                <c:pt idx="120">
                  <c:v>0.0</c:v>
                </c:pt>
                <c:pt idx="121">
                  <c:v>-0.0785</c:v>
                </c:pt>
                <c:pt idx="122">
                  <c:v>-0.1564</c:v>
                </c:pt>
                <c:pt idx="123">
                  <c:v>-0.2334</c:v>
                </c:pt>
                <c:pt idx="124">
                  <c:v>-0.309</c:v>
                </c:pt>
                <c:pt idx="125">
                  <c:v>-0.3827</c:v>
                </c:pt>
                <c:pt idx="126">
                  <c:v>-0.454</c:v>
                </c:pt>
                <c:pt idx="127">
                  <c:v>-0.5225</c:v>
                </c:pt>
                <c:pt idx="128">
                  <c:v>-0.5878</c:v>
                </c:pt>
                <c:pt idx="129">
                  <c:v>-0.6494</c:v>
                </c:pt>
                <c:pt idx="130">
                  <c:v>-0.7071</c:v>
                </c:pt>
                <c:pt idx="131">
                  <c:v>-0.7604</c:v>
                </c:pt>
                <c:pt idx="132">
                  <c:v>-0.809</c:v>
                </c:pt>
                <c:pt idx="133">
                  <c:v>-0.8526</c:v>
                </c:pt>
                <c:pt idx="134">
                  <c:v>-0.891</c:v>
                </c:pt>
                <c:pt idx="135">
                  <c:v>-0.9239</c:v>
                </c:pt>
                <c:pt idx="136">
                  <c:v>-0.9511</c:v>
                </c:pt>
                <c:pt idx="137">
                  <c:v>-0.9724</c:v>
                </c:pt>
                <c:pt idx="138">
                  <c:v>-0.9877</c:v>
                </c:pt>
                <c:pt idx="139">
                  <c:v>-0.9969</c:v>
                </c:pt>
                <c:pt idx="140">
                  <c:v>-1.0</c:v>
                </c:pt>
                <c:pt idx="141">
                  <c:v>-0.9969</c:v>
                </c:pt>
                <c:pt idx="142">
                  <c:v>-0.9877</c:v>
                </c:pt>
                <c:pt idx="143">
                  <c:v>-0.9724</c:v>
                </c:pt>
                <c:pt idx="144">
                  <c:v>-0.9511</c:v>
                </c:pt>
                <c:pt idx="145">
                  <c:v>-0.9239</c:v>
                </c:pt>
                <c:pt idx="146">
                  <c:v>-0.891</c:v>
                </c:pt>
                <c:pt idx="147">
                  <c:v>-0.8526</c:v>
                </c:pt>
                <c:pt idx="148">
                  <c:v>-0.809</c:v>
                </c:pt>
                <c:pt idx="149">
                  <c:v>-0.7604</c:v>
                </c:pt>
                <c:pt idx="150">
                  <c:v>-0.7071</c:v>
                </c:pt>
                <c:pt idx="151">
                  <c:v>-0.6494</c:v>
                </c:pt>
                <c:pt idx="152">
                  <c:v>-0.5878</c:v>
                </c:pt>
                <c:pt idx="153">
                  <c:v>-0.5225</c:v>
                </c:pt>
                <c:pt idx="154">
                  <c:v>-0.454</c:v>
                </c:pt>
                <c:pt idx="155">
                  <c:v>-0.3827</c:v>
                </c:pt>
                <c:pt idx="156">
                  <c:v>-0.309</c:v>
                </c:pt>
                <c:pt idx="157">
                  <c:v>-0.2334</c:v>
                </c:pt>
                <c:pt idx="158">
                  <c:v>-0.1564</c:v>
                </c:pt>
                <c:pt idx="159">
                  <c:v>-0.0785</c:v>
                </c:pt>
                <c:pt idx="160">
                  <c:v>-0.0</c:v>
                </c:pt>
              </c:numCache>
            </c:numRef>
          </c:yVal>
        </c:ser>
        <c:ser>
          <c:idx val="1"/>
          <c:order val="1"/>
          <c:tx>
            <c:strRef>
              <c:f>Sheet1!$B$164</c:f>
              <c:strCache>
                <c:ptCount val="1"/>
                <c:pt idx="0">
                  <c:v>i</c:v>
                </c:pt>
              </c:strCache>
            </c:strRef>
          </c:tx>
          <c:spPr>
            <a:ln xmlns:a="http://schemas.openxmlformats.org/drawingml/2006/main" w="23813">
              <a:solidFill>
                <a:srgbClr val="AD5018"/>
              </a:solidFill>
            </a:ln>
          </c:spPr>
          <c:marker>
            <c:symbol val="none"/>
          </c:marker>
          <c:xVal>
            <c:numRef>
              <c:f>Sheet1!$A$165:$A$325</c:f>
              <c:numCache>
                <c:formatCode>General</c:formatCode>
                <c:ptCount val="161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2.0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3.0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4.0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5.0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6.0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7.0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8.0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9.0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10.0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11.0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12.0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13.0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14.0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15.0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16.0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17.0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18.0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19.0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20.0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21.0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22.0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23.0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24.0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25.0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26.0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27.0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28.0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29.0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30.0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31.0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32.0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33.0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34.0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35.0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36.0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37.0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38.0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39.0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40.0</c:v>
                </c:pt>
              </c:numCache>
            </c:numRef>
          </c:xVal>
          <c:yVal>
            <c:numRef>
              <c:f>Sheet1!$B$165:$B$325</c:f>
              <c:numCache>
                <c:formatCode>General</c:formatCode>
                <c:ptCount val="161"/>
                <c:pt idx="0">
                  <c:v>-0.9231</c:v>
                </c:pt>
                <c:pt idx="1">
                  <c:v>-0.8901</c:v>
                </c:pt>
                <c:pt idx="2">
                  <c:v>-0.8515</c:v>
                </c:pt>
                <c:pt idx="3">
                  <c:v>-0.8078</c:v>
                </c:pt>
                <c:pt idx="4">
                  <c:v>-0.759</c:v>
                </c:pt>
                <c:pt idx="5">
                  <c:v>-0.7056</c:v>
                </c:pt>
                <c:pt idx="6">
                  <c:v>-0.6479</c:v>
                </c:pt>
                <c:pt idx="7">
                  <c:v>-0.5861</c:v>
                </c:pt>
                <c:pt idx="8">
                  <c:v>-0.5207</c:v>
                </c:pt>
                <c:pt idx="9">
                  <c:v>-0.4521</c:v>
                </c:pt>
                <c:pt idx="10">
                  <c:v>-0.3807</c:v>
                </c:pt>
                <c:pt idx="11">
                  <c:v>-0.307</c:v>
                </c:pt>
                <c:pt idx="12">
                  <c:v>-0.2314</c:v>
                </c:pt>
                <c:pt idx="13">
                  <c:v>-0.1544</c:v>
                </c:pt>
                <c:pt idx="14">
                  <c:v>-0.0764</c:v>
                </c:pt>
                <c:pt idx="15">
                  <c:v>0.0021</c:v>
                </c:pt>
                <c:pt idx="16">
                  <c:v>0.0805</c:v>
                </c:pt>
                <c:pt idx="17">
                  <c:v>0.1585</c:v>
                </c:pt>
                <c:pt idx="18">
                  <c:v>0.2355</c:v>
                </c:pt>
                <c:pt idx="19">
                  <c:v>0.311</c:v>
                </c:pt>
                <c:pt idx="20">
                  <c:v>0.3846</c:v>
                </c:pt>
                <c:pt idx="21">
                  <c:v>0.4559</c:v>
                </c:pt>
                <c:pt idx="22">
                  <c:v>0.5243</c:v>
                </c:pt>
                <c:pt idx="23">
                  <c:v>0.5895</c:v>
                </c:pt>
                <c:pt idx="24">
                  <c:v>0.651</c:v>
                </c:pt>
                <c:pt idx="25">
                  <c:v>0.7086</c:v>
                </c:pt>
                <c:pt idx="26">
                  <c:v>0.7618</c:v>
                </c:pt>
                <c:pt idx="27">
                  <c:v>0.8102</c:v>
                </c:pt>
                <c:pt idx="28">
                  <c:v>0.8537</c:v>
                </c:pt>
                <c:pt idx="29">
                  <c:v>0.892</c:v>
                </c:pt>
                <c:pt idx="30">
                  <c:v>0.9247</c:v>
                </c:pt>
                <c:pt idx="31">
                  <c:v>0.9517</c:v>
                </c:pt>
                <c:pt idx="32">
                  <c:v>0.9729</c:v>
                </c:pt>
                <c:pt idx="33">
                  <c:v>0.988</c:v>
                </c:pt>
                <c:pt idx="34">
                  <c:v>0.9971</c:v>
                </c:pt>
                <c:pt idx="35">
                  <c:v>1.0</c:v>
                </c:pt>
                <c:pt idx="36">
                  <c:v>0.9968</c:v>
                </c:pt>
                <c:pt idx="37">
                  <c:v>0.9874</c:v>
                </c:pt>
                <c:pt idx="38">
                  <c:v>0.9719</c:v>
                </c:pt>
                <c:pt idx="39">
                  <c:v>0.9504</c:v>
                </c:pt>
                <c:pt idx="40">
                  <c:v>0.9231</c:v>
                </c:pt>
                <c:pt idx="41">
                  <c:v>0.8901</c:v>
                </c:pt>
                <c:pt idx="42">
                  <c:v>0.8515</c:v>
                </c:pt>
                <c:pt idx="43">
                  <c:v>0.8078</c:v>
                </c:pt>
                <c:pt idx="44">
                  <c:v>0.759</c:v>
                </c:pt>
                <c:pt idx="45">
                  <c:v>0.7056</c:v>
                </c:pt>
                <c:pt idx="46">
                  <c:v>0.6479</c:v>
                </c:pt>
                <c:pt idx="47">
                  <c:v>0.5861</c:v>
                </c:pt>
                <c:pt idx="48">
                  <c:v>0.5207</c:v>
                </c:pt>
                <c:pt idx="49">
                  <c:v>0.4521</c:v>
                </c:pt>
                <c:pt idx="50">
                  <c:v>0.3807</c:v>
                </c:pt>
                <c:pt idx="51">
                  <c:v>0.307</c:v>
                </c:pt>
                <c:pt idx="52">
                  <c:v>0.2314</c:v>
                </c:pt>
                <c:pt idx="53">
                  <c:v>0.1544</c:v>
                </c:pt>
                <c:pt idx="54">
                  <c:v>0.0764</c:v>
                </c:pt>
                <c:pt idx="55">
                  <c:v>-0.0021</c:v>
                </c:pt>
                <c:pt idx="56">
                  <c:v>-0.0805</c:v>
                </c:pt>
                <c:pt idx="57">
                  <c:v>-0.1585</c:v>
                </c:pt>
                <c:pt idx="58">
                  <c:v>-0.2355</c:v>
                </c:pt>
                <c:pt idx="59">
                  <c:v>-0.311</c:v>
                </c:pt>
                <c:pt idx="60">
                  <c:v>-0.3846</c:v>
                </c:pt>
                <c:pt idx="61">
                  <c:v>-0.4559</c:v>
                </c:pt>
                <c:pt idx="62">
                  <c:v>-0.5243</c:v>
                </c:pt>
                <c:pt idx="63">
                  <c:v>-0.5895</c:v>
                </c:pt>
                <c:pt idx="64">
                  <c:v>-0.651</c:v>
                </c:pt>
                <c:pt idx="65">
                  <c:v>-0.7086</c:v>
                </c:pt>
                <c:pt idx="66">
                  <c:v>-0.7618</c:v>
                </c:pt>
                <c:pt idx="67">
                  <c:v>-0.8102</c:v>
                </c:pt>
                <c:pt idx="68">
                  <c:v>-0.8537</c:v>
                </c:pt>
                <c:pt idx="69">
                  <c:v>-0.892</c:v>
                </c:pt>
                <c:pt idx="70">
                  <c:v>-0.9247</c:v>
                </c:pt>
                <c:pt idx="71">
                  <c:v>-0.9517</c:v>
                </c:pt>
                <c:pt idx="72">
                  <c:v>-0.9729</c:v>
                </c:pt>
                <c:pt idx="73">
                  <c:v>-0.988</c:v>
                </c:pt>
                <c:pt idx="74">
                  <c:v>-0.9971</c:v>
                </c:pt>
                <c:pt idx="75">
                  <c:v>-1.0</c:v>
                </c:pt>
                <c:pt idx="76">
                  <c:v>-0.9968</c:v>
                </c:pt>
                <c:pt idx="77">
                  <c:v>-0.9874</c:v>
                </c:pt>
                <c:pt idx="78">
                  <c:v>-0.9719</c:v>
                </c:pt>
                <c:pt idx="79">
                  <c:v>-0.9504</c:v>
                </c:pt>
                <c:pt idx="80">
                  <c:v>-0.9231</c:v>
                </c:pt>
                <c:pt idx="81">
                  <c:v>-0.8901</c:v>
                </c:pt>
                <c:pt idx="82">
                  <c:v>-0.8515</c:v>
                </c:pt>
                <c:pt idx="83">
                  <c:v>-0.8078</c:v>
                </c:pt>
                <c:pt idx="84">
                  <c:v>-0.759</c:v>
                </c:pt>
                <c:pt idx="85">
                  <c:v>-0.7056</c:v>
                </c:pt>
                <c:pt idx="86">
                  <c:v>-0.6479</c:v>
                </c:pt>
                <c:pt idx="87">
                  <c:v>-0.5861</c:v>
                </c:pt>
                <c:pt idx="88">
                  <c:v>-0.5207</c:v>
                </c:pt>
                <c:pt idx="89">
                  <c:v>-0.4521</c:v>
                </c:pt>
                <c:pt idx="90">
                  <c:v>-0.3807</c:v>
                </c:pt>
                <c:pt idx="91">
                  <c:v>-0.307</c:v>
                </c:pt>
                <c:pt idx="92">
                  <c:v>-0.2314</c:v>
                </c:pt>
                <c:pt idx="93">
                  <c:v>-0.1544</c:v>
                </c:pt>
                <c:pt idx="94">
                  <c:v>-0.0764</c:v>
                </c:pt>
                <c:pt idx="95">
                  <c:v>0.0021</c:v>
                </c:pt>
                <c:pt idx="96">
                  <c:v>0.0805</c:v>
                </c:pt>
                <c:pt idx="97">
                  <c:v>0.1585</c:v>
                </c:pt>
                <c:pt idx="98">
                  <c:v>0.2355</c:v>
                </c:pt>
                <c:pt idx="99">
                  <c:v>0.311</c:v>
                </c:pt>
                <c:pt idx="100">
                  <c:v>0.3846</c:v>
                </c:pt>
                <c:pt idx="101">
                  <c:v>0.4559</c:v>
                </c:pt>
                <c:pt idx="102">
                  <c:v>0.5243</c:v>
                </c:pt>
                <c:pt idx="103">
                  <c:v>0.5895</c:v>
                </c:pt>
                <c:pt idx="104">
                  <c:v>0.651</c:v>
                </c:pt>
                <c:pt idx="105">
                  <c:v>0.7086</c:v>
                </c:pt>
                <c:pt idx="106">
                  <c:v>0.7618</c:v>
                </c:pt>
                <c:pt idx="107">
                  <c:v>0.8102</c:v>
                </c:pt>
                <c:pt idx="108">
                  <c:v>0.8537</c:v>
                </c:pt>
                <c:pt idx="109">
                  <c:v>0.892</c:v>
                </c:pt>
                <c:pt idx="110">
                  <c:v>0.9247</c:v>
                </c:pt>
                <c:pt idx="111">
                  <c:v>0.9517</c:v>
                </c:pt>
                <c:pt idx="112">
                  <c:v>0.9729</c:v>
                </c:pt>
                <c:pt idx="113">
                  <c:v>0.988</c:v>
                </c:pt>
                <c:pt idx="114">
                  <c:v>0.9971</c:v>
                </c:pt>
                <c:pt idx="115">
                  <c:v>1.0</c:v>
                </c:pt>
                <c:pt idx="116">
                  <c:v>0.9968</c:v>
                </c:pt>
                <c:pt idx="117">
                  <c:v>0.9874</c:v>
                </c:pt>
                <c:pt idx="118">
                  <c:v>0.9719</c:v>
                </c:pt>
                <c:pt idx="119">
                  <c:v>0.9504</c:v>
                </c:pt>
                <c:pt idx="120">
                  <c:v>0.9231</c:v>
                </c:pt>
                <c:pt idx="121">
                  <c:v>0.8901</c:v>
                </c:pt>
                <c:pt idx="122">
                  <c:v>0.8515</c:v>
                </c:pt>
                <c:pt idx="123">
                  <c:v>0.8078</c:v>
                </c:pt>
                <c:pt idx="124">
                  <c:v>0.759</c:v>
                </c:pt>
                <c:pt idx="125">
                  <c:v>0.7056</c:v>
                </c:pt>
                <c:pt idx="126">
                  <c:v>0.6479</c:v>
                </c:pt>
                <c:pt idx="127">
                  <c:v>0.5861</c:v>
                </c:pt>
                <c:pt idx="128">
                  <c:v>0.5207</c:v>
                </c:pt>
                <c:pt idx="129">
                  <c:v>0.4521</c:v>
                </c:pt>
                <c:pt idx="130">
                  <c:v>0.3807</c:v>
                </c:pt>
                <c:pt idx="131">
                  <c:v>0.307</c:v>
                </c:pt>
                <c:pt idx="132">
                  <c:v>0.2314</c:v>
                </c:pt>
                <c:pt idx="133">
                  <c:v>0.1544</c:v>
                </c:pt>
                <c:pt idx="134">
                  <c:v>0.0764</c:v>
                </c:pt>
                <c:pt idx="135">
                  <c:v>-0.0021</c:v>
                </c:pt>
                <c:pt idx="136">
                  <c:v>-0.0805</c:v>
                </c:pt>
                <c:pt idx="137">
                  <c:v>-0.1585</c:v>
                </c:pt>
                <c:pt idx="138">
                  <c:v>-0.2355</c:v>
                </c:pt>
                <c:pt idx="139">
                  <c:v>-0.311</c:v>
                </c:pt>
                <c:pt idx="140">
                  <c:v>-0.3846</c:v>
                </c:pt>
                <c:pt idx="141">
                  <c:v>-0.4559</c:v>
                </c:pt>
                <c:pt idx="142">
                  <c:v>-0.5243</c:v>
                </c:pt>
                <c:pt idx="143">
                  <c:v>-0.5895</c:v>
                </c:pt>
                <c:pt idx="144">
                  <c:v>-0.651</c:v>
                </c:pt>
                <c:pt idx="145">
                  <c:v>-0.7086</c:v>
                </c:pt>
                <c:pt idx="146">
                  <c:v>-0.7618</c:v>
                </c:pt>
                <c:pt idx="147">
                  <c:v>-0.8102</c:v>
                </c:pt>
                <c:pt idx="148">
                  <c:v>-0.8537</c:v>
                </c:pt>
                <c:pt idx="149">
                  <c:v>-0.892</c:v>
                </c:pt>
                <c:pt idx="150">
                  <c:v>-0.9247</c:v>
                </c:pt>
                <c:pt idx="151">
                  <c:v>-0.9517</c:v>
                </c:pt>
                <c:pt idx="152">
                  <c:v>-0.9729</c:v>
                </c:pt>
                <c:pt idx="153">
                  <c:v>-0.988</c:v>
                </c:pt>
                <c:pt idx="154">
                  <c:v>-0.9971</c:v>
                </c:pt>
                <c:pt idx="155">
                  <c:v>-1.0</c:v>
                </c:pt>
                <c:pt idx="156">
                  <c:v>-0.9968</c:v>
                </c:pt>
                <c:pt idx="157">
                  <c:v>-0.9874</c:v>
                </c:pt>
                <c:pt idx="158">
                  <c:v>-0.9719</c:v>
                </c:pt>
                <c:pt idx="159">
                  <c:v>-0.9504</c:v>
                </c:pt>
                <c:pt idx="160">
                  <c:v>-0.9231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Calibri"/>
                    <a:ea typeface="Calibri"/>
                    <a:cs typeface="Calibri"/>
                  </a:rPr>
                  <a:t>Normaliserad amplitud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Calibri"/>
                    <a:ea typeface="Calibri"/>
                    <a:cs typeface="Calibri"/>
                  </a:rPr>
                  <a:t>Tid (ms)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strRef>
              <c:f>Sheet1!$B$1</c:f>
              <c:strCache>
                <c:ptCount val="1"/>
                <c:pt idx="0">
                  <c:v>u</c:v>
                </c:pt>
              </c:strCache>
            </c:strRef>
          </c:tx>
          <c:spPr>
            <a:ln xmlns:a="http://schemas.openxmlformats.org/drawingml/2006/main" w="23813">
              <a:solidFill>
                <a:srgbClr val="064F91"/>
              </a:solidFill>
            </a:ln>
          </c:spPr>
          <c:marker>
            <c:symbol val="none"/>
          </c:marker>
          <c:xVal>
            <c:numRef>
              <c:f>Sheet1!$A$2:$A$162</c:f>
              <c:numCache>
                <c:formatCode>General</c:formatCode>
                <c:ptCount val="161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2.0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3.0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4.0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5.0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6.0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7.0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8.0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9.0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10.0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11.0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12.0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13.0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14.0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15.0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16.0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17.0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18.0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19.0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20.0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21.0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22.0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23.0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24.0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25.0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26.0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27.0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28.0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29.0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30.0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31.0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32.0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33.0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34.0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35.0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36.0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37.0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38.0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39.0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40.0</c:v>
                </c:pt>
              </c:numCache>
            </c:numRef>
          </c:xVal>
          <c:yVal>
            <c:numRef>
              <c:f>Sheet1!$B$2:$B$162</c:f>
              <c:numCache>
                <c:formatCode>General</c:formatCode>
                <c:ptCount val="161"/>
                <c:pt idx="0">
                  <c:v>0.0</c:v>
                </c:pt>
                <c:pt idx="1">
                  <c:v>0.0785</c:v>
                </c:pt>
                <c:pt idx="2">
                  <c:v>0.1564</c:v>
                </c:pt>
                <c:pt idx="3">
                  <c:v>0.2334</c:v>
                </c:pt>
                <c:pt idx="4">
                  <c:v>0.309</c:v>
                </c:pt>
                <c:pt idx="5">
                  <c:v>0.3827</c:v>
                </c:pt>
                <c:pt idx="6">
                  <c:v>0.454</c:v>
                </c:pt>
                <c:pt idx="7">
                  <c:v>0.5225</c:v>
                </c:pt>
                <c:pt idx="8">
                  <c:v>0.5878</c:v>
                </c:pt>
                <c:pt idx="9">
                  <c:v>0.6494</c:v>
                </c:pt>
                <c:pt idx="10">
                  <c:v>0.7071</c:v>
                </c:pt>
                <c:pt idx="11">
                  <c:v>0.7604</c:v>
                </c:pt>
                <c:pt idx="12">
                  <c:v>0.809</c:v>
                </c:pt>
                <c:pt idx="13">
                  <c:v>0.8526</c:v>
                </c:pt>
                <c:pt idx="14">
                  <c:v>0.891</c:v>
                </c:pt>
                <c:pt idx="15">
                  <c:v>0.9239</c:v>
                </c:pt>
                <c:pt idx="16">
                  <c:v>0.9511</c:v>
                </c:pt>
                <c:pt idx="17">
                  <c:v>0.9724</c:v>
                </c:pt>
                <c:pt idx="18">
                  <c:v>0.9877</c:v>
                </c:pt>
                <c:pt idx="19">
                  <c:v>0.9969</c:v>
                </c:pt>
                <c:pt idx="20">
                  <c:v>1.0</c:v>
                </c:pt>
                <c:pt idx="21">
                  <c:v>0.9969</c:v>
                </c:pt>
                <c:pt idx="22">
                  <c:v>0.9877</c:v>
                </c:pt>
                <c:pt idx="23">
                  <c:v>0.9724</c:v>
                </c:pt>
                <c:pt idx="24">
                  <c:v>0.9511</c:v>
                </c:pt>
                <c:pt idx="25">
                  <c:v>0.9239</c:v>
                </c:pt>
                <c:pt idx="26">
                  <c:v>0.891</c:v>
                </c:pt>
                <c:pt idx="27">
                  <c:v>0.8526</c:v>
                </c:pt>
                <c:pt idx="28">
                  <c:v>0.809</c:v>
                </c:pt>
                <c:pt idx="29">
                  <c:v>0.7604</c:v>
                </c:pt>
                <c:pt idx="30">
                  <c:v>0.7071</c:v>
                </c:pt>
                <c:pt idx="31">
                  <c:v>0.6494</c:v>
                </c:pt>
                <c:pt idx="32">
                  <c:v>0.5878</c:v>
                </c:pt>
                <c:pt idx="33">
                  <c:v>0.5225</c:v>
                </c:pt>
                <c:pt idx="34">
                  <c:v>0.454</c:v>
                </c:pt>
                <c:pt idx="35">
                  <c:v>0.3827</c:v>
                </c:pt>
                <c:pt idx="36">
                  <c:v>0.309</c:v>
                </c:pt>
                <c:pt idx="37">
                  <c:v>0.2334</c:v>
                </c:pt>
                <c:pt idx="38">
                  <c:v>0.1564</c:v>
                </c:pt>
                <c:pt idx="39">
                  <c:v>0.0785</c:v>
                </c:pt>
                <c:pt idx="40">
                  <c:v>0.0</c:v>
                </c:pt>
                <c:pt idx="41">
                  <c:v>-0.0785</c:v>
                </c:pt>
                <c:pt idx="42">
                  <c:v>-0.1564</c:v>
                </c:pt>
                <c:pt idx="43">
                  <c:v>-0.2334</c:v>
                </c:pt>
                <c:pt idx="44">
                  <c:v>-0.309</c:v>
                </c:pt>
                <c:pt idx="45">
                  <c:v>-0.3827</c:v>
                </c:pt>
                <c:pt idx="46">
                  <c:v>-0.454</c:v>
                </c:pt>
                <c:pt idx="47">
                  <c:v>-0.5225</c:v>
                </c:pt>
                <c:pt idx="48">
                  <c:v>-0.5878</c:v>
                </c:pt>
                <c:pt idx="49">
                  <c:v>-0.6494</c:v>
                </c:pt>
                <c:pt idx="50">
                  <c:v>-0.7071</c:v>
                </c:pt>
                <c:pt idx="51">
                  <c:v>-0.7604</c:v>
                </c:pt>
                <c:pt idx="52">
                  <c:v>-0.809</c:v>
                </c:pt>
                <c:pt idx="53">
                  <c:v>-0.8526</c:v>
                </c:pt>
                <c:pt idx="54">
                  <c:v>-0.891</c:v>
                </c:pt>
                <c:pt idx="55">
                  <c:v>-0.9239</c:v>
                </c:pt>
                <c:pt idx="56">
                  <c:v>-0.9511</c:v>
                </c:pt>
                <c:pt idx="57">
                  <c:v>-0.9724</c:v>
                </c:pt>
                <c:pt idx="58">
                  <c:v>-0.9877</c:v>
                </c:pt>
                <c:pt idx="59">
                  <c:v>-0.9969</c:v>
                </c:pt>
                <c:pt idx="60">
                  <c:v>-1.0</c:v>
                </c:pt>
                <c:pt idx="61">
                  <c:v>-0.9969</c:v>
                </c:pt>
                <c:pt idx="62">
                  <c:v>-0.9877</c:v>
                </c:pt>
                <c:pt idx="63">
                  <c:v>-0.9724</c:v>
                </c:pt>
                <c:pt idx="64">
                  <c:v>-0.9511</c:v>
                </c:pt>
                <c:pt idx="65">
                  <c:v>-0.9239</c:v>
                </c:pt>
                <c:pt idx="66">
                  <c:v>-0.891</c:v>
                </c:pt>
                <c:pt idx="67">
                  <c:v>-0.8526</c:v>
                </c:pt>
                <c:pt idx="68">
                  <c:v>-0.809</c:v>
                </c:pt>
                <c:pt idx="69">
                  <c:v>-0.7604</c:v>
                </c:pt>
                <c:pt idx="70">
                  <c:v>-0.7071</c:v>
                </c:pt>
                <c:pt idx="71">
                  <c:v>-0.6494</c:v>
                </c:pt>
                <c:pt idx="72">
                  <c:v>-0.5878</c:v>
                </c:pt>
                <c:pt idx="73">
                  <c:v>-0.5225</c:v>
                </c:pt>
                <c:pt idx="74">
                  <c:v>-0.454</c:v>
                </c:pt>
                <c:pt idx="75">
                  <c:v>-0.3827</c:v>
                </c:pt>
                <c:pt idx="76">
                  <c:v>-0.309</c:v>
                </c:pt>
                <c:pt idx="77">
                  <c:v>-0.2334</c:v>
                </c:pt>
                <c:pt idx="78">
                  <c:v>-0.1564</c:v>
                </c:pt>
                <c:pt idx="79">
                  <c:v>-0.0785</c:v>
                </c:pt>
                <c:pt idx="80">
                  <c:v>-0.0</c:v>
                </c:pt>
                <c:pt idx="81">
                  <c:v>0.0785</c:v>
                </c:pt>
                <c:pt idx="82">
                  <c:v>0.1564</c:v>
                </c:pt>
                <c:pt idx="83">
                  <c:v>0.2334</c:v>
                </c:pt>
                <c:pt idx="84">
                  <c:v>0.309</c:v>
                </c:pt>
                <c:pt idx="85">
                  <c:v>0.3827</c:v>
                </c:pt>
                <c:pt idx="86">
                  <c:v>0.454</c:v>
                </c:pt>
                <c:pt idx="87">
                  <c:v>0.5225</c:v>
                </c:pt>
                <c:pt idx="88">
                  <c:v>0.5878</c:v>
                </c:pt>
                <c:pt idx="89">
                  <c:v>0.6494</c:v>
                </c:pt>
                <c:pt idx="90">
                  <c:v>0.7071</c:v>
                </c:pt>
                <c:pt idx="91">
                  <c:v>0.7604</c:v>
                </c:pt>
                <c:pt idx="92">
                  <c:v>0.809</c:v>
                </c:pt>
                <c:pt idx="93">
                  <c:v>0.8526</c:v>
                </c:pt>
                <c:pt idx="94">
                  <c:v>0.891</c:v>
                </c:pt>
                <c:pt idx="95">
                  <c:v>0.9239</c:v>
                </c:pt>
                <c:pt idx="96">
                  <c:v>0.9511</c:v>
                </c:pt>
                <c:pt idx="97">
                  <c:v>0.9724</c:v>
                </c:pt>
                <c:pt idx="98">
                  <c:v>0.9877</c:v>
                </c:pt>
                <c:pt idx="99">
                  <c:v>0.9969</c:v>
                </c:pt>
                <c:pt idx="100">
                  <c:v>1.0</c:v>
                </c:pt>
                <c:pt idx="101">
                  <c:v>0.9969</c:v>
                </c:pt>
                <c:pt idx="102">
                  <c:v>0.9877</c:v>
                </c:pt>
                <c:pt idx="103">
                  <c:v>0.9724</c:v>
                </c:pt>
                <c:pt idx="104">
                  <c:v>0.9511</c:v>
                </c:pt>
                <c:pt idx="105">
                  <c:v>0.9239</c:v>
                </c:pt>
                <c:pt idx="106">
                  <c:v>0.891</c:v>
                </c:pt>
                <c:pt idx="107">
                  <c:v>0.8526</c:v>
                </c:pt>
                <c:pt idx="108">
                  <c:v>0.809</c:v>
                </c:pt>
                <c:pt idx="109">
                  <c:v>0.7604</c:v>
                </c:pt>
                <c:pt idx="110">
                  <c:v>0.7071</c:v>
                </c:pt>
                <c:pt idx="111">
                  <c:v>0.6494</c:v>
                </c:pt>
                <c:pt idx="112">
                  <c:v>0.5878</c:v>
                </c:pt>
                <c:pt idx="113">
                  <c:v>0.5225</c:v>
                </c:pt>
                <c:pt idx="114">
                  <c:v>0.454</c:v>
                </c:pt>
                <c:pt idx="115">
                  <c:v>0.3827</c:v>
                </c:pt>
                <c:pt idx="116">
                  <c:v>0.309</c:v>
                </c:pt>
                <c:pt idx="117">
                  <c:v>0.2334</c:v>
                </c:pt>
                <c:pt idx="118">
                  <c:v>0.1564</c:v>
                </c:pt>
                <c:pt idx="119">
                  <c:v>0.0785</c:v>
                </c:pt>
                <c:pt idx="120">
                  <c:v>0.0</c:v>
                </c:pt>
                <c:pt idx="121">
                  <c:v>-0.0785</c:v>
                </c:pt>
                <c:pt idx="122">
                  <c:v>-0.1564</c:v>
                </c:pt>
                <c:pt idx="123">
                  <c:v>-0.2334</c:v>
                </c:pt>
                <c:pt idx="124">
                  <c:v>-0.309</c:v>
                </c:pt>
                <c:pt idx="125">
                  <c:v>-0.3827</c:v>
                </c:pt>
                <c:pt idx="126">
                  <c:v>-0.454</c:v>
                </c:pt>
                <c:pt idx="127">
                  <c:v>-0.5225</c:v>
                </c:pt>
                <c:pt idx="128">
                  <c:v>-0.5878</c:v>
                </c:pt>
                <c:pt idx="129">
                  <c:v>-0.6494</c:v>
                </c:pt>
                <c:pt idx="130">
                  <c:v>-0.7071</c:v>
                </c:pt>
                <c:pt idx="131">
                  <c:v>-0.7604</c:v>
                </c:pt>
                <c:pt idx="132">
                  <c:v>-0.809</c:v>
                </c:pt>
                <c:pt idx="133">
                  <c:v>-0.8526</c:v>
                </c:pt>
                <c:pt idx="134">
                  <c:v>-0.891</c:v>
                </c:pt>
                <c:pt idx="135">
                  <c:v>-0.9239</c:v>
                </c:pt>
                <c:pt idx="136">
                  <c:v>-0.9511</c:v>
                </c:pt>
                <c:pt idx="137">
                  <c:v>-0.9724</c:v>
                </c:pt>
                <c:pt idx="138">
                  <c:v>-0.9877</c:v>
                </c:pt>
                <c:pt idx="139">
                  <c:v>-0.9969</c:v>
                </c:pt>
                <c:pt idx="140">
                  <c:v>-1.0</c:v>
                </c:pt>
                <c:pt idx="141">
                  <c:v>-0.9969</c:v>
                </c:pt>
                <c:pt idx="142">
                  <c:v>-0.9877</c:v>
                </c:pt>
                <c:pt idx="143">
                  <c:v>-0.9724</c:v>
                </c:pt>
                <c:pt idx="144">
                  <c:v>-0.9511</c:v>
                </c:pt>
                <c:pt idx="145">
                  <c:v>-0.9239</c:v>
                </c:pt>
                <c:pt idx="146">
                  <c:v>-0.891</c:v>
                </c:pt>
                <c:pt idx="147">
                  <c:v>-0.8526</c:v>
                </c:pt>
                <c:pt idx="148">
                  <c:v>-0.809</c:v>
                </c:pt>
                <c:pt idx="149">
                  <c:v>-0.7604</c:v>
                </c:pt>
                <c:pt idx="150">
                  <c:v>-0.7071</c:v>
                </c:pt>
                <c:pt idx="151">
                  <c:v>-0.6494</c:v>
                </c:pt>
                <c:pt idx="152">
                  <c:v>-0.5878</c:v>
                </c:pt>
                <c:pt idx="153">
                  <c:v>-0.5225</c:v>
                </c:pt>
                <c:pt idx="154">
                  <c:v>-0.454</c:v>
                </c:pt>
                <c:pt idx="155">
                  <c:v>-0.3827</c:v>
                </c:pt>
                <c:pt idx="156">
                  <c:v>-0.309</c:v>
                </c:pt>
                <c:pt idx="157">
                  <c:v>-0.2334</c:v>
                </c:pt>
                <c:pt idx="158">
                  <c:v>-0.1564</c:v>
                </c:pt>
                <c:pt idx="159">
                  <c:v>-0.0785</c:v>
                </c:pt>
                <c:pt idx="160">
                  <c:v>-0.0</c:v>
                </c:pt>
              </c:numCache>
            </c:numRef>
          </c:yVal>
        </c:ser>
        <c:ser>
          <c:idx val="1"/>
          <c:order val="1"/>
          <c:tx>
            <c:strRef>
              <c:f>Sheet1!$B$164</c:f>
              <c:strCache>
                <c:ptCount val="1"/>
                <c:pt idx="0">
                  <c:v>i</c:v>
                </c:pt>
              </c:strCache>
            </c:strRef>
          </c:tx>
          <c:spPr>
            <a:ln xmlns:a="http://schemas.openxmlformats.org/drawingml/2006/main" w="23813">
              <a:solidFill>
                <a:srgbClr val="AD5018"/>
              </a:solidFill>
            </a:ln>
          </c:spPr>
          <c:marker>
            <c:symbol val="none"/>
          </c:marker>
          <c:xVal>
            <c:numRef>
              <c:f>Sheet1!$A$165:$A$325</c:f>
              <c:numCache>
                <c:formatCode>General</c:formatCode>
                <c:ptCount val="161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2.0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3.0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4.0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5.0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6.0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7.0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8.0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9.0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10.0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11.0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12.0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13.0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14.0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15.0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16.0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17.0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18.0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19.0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20.0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21.0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22.0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23.0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24.0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25.0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26.0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27.0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28.0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29.0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30.0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31.0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32.0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33.0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34.0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35.0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36.0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37.0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38.0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39.0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40.0</c:v>
                </c:pt>
              </c:numCache>
            </c:numRef>
          </c:xVal>
          <c:yVal>
            <c:numRef>
              <c:f>Sheet1!$B$165:$B$325</c:f>
              <c:numCache>
                <c:formatCode>General</c:formatCode>
                <c:ptCount val="161"/>
                <c:pt idx="0">
                  <c:v>-0.9231</c:v>
                </c:pt>
                <c:pt idx="1">
                  <c:v>-0.8901</c:v>
                </c:pt>
                <c:pt idx="2">
                  <c:v>-0.8515</c:v>
                </c:pt>
                <c:pt idx="3">
                  <c:v>-0.8078</c:v>
                </c:pt>
                <c:pt idx="4">
                  <c:v>-0.759</c:v>
                </c:pt>
                <c:pt idx="5">
                  <c:v>-0.7056</c:v>
                </c:pt>
                <c:pt idx="6">
                  <c:v>-0.6479</c:v>
                </c:pt>
                <c:pt idx="7">
                  <c:v>-0.5861</c:v>
                </c:pt>
                <c:pt idx="8">
                  <c:v>-0.5207</c:v>
                </c:pt>
                <c:pt idx="9">
                  <c:v>-0.4521</c:v>
                </c:pt>
                <c:pt idx="10">
                  <c:v>-0.3807</c:v>
                </c:pt>
                <c:pt idx="11">
                  <c:v>-0.307</c:v>
                </c:pt>
                <c:pt idx="12">
                  <c:v>-0.2314</c:v>
                </c:pt>
                <c:pt idx="13">
                  <c:v>-0.1544</c:v>
                </c:pt>
                <c:pt idx="14">
                  <c:v>-0.0764</c:v>
                </c:pt>
                <c:pt idx="15">
                  <c:v>0.0021</c:v>
                </c:pt>
                <c:pt idx="16">
                  <c:v>0.0805</c:v>
                </c:pt>
                <c:pt idx="17">
                  <c:v>0.1585</c:v>
                </c:pt>
                <c:pt idx="18">
                  <c:v>0.2355</c:v>
                </c:pt>
                <c:pt idx="19">
                  <c:v>0.311</c:v>
                </c:pt>
                <c:pt idx="20">
                  <c:v>0.3846</c:v>
                </c:pt>
                <c:pt idx="21">
                  <c:v>0.4559</c:v>
                </c:pt>
                <c:pt idx="22">
                  <c:v>0.5243</c:v>
                </c:pt>
                <c:pt idx="23">
                  <c:v>0.5895</c:v>
                </c:pt>
                <c:pt idx="24">
                  <c:v>0.651</c:v>
                </c:pt>
                <c:pt idx="25">
                  <c:v>0.7086</c:v>
                </c:pt>
                <c:pt idx="26">
                  <c:v>0.7618</c:v>
                </c:pt>
                <c:pt idx="27">
                  <c:v>0.8102</c:v>
                </c:pt>
                <c:pt idx="28">
                  <c:v>0.8537</c:v>
                </c:pt>
                <c:pt idx="29">
                  <c:v>0.892</c:v>
                </c:pt>
                <c:pt idx="30">
                  <c:v>0.9247</c:v>
                </c:pt>
                <c:pt idx="31">
                  <c:v>0.9517</c:v>
                </c:pt>
                <c:pt idx="32">
                  <c:v>0.9729</c:v>
                </c:pt>
                <c:pt idx="33">
                  <c:v>0.988</c:v>
                </c:pt>
                <c:pt idx="34">
                  <c:v>0.9971</c:v>
                </c:pt>
                <c:pt idx="35">
                  <c:v>1.0</c:v>
                </c:pt>
                <c:pt idx="36">
                  <c:v>0.9968</c:v>
                </c:pt>
                <c:pt idx="37">
                  <c:v>0.9874</c:v>
                </c:pt>
                <c:pt idx="38">
                  <c:v>0.9719</c:v>
                </c:pt>
                <c:pt idx="39">
                  <c:v>0.9504</c:v>
                </c:pt>
                <c:pt idx="40">
                  <c:v>0.9231</c:v>
                </c:pt>
                <c:pt idx="41">
                  <c:v>0.8901</c:v>
                </c:pt>
                <c:pt idx="42">
                  <c:v>0.8515</c:v>
                </c:pt>
                <c:pt idx="43">
                  <c:v>0.8078</c:v>
                </c:pt>
                <c:pt idx="44">
                  <c:v>0.759</c:v>
                </c:pt>
                <c:pt idx="45">
                  <c:v>0.7056</c:v>
                </c:pt>
                <c:pt idx="46">
                  <c:v>0.6479</c:v>
                </c:pt>
                <c:pt idx="47">
                  <c:v>0.5861</c:v>
                </c:pt>
                <c:pt idx="48">
                  <c:v>0.5207</c:v>
                </c:pt>
                <c:pt idx="49">
                  <c:v>0.4521</c:v>
                </c:pt>
                <c:pt idx="50">
                  <c:v>0.3807</c:v>
                </c:pt>
                <c:pt idx="51">
                  <c:v>0.307</c:v>
                </c:pt>
                <c:pt idx="52">
                  <c:v>0.2314</c:v>
                </c:pt>
                <c:pt idx="53">
                  <c:v>0.1544</c:v>
                </c:pt>
                <c:pt idx="54">
                  <c:v>0.0764</c:v>
                </c:pt>
                <c:pt idx="55">
                  <c:v>-0.0021</c:v>
                </c:pt>
                <c:pt idx="56">
                  <c:v>-0.0805</c:v>
                </c:pt>
                <c:pt idx="57">
                  <c:v>-0.1585</c:v>
                </c:pt>
                <c:pt idx="58">
                  <c:v>-0.2355</c:v>
                </c:pt>
                <c:pt idx="59">
                  <c:v>-0.311</c:v>
                </c:pt>
                <c:pt idx="60">
                  <c:v>-0.3846</c:v>
                </c:pt>
                <c:pt idx="61">
                  <c:v>-0.4559</c:v>
                </c:pt>
                <c:pt idx="62">
                  <c:v>-0.5243</c:v>
                </c:pt>
                <c:pt idx="63">
                  <c:v>-0.5895</c:v>
                </c:pt>
                <c:pt idx="64">
                  <c:v>-0.651</c:v>
                </c:pt>
                <c:pt idx="65">
                  <c:v>-0.7086</c:v>
                </c:pt>
                <c:pt idx="66">
                  <c:v>-0.7618</c:v>
                </c:pt>
                <c:pt idx="67">
                  <c:v>-0.8102</c:v>
                </c:pt>
                <c:pt idx="68">
                  <c:v>-0.8537</c:v>
                </c:pt>
                <c:pt idx="69">
                  <c:v>-0.892</c:v>
                </c:pt>
                <c:pt idx="70">
                  <c:v>-0.9247</c:v>
                </c:pt>
                <c:pt idx="71">
                  <c:v>-0.9517</c:v>
                </c:pt>
                <c:pt idx="72">
                  <c:v>-0.9729</c:v>
                </c:pt>
                <c:pt idx="73">
                  <c:v>-0.988</c:v>
                </c:pt>
                <c:pt idx="74">
                  <c:v>-0.9971</c:v>
                </c:pt>
                <c:pt idx="75">
                  <c:v>-1.0</c:v>
                </c:pt>
                <c:pt idx="76">
                  <c:v>-0.9968</c:v>
                </c:pt>
                <c:pt idx="77">
                  <c:v>-0.9874</c:v>
                </c:pt>
                <c:pt idx="78">
                  <c:v>-0.9719</c:v>
                </c:pt>
                <c:pt idx="79">
                  <c:v>-0.9504</c:v>
                </c:pt>
                <c:pt idx="80">
                  <c:v>-0.9231</c:v>
                </c:pt>
                <c:pt idx="81">
                  <c:v>-0.8901</c:v>
                </c:pt>
                <c:pt idx="82">
                  <c:v>-0.8515</c:v>
                </c:pt>
                <c:pt idx="83">
                  <c:v>-0.8078</c:v>
                </c:pt>
                <c:pt idx="84">
                  <c:v>-0.759</c:v>
                </c:pt>
                <c:pt idx="85">
                  <c:v>-0.7056</c:v>
                </c:pt>
                <c:pt idx="86">
                  <c:v>-0.6479</c:v>
                </c:pt>
                <c:pt idx="87">
                  <c:v>-0.5861</c:v>
                </c:pt>
                <c:pt idx="88">
                  <c:v>-0.5207</c:v>
                </c:pt>
                <c:pt idx="89">
                  <c:v>-0.4521</c:v>
                </c:pt>
                <c:pt idx="90">
                  <c:v>-0.3807</c:v>
                </c:pt>
                <c:pt idx="91">
                  <c:v>-0.307</c:v>
                </c:pt>
                <c:pt idx="92">
                  <c:v>-0.2314</c:v>
                </c:pt>
                <c:pt idx="93">
                  <c:v>-0.1544</c:v>
                </c:pt>
                <c:pt idx="94">
                  <c:v>-0.0764</c:v>
                </c:pt>
                <c:pt idx="95">
                  <c:v>0.0021</c:v>
                </c:pt>
                <c:pt idx="96">
                  <c:v>0.0805</c:v>
                </c:pt>
                <c:pt idx="97">
                  <c:v>0.1585</c:v>
                </c:pt>
                <c:pt idx="98">
                  <c:v>0.2355</c:v>
                </c:pt>
                <c:pt idx="99">
                  <c:v>0.311</c:v>
                </c:pt>
                <c:pt idx="100">
                  <c:v>0.3846</c:v>
                </c:pt>
                <c:pt idx="101">
                  <c:v>0.4559</c:v>
                </c:pt>
                <c:pt idx="102">
                  <c:v>0.5243</c:v>
                </c:pt>
                <c:pt idx="103">
                  <c:v>0.5895</c:v>
                </c:pt>
                <c:pt idx="104">
                  <c:v>0.651</c:v>
                </c:pt>
                <c:pt idx="105">
                  <c:v>0.7086</c:v>
                </c:pt>
                <c:pt idx="106">
                  <c:v>0.7618</c:v>
                </c:pt>
                <c:pt idx="107">
                  <c:v>0.8102</c:v>
                </c:pt>
                <c:pt idx="108">
                  <c:v>0.8537</c:v>
                </c:pt>
                <c:pt idx="109">
                  <c:v>0.892</c:v>
                </c:pt>
                <c:pt idx="110">
                  <c:v>0.9247</c:v>
                </c:pt>
                <c:pt idx="111">
                  <c:v>0.9517</c:v>
                </c:pt>
                <c:pt idx="112">
                  <c:v>0.9729</c:v>
                </c:pt>
                <c:pt idx="113">
                  <c:v>0.988</c:v>
                </c:pt>
                <c:pt idx="114">
                  <c:v>0.9971</c:v>
                </c:pt>
                <c:pt idx="115">
                  <c:v>1.0</c:v>
                </c:pt>
                <c:pt idx="116">
                  <c:v>0.9968</c:v>
                </c:pt>
                <c:pt idx="117">
                  <c:v>0.9874</c:v>
                </c:pt>
                <c:pt idx="118">
                  <c:v>0.9719</c:v>
                </c:pt>
                <c:pt idx="119">
                  <c:v>0.9504</c:v>
                </c:pt>
                <c:pt idx="120">
                  <c:v>0.9231</c:v>
                </c:pt>
                <c:pt idx="121">
                  <c:v>0.8901</c:v>
                </c:pt>
                <c:pt idx="122">
                  <c:v>0.8515</c:v>
                </c:pt>
                <c:pt idx="123">
                  <c:v>0.8078</c:v>
                </c:pt>
                <c:pt idx="124">
                  <c:v>0.759</c:v>
                </c:pt>
                <c:pt idx="125">
                  <c:v>0.7056</c:v>
                </c:pt>
                <c:pt idx="126">
                  <c:v>0.6479</c:v>
                </c:pt>
                <c:pt idx="127">
                  <c:v>0.5861</c:v>
                </c:pt>
                <c:pt idx="128">
                  <c:v>0.5207</c:v>
                </c:pt>
                <c:pt idx="129">
                  <c:v>0.4521</c:v>
                </c:pt>
                <c:pt idx="130">
                  <c:v>0.3807</c:v>
                </c:pt>
                <c:pt idx="131">
                  <c:v>0.307</c:v>
                </c:pt>
                <c:pt idx="132">
                  <c:v>0.2314</c:v>
                </c:pt>
                <c:pt idx="133">
                  <c:v>0.1544</c:v>
                </c:pt>
                <c:pt idx="134">
                  <c:v>0.0764</c:v>
                </c:pt>
                <c:pt idx="135">
                  <c:v>-0.0021</c:v>
                </c:pt>
                <c:pt idx="136">
                  <c:v>-0.0805</c:v>
                </c:pt>
                <c:pt idx="137">
                  <c:v>-0.1585</c:v>
                </c:pt>
                <c:pt idx="138">
                  <c:v>-0.2355</c:v>
                </c:pt>
                <c:pt idx="139">
                  <c:v>-0.311</c:v>
                </c:pt>
                <c:pt idx="140">
                  <c:v>-0.3846</c:v>
                </c:pt>
                <c:pt idx="141">
                  <c:v>-0.4559</c:v>
                </c:pt>
                <c:pt idx="142">
                  <c:v>-0.5243</c:v>
                </c:pt>
                <c:pt idx="143">
                  <c:v>-0.5895</c:v>
                </c:pt>
                <c:pt idx="144">
                  <c:v>-0.651</c:v>
                </c:pt>
                <c:pt idx="145">
                  <c:v>-0.7086</c:v>
                </c:pt>
                <c:pt idx="146">
                  <c:v>-0.7618</c:v>
                </c:pt>
                <c:pt idx="147">
                  <c:v>-0.8102</c:v>
                </c:pt>
                <c:pt idx="148">
                  <c:v>-0.8537</c:v>
                </c:pt>
                <c:pt idx="149">
                  <c:v>-0.892</c:v>
                </c:pt>
                <c:pt idx="150">
                  <c:v>-0.9247</c:v>
                </c:pt>
                <c:pt idx="151">
                  <c:v>-0.9517</c:v>
                </c:pt>
                <c:pt idx="152">
                  <c:v>-0.9729</c:v>
                </c:pt>
                <c:pt idx="153">
                  <c:v>-0.988</c:v>
                </c:pt>
                <c:pt idx="154">
                  <c:v>-0.9971</c:v>
                </c:pt>
                <c:pt idx="155">
                  <c:v>-1.0</c:v>
                </c:pt>
                <c:pt idx="156">
                  <c:v>-0.9968</c:v>
                </c:pt>
                <c:pt idx="157">
                  <c:v>-0.9874</c:v>
                </c:pt>
                <c:pt idx="158">
                  <c:v>-0.9719</c:v>
                </c:pt>
                <c:pt idx="159">
                  <c:v>-0.9504</c:v>
                </c:pt>
                <c:pt idx="160">
                  <c:v>-0.9231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Calibri"/>
                    <a:ea typeface="Calibri"/>
                    <a:cs typeface="Calibri"/>
                  </a:rPr>
                  <a:t>Normaliserad amplitud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Calibri"/>
                    <a:ea typeface="Calibri"/>
                    <a:cs typeface="Calibri"/>
                  </a:rPr>
                  <a:t>Tid (ms)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93e5771cf45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18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9c197fe4a4fce"/>
          <a:srcRect xmlns:a="http://schemas.openxmlformats.org/drawingml/2006/main" l="0" t="194" r="0" b="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11" name="Kontrast för omslagets rubrik">
            <a:extLst xmlns:a="http://schemas.openxmlformats.org/drawingml/2006/main">
              <a:ext uri="{FF2B5EF4-FFF2-40B4-BE49-F238E27FC236}">
                <a16:creationId xmlns:a16="http://schemas.microsoft.com/office/drawing/2014/main" id="{9DB78CF0-EB47-455E-9336-963F8750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38501" cy="588321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1427">
                  <a:alpha val="38000"/>
                </a:srgbClr>
              </a:gs>
              <a:gs pos="42000">
                <a:srgbClr val="001427">
                  <a:alpha val="45000"/>
                </a:srgbClr>
              </a:gs>
              <a:gs pos="68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textruta 3">
            <a:extLst xmlns:a="http://schemas.openxmlformats.org/drawingml/2006/main">
              <a:ext uri="{FF2B5EF4-FFF2-40B4-BE49-F238E27FC236}">
                <a16:creationId xmlns:a16="http://schemas.microsoft.com/office/drawing/2014/main" id="{C8DB12F0-ED06-4D23-9151-CBC7D104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704850"/>
            <a:ext cx="633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Reaktans och impedans</a:t>
            </a:r>
          </a:p>
        </p:txBody>
      </p:sp>
      <p:sp>
        <p:nvSpPr>
          <p:cNvPr id="13" name="Induktans, kapacitans och visardiagram">
            <a:extLst xmlns:a="http://schemas.openxmlformats.org/drawingml/2006/main">
              <a:ext uri="{FF2B5EF4-FFF2-40B4-BE49-F238E27FC236}">
                <a16:creationId xmlns:a16="http://schemas.microsoft.com/office/drawing/2014/main" id="{1E2E76C4-942A-436D-B6AF-BBC4FDB6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18097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Induktans, kapacitans och visardiagram</a:t>
            </a:r>
          </a:p>
        </p:txBody>
      </p:sp>
      <p:sp>
        <p:nvSpPr>
          <p:cNvPr id="14" name="1">
            <a:extLst xmlns:a="http://schemas.openxmlformats.org/drawingml/2006/main">
              <a:ext uri="{FF2B5EF4-FFF2-40B4-BE49-F238E27FC236}">
                <a16:creationId xmlns:a16="http://schemas.microsoft.com/office/drawing/2014/main" id="{572BAC17-0992-4AC8-8A0C-1205B54A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e863cb68940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B74D05B7-9BDE-4F15-8358-541E0BC9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Det här ska du kunna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8ECCE513-023C-456C-A28D-DF2841AF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Räkna strömmen genom en resistor med Ohms lag.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Omvandla mH (millihenry) till H (henry, enheten för induktans) och räkna spolens reaktans X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Räkna impedansen |Z| och strömmen när en spole sitter i serie med en resistor.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15B73403-C5A6-4CFF-BAFF-279E003B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AC4A4692-2AAC-4FDF-938A-D8D940F2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5421d5c7e4c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CDE9D44-05D4-4396-BCA0-2CD08467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resistor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857250" y="1352550"/>
          <a:ext xmlns:a="http://schemas.openxmlformats.org/drawingml/2006/main" cx="74295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c0457a61ee42a9"/>
          </a:graphicData>
        </a:graphic>
      </p:graphicFrame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226FBD96-8502-4B7C-AFFE-0481A8BE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Ett värmeelement på 50 Ω ligger på 230 V RMS.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I = U/R = 230/50 = 4,6 A RMS.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Spänning och ström har toppar och nollpassager samtidigt. De är i fas.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0F7BF1CF-43C1-4C9F-8620-D6EB05CB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89283C6E-7D10-44C2-93AE-ACBB9832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60137b4d846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1AB73FA-3055-4956-BD95-C435FF04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spole i serie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857250" y="1352550"/>
          <a:ext xmlns:a="http://schemas.openxmlformats.org/drawingml/2006/main" cx="74295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faa393afd34366"/>
          </a:graphicData>
        </a:graphic>
      </p:graphicFrame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06C735BB-0868-4E0D-8923-A59C0232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En ideal spole lagrar energi i ett magnetfält och motverkar ändringar i strömmen.</a:t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Resistor (R) och spole (L) i serie kallas RL-krets. I RL-kretsen kommer strömmens topp efter källspänningens topp. Strömmen släpar.</a:t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Spolen tillför reaktans, ett motstånd mot växelström som mäts i ohm. Den påverkar strömmen utöver resistorn.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11213825-3E98-4DE8-A074-CF965293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6D3D30A0-C201-4E17-B9C6-3035590E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985676d3540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ECC5940-C2BC-4365-B015-B60BB341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Reaktans och enheter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C1ED6892-1963-4476-A541-8608F018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Spolens reaktans skrivs X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(X för reaktans, L för spole). L är spolens induktans i henry. Exempel: en fläktmotors lindning har L = 382 mH = 0,382 H och f = 50 Hz.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X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= 2π · 50 · 0,382 ≈ 120 Ω. Ombord, vid 60 Hz, blir X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≈ 144 Ω.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Vid dubbla frekvensen blir X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dubbelt så stor om L är oförändrad.</a:t>
            </a:r>
          </a:p>
        </p:txBody>
      </p:sp>
      <p:sp>
        <p:nvSpPr>
          <p:cNvPr id="11" name="formula">
            <a:extLst xmlns:a="http://schemas.openxmlformats.org/drawingml/2006/main">
              <a:ext uri="{FF2B5EF4-FFF2-40B4-BE49-F238E27FC236}">
                <a16:creationId xmlns:a16="http://schemas.microsoft.com/office/drawing/2014/main" id="{256E51E5-D358-4640-956B-57F4FD46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X</a:t>
            </a:r>
            <a:r>
              <a:rPr sz="225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2πfL</a:t>
            </a:r>
          </a:p>
        </p:txBody>
      </p:sp>
      <p:sp>
        <p:nvSpPr>
          <p:cNvPr id="12" name="check">
            <a:extLst xmlns:a="http://schemas.openxmlformats.org/drawingml/2006/main">
              <a:ext uri="{FF2B5EF4-FFF2-40B4-BE49-F238E27FC236}">
                <a16:creationId xmlns:a16="http://schemas.microsoft.com/office/drawing/2014/main" id="{E09399BA-90B2-4739-81ED-2A1C2F51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Hur många henry är 100 mH?</a:t>
            </a:r>
          </a:p>
        </p:txBody>
      </p:sp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48702FD-86B0-470C-9A76-0E0F00CA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35EB532D-7E25-48C4-AF53-297F77CB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0138acd4440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939F502-B963-4940-B6F3-B1A84710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Impedansen i RL-kretsen</a:t>
            </a:r>
          </a:p>
        </p:txBody>
      </p:sp>
      <p:sp>
        <p:nvSpPr>
          <p:cNvPr id="10" name="real-leg">
            <a:extLst xmlns:a="http://schemas.openxmlformats.org/drawingml/2006/main">
              <a:ext uri="{FF2B5EF4-FFF2-40B4-BE49-F238E27FC236}">
                <a16:creationId xmlns:a16="http://schemas.microsoft.com/office/drawing/2014/main" id="{BFF2ED0C-535B-4331-9010-7EDDB346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43250"/>
            <a:ext cx="754062" cy="9525"/>
          </a:xfrm>
          <a:custGeom xmlns:a="http://schemas.openxmlformats.org/drawingml/2006/main">
            <a:pathLst>
              <a:path w="754062" h="9525">
                <a:moveTo>
                  <a:pt x="0" y="0"/>
                </a:moveTo>
                <a:lnTo>
                  <a:pt x="7540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F4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reactive-leg">
            <a:extLst xmlns:a="http://schemas.openxmlformats.org/drawingml/2006/main">
              <a:ext uri="{FF2B5EF4-FFF2-40B4-BE49-F238E27FC236}">
                <a16:creationId xmlns:a16="http://schemas.microsoft.com/office/drawing/2014/main" id="{79EAF2F6-B6E7-44B9-8F47-8636D0BF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8687" y="133350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1809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D501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hypotenuse">
            <a:extLst xmlns:a="http://schemas.openxmlformats.org/drawingml/2006/main">
              <a:ext uri="{FF2B5EF4-FFF2-40B4-BE49-F238E27FC236}">
                <a16:creationId xmlns:a16="http://schemas.microsoft.com/office/drawing/2014/main" id="{7592BE24-9EA0-4A34-ADF8-33703CCD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333500"/>
            <a:ext cx="754062" cy="1809750"/>
          </a:xfrm>
          <a:custGeom xmlns:a="http://schemas.openxmlformats.org/drawingml/2006/main">
            <a:pathLst>
              <a:path w="754062" h="1809750">
                <a:moveTo>
                  <a:pt x="0" y="1809750"/>
                </a:moveTo>
                <a:lnTo>
                  <a:pt x="7540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64F9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right-angle-h">
            <a:extLst xmlns:a="http://schemas.openxmlformats.org/drawingml/2006/main">
              <a:ext uri="{FF2B5EF4-FFF2-40B4-BE49-F238E27FC236}">
                <a16:creationId xmlns:a16="http://schemas.microsoft.com/office/drawing/2014/main" id="{75F4870C-601A-486C-B654-C05DB890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4387" y="3028950"/>
            <a:ext cx="114300" cy="9525"/>
          </a:xfrm>
          <a:custGeom xmlns:a="http://schemas.openxmlformats.org/drawingml/2006/main"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394A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right-angle-v">
            <a:extLst xmlns:a="http://schemas.openxmlformats.org/drawingml/2006/main">
              <a:ext uri="{FF2B5EF4-FFF2-40B4-BE49-F238E27FC236}">
                <a16:creationId xmlns:a16="http://schemas.microsoft.com/office/drawing/2014/main" id="{7D19C056-E60C-463E-B3B9-D583508F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4387" y="30289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394A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horizontal-label">
            <a:extLst xmlns:a="http://schemas.openxmlformats.org/drawingml/2006/main">
              <a:ext uri="{FF2B5EF4-FFF2-40B4-BE49-F238E27FC236}">
                <a16:creationId xmlns:a16="http://schemas.microsoft.com/office/drawing/2014/main" id="{0892521E-0CB3-4232-9348-C01C4DF7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156" y="3219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R = 50 Ω</a:t>
            </a:r>
          </a:p>
        </p:txBody>
      </p:sp>
      <p:sp>
        <p:nvSpPr>
          <p:cNvPr id="16" name="vertical-label">
            <a:extLst xmlns:a="http://schemas.openxmlformats.org/drawingml/2006/main">
              <a:ext uri="{FF2B5EF4-FFF2-40B4-BE49-F238E27FC236}">
                <a16:creationId xmlns:a16="http://schemas.microsoft.com/office/drawing/2014/main" id="{E1F73892-31DA-4879-BDE9-61A97A51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9187" y="21431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D501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AD5018"/>
                </a:solidFill>
                <a:latin typeface="Calibri"/>
                <a:ea typeface="Calibri"/>
                <a:cs typeface="Calibri"/>
              </a:rPr>
              <a:t>X</a:t>
            </a:r>
            <a:r>
              <a:rPr sz="1650" b="1" baseline="-25000">
                <a:solidFill>
                  <a:srgbClr val="AD5018"/>
                </a:solidFill>
                <a:latin typeface="Calibri"/>
                <a:ea typeface="Calibri"/>
                <a:cs typeface="Calibri"/>
              </a:rPr>
              <a:t>L</a:t>
            </a:r>
            <a:r>
              <a:rPr sz="1650" b="1">
                <a:solidFill>
                  <a:srgbClr val="AD5018"/>
                </a:solidFill>
                <a:latin typeface="Calibri"/>
                <a:ea typeface="Calibri"/>
                <a:cs typeface="Calibri"/>
              </a:rPr>
              <a:t> ≈ 120 Ω</a:t>
            </a:r>
          </a:p>
        </p:txBody>
      </p:sp>
      <p:sp>
        <p:nvSpPr>
          <p:cNvPr id="17" name="diagonal-label">
            <a:extLst xmlns:a="http://schemas.openxmlformats.org/drawingml/2006/main">
              <a:ext uri="{FF2B5EF4-FFF2-40B4-BE49-F238E27FC236}">
                <a16:creationId xmlns:a16="http://schemas.microsoft.com/office/drawing/2014/main" id="{08E8B3AF-E588-44ED-AE71-D7D09140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625" y="2050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|Z| ≈ 130 Ω</a:t>
            </a:r>
          </a:p>
        </p:txBody>
      </p:sp>
      <p:sp>
        <p:nvSpPr>
          <p:cNvPr id="18" name="body">
            <a:extLst xmlns:a="http://schemas.openxmlformats.org/drawingml/2006/main">
              <a:ext uri="{FF2B5EF4-FFF2-40B4-BE49-F238E27FC236}">
                <a16:creationId xmlns:a16="http://schemas.microsoft.com/office/drawing/2014/main" id="{2FA2BDC2-72A4-475F-BB63-637B36E6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Impedansen Z är kretsens totala motstånd mot växelström. Fläktmotorns lindning: R = 50 Ω och X</a:t>
            </a:r>
            <a:r>
              <a:rPr sz="165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</a:t>
            </a: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≈ 120 Ω är vinkelräta delar i impedansdiagrammet.</a:t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|Z| = √(50² + 120²) = √16 900 = 130 Ω.</a:t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Beloppen 50 och 120 ska inte adderas direkt. Diagonalen ger impedansens belopp |Z|; strecken betyder belopp (storlek).</a:t>
            </a:r>
          </a:p>
        </p:txBody>
      </p:sp>
      <p:sp>
        <p:nvSpPr>
          <p:cNvPr id="19" name="formula">
            <a:extLst xmlns:a="http://schemas.openxmlformats.org/drawingml/2006/main">
              <a:ext uri="{FF2B5EF4-FFF2-40B4-BE49-F238E27FC236}">
                <a16:creationId xmlns:a16="http://schemas.microsoft.com/office/drawing/2014/main" id="{F46A7BC4-0CEB-4172-915A-33C8CAE4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|Z| = √(R² + X</a:t>
            </a:r>
            <a:r>
              <a:rPr sz="17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²)</a:t>
            </a:r>
          </a:p>
        </p:txBody>
      </p:sp>
      <p:sp>
        <p:nvSpPr>
          <p:cNvPr id="20" name="section">
            <a:extLst xmlns:a="http://schemas.openxmlformats.org/drawingml/2006/main">
              <a:ext uri="{FF2B5EF4-FFF2-40B4-BE49-F238E27FC236}">
                <a16:creationId xmlns:a16="http://schemas.microsoft.com/office/drawing/2014/main" id="{A09A0F41-1482-4148-9D82-F248EE9A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BF5051F2-BA62-4E79-81BD-D5AFD3F9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4294d12d44c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180D591B-5D3A-4214-96EB-17E949B1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Strömmen med spolen inkopplad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857250" y="1352550"/>
          <a:ext xmlns:a="http://schemas.openxmlformats.org/drawingml/2006/main" cx="74295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0bf8ced26b4125"/>
          </a:graphicData>
        </a:graphic>
      </p:graphicFrame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3ADDB213-2E0B-454B-A217-1279A495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Fläktmotorn ligger på 230 V RMS.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I = U/|Z| ≈ 230/130 ≈ 1,77 A RMS.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Med bara resistansen 50 Ω skulle strömmen vara 4,6 A. Med R och L blir den mindre och släpar efter spänningen.</a:t>
            </a:r>
          </a:p>
        </p:txBody>
      </p:sp>
      <p:sp>
        <p:nvSpPr>
          <p:cNvPr id="12" name="formula">
            <a:extLst xmlns:a="http://schemas.openxmlformats.org/drawingml/2006/main">
              <a:ext uri="{FF2B5EF4-FFF2-40B4-BE49-F238E27FC236}">
                <a16:creationId xmlns:a16="http://schemas.microsoft.com/office/drawing/2014/main" id="{D7E8D13D-75EE-416B-A474-AB07C34C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 = U/|Z|</a:t>
            </a:r>
          </a:p>
        </p:txBody>
      </p:sp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6EB64591-10FD-48F9-859E-DACDE524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7F24D75B-6235-433C-93E7-01B2DC21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54cd3dfa947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A745D26-02BE-40B9-92B8-A83439EC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genomräknat exempel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1C2962E3-61CA-4ABF-ADD9-06A7262A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En annan RL-krets har R = 12 Ω, X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= 16 Ω och U = 60 V RMS.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|Z| = √(12² + 16²) = 20 Ω.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I = 60/20 = 3 A.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Spänningen över resistorn: U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= I · R = 3 · 12 = 36 V. Spänningen över spolen: U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= I · X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= 3 · 16 = 48 V. De adderas vinkelrätt: √(36² + 48²) = 60 V, källans spänning.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F1EEAF30-96E0-4EB1-A35A-6689E8BF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0C5711E2-BDED-4C84-AFB1-D6880BB3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78ca888674f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59AF0E0B-997B-4927-AECB-0DF79523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 i den guidade labben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73849165-873D-40A5-9AB9-ED0CC03C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Du får egna värden på R och L ur ditt D. Förutsäg X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, läs av och kontrollera enheten Ω.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Använd R och X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för att beräkna |Z|.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Beräkna strömmen och jämför med kretsen som bara innehåller R.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Skriv varför strömmen ändras och vilken kurva som kommer först.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782C72AB-CC0D-49A3-830D-C88D45E8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2C25477F-255F-4BC7-B3DD-ED121F65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cbd7efedf46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9091DB0-3385-410F-855F-9A094B36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Fasvinkel med tecken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857250" y="1352550"/>
          <a:ext xmlns:a="http://schemas.openxmlformats.org/drawingml/2006/main" cx="74295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b55170578d4937"/>
          </a:graphicData>
        </a:graphic>
      </p:graphicFrame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2A1BA4B4-2988-45C4-9F2B-636E7971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Fasvinkeln φ (fi) mellan spänning och ström: φ = arctan(X/R). Räknaren ska stå i DEG (grader).</a:t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 RL: X = +X</a:t>
            </a:r>
            <a:r>
              <a:rPr sz="165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</a:t>
            </a: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. Fläktmotorn med R = 50 Ω och X</a:t>
            </a:r>
            <a:r>
              <a:rPr sz="165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</a:t>
            </a: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= 120 Ω får φ ≈ +67,38°.</a:t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Positiv impedansvinkel innebär att källspänningen leder strömmen. Strömmen släpar.</a:t>
            </a:r>
          </a:p>
        </p:txBody>
      </p:sp>
      <p:sp>
        <p:nvSpPr>
          <p:cNvPr id="12" name="formula">
            <a:extLst xmlns:a="http://schemas.openxmlformats.org/drawingml/2006/main">
              <a:ext uri="{FF2B5EF4-FFF2-40B4-BE49-F238E27FC236}">
                <a16:creationId xmlns:a16="http://schemas.microsoft.com/office/drawing/2014/main" id="{A9EAB5D6-1C3C-438F-9E6D-DAAA4B95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φ = arctan(X/R)</a:t>
            </a:r>
          </a:p>
        </p:txBody>
      </p:sp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AB0CFD59-2233-4CF1-9092-9B0CE891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1913BDCE-C8A1-4E01-98A1-6C94DC72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9f6886a8445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F2521703-A77C-49DA-B9AC-CE41A70E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Eget försök med andra värden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291BF31B-45F2-49F6-9EF5-10A99306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R = 90 Ω, X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= 120 Ω och U = 230 V RMS.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Beräkna |Z| och I. Ange om strömmen leder eller släpar.</a:t>
            </a:r>
          </a:p>
        </p:txBody>
      </p:sp>
      <p:sp>
        <p:nvSpPr>
          <p:cNvPr id="11" name="check">
            <a:extLst xmlns:a="http://schemas.openxmlformats.org/drawingml/2006/main">
              <a:ext uri="{FF2B5EF4-FFF2-40B4-BE49-F238E27FC236}">
                <a16:creationId xmlns:a16="http://schemas.microsoft.com/office/drawing/2014/main" id="{30756698-D4DD-4191-BE47-3D34838E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Räkna innan facit visas.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D1BC1236-8E3B-46F9-AE6D-1B33BF1E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9DD3F340-4DA8-4A3C-A729-2F92D598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e4bc58aee4b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261B713-8EBF-45A4-9EB2-6B6D9AC1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Fördjupning: kondensatorn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2161203A-B825-471D-8D35-1F90875E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En ideal kondensator lagrar energi i ett elektriskt fält. Strömmen leder dess spänning med 90°.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Kondensatorns reaktans skrivs X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. C är kapacitansen i farad (F). C = 47 µF (mikrofarad) = 0,000047 F vid 50 Hz.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X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= 1/(2π · 50 · 0,000047) ≈ 67,7 Ω.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När frekvensen fördubblas halveras X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" name="formula">
            <a:extLst xmlns:a="http://schemas.openxmlformats.org/drawingml/2006/main">
              <a:ext uri="{FF2B5EF4-FFF2-40B4-BE49-F238E27FC236}">
                <a16:creationId xmlns:a16="http://schemas.microsoft.com/office/drawing/2014/main" id="{7F9E22A0-87FE-4554-8270-F3C1AF53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X</a:t>
            </a:r>
            <a:r>
              <a:rPr sz="225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1/(2πfC)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409BC961-900A-4BFC-84E1-6CE50A69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EC185BE5-9A44-42DA-9BBB-34CC1981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5bffe94b74c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306A975B-972E-4624-9C3D-18DD356B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Fördjupning: RC-krets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641A8796-3046-4EF7-80FF-B1834986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Resistor och kondensator i serie kallas RC-krets. R = 60 Ω och X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= 80 Ω. Nettoreaktansen är X = −80 Ω.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|Z| = √(60² + (−80)²) = 100 Ω.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φ = arctan(−80/60) ≈ −53,13°. Strömmen leder källspänningen.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Vid U = 230 V RMS blir I = 230/100 = 2,30 A.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1D0D085C-80FD-491E-BA2C-D5765DB6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2026C41C-591E-4C07-99BA-C06F41FE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17872338040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BCAC3E5-7724-42E1-A47E-98E6711F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Fördjupning: RLC och komplex form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69E945C8-9B26-4687-B60D-E5592C47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Resistor, spole och kondensator i serie kallas RLC-krets. I serie: X = X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− X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. Därefter |Z| = √(R² + X²).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Den komplexa skrivformen är Z = R + jX. Bokstaven j markerar att den reaktiva delen X ligger vinkelrätt mot R.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Exempel: R = 45 Ω, X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= 80 Ω, X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= 20 Ω. X = 60 Ω och |Z| = 75 Ω.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9A1DA3CF-9702-4CDB-9562-C28AFA3E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9615DF55-3697-4808-9A71-DCCE6D13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85db9e2ca47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F0910C0-032C-4A6F-918B-5C74CE03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Fördjupning: resonansfrekvens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6CBC02F9-A3E7-436F-9BFF-85E65997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Vid serieresonans är X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= X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. Nettoreaktansen blir noll och |Z| = R. Frekvensen där det händer kallas resonansfrekvens, f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 = 100 mH = 0,100 H. C = 47 µF = 0,000047 F.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√(L · C) = √0,0000047 ≈ 0,0021679.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= 1/(2π · 0,0021679) ≈ 73,4 Hz.</a:t>
            </a:r>
          </a:p>
        </p:txBody>
      </p:sp>
      <p:sp>
        <p:nvSpPr>
          <p:cNvPr id="11" name="formula">
            <a:extLst xmlns:a="http://schemas.openxmlformats.org/drawingml/2006/main">
              <a:ext uri="{FF2B5EF4-FFF2-40B4-BE49-F238E27FC236}">
                <a16:creationId xmlns:a16="http://schemas.microsoft.com/office/drawing/2014/main" id="{4F1E3314-2F40-4803-96F5-3FA6CF04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</a:t>
            </a:r>
            <a:r>
              <a:rPr sz="225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1/(2π√(L · C))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71548CFB-D0FC-497D-A91C-3026DAF3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66C7D5C9-31AF-4040-8BBC-0F87B01E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f4335a9f941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CB86500-76FA-4311-A4B1-DD50126B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 före nästa del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D4FD6E29-C8BD-40A1-AD27-241E663A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Kan du gå från mH till H och från X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till ström?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Kan du förklara varför R och X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ligger vinkelrätt?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Kan du visa att strömmen släpar i RL-kretsen?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Spara dina guidade mätningar och din förklaring.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324D4DC3-74B3-4722-9AD4-B6B0EEFB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98FCB6D2-3250-4B1E-B136-123FA45E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2026-09-25T19:30:56.8050000Z</dcterms:created>
  <dcterms:modified xsi:type="dcterms:W3CDTF">2026-09-25T19:30:56.8050000Z</dcterms:modified>
</coreProperties>
</file>