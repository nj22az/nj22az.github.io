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270597900cc4e58" /><Relationship Type="http://schemas.openxmlformats.org/officeDocument/2006/relationships/extended-properties" Target="/docProps/app.xml" Id="Rba22804b6a9a46ba" /><Relationship Type="http://schemas.openxmlformats.org/officeDocument/2006/relationships/officeDocument" Target="/ppt/presentation.xml" Id="R9549b2f895b04f1e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83d2fa7c27324f5b" /><ns0:Relationship Type="http://schemas.openxmlformats.org/officeDocument/2006/relationships/slideMaster" Target="/ppt/slideMasters/slideMaster1.xml" Id="Rb28c15daf1604a51" /><ns0:Relationship Type="http://schemas.openxmlformats.org/officeDocument/2006/relationships/presProps" Target="/ppt/presProps.xml" Id="R675a3944c14849c2" /><ns0:Relationship Type="http://schemas.openxmlformats.org/officeDocument/2006/relationships/viewProps" Target="/ppt/viewProps.xml" Id="Re4a1c08ef1e44980" /><ns0:Relationship Type="http://schemas.openxmlformats.org/officeDocument/2006/relationships/tableStyles" Target="/ppt/tableStyles.xml" Id="R757981dc857d4433" /><ns0:Relationship Type="http://schemas.openxmlformats.org/officeDocument/2006/relationships/slide" Target="/ppt/slides/slide1.xml" Id="R9098dc819ca34907" /><ns0:Relationship Type="http://schemas.openxmlformats.org/officeDocument/2006/relationships/slide" Target="/ppt/slides/slide2.xml" Id="R896641be3db5409a" /><ns0:Relationship Type="http://schemas.openxmlformats.org/officeDocument/2006/relationships/slide" Target="/ppt/slides/slide3.xml" Id="Rf0d0e26fbc9d4575" /><ns0:Relationship Type="http://schemas.openxmlformats.org/officeDocument/2006/relationships/slide" Target="/ppt/slides/slide4.xml" Id="Rf4cc66b540e54974" /><ns0:Relationship Type="http://schemas.openxmlformats.org/officeDocument/2006/relationships/slide" Target="/ppt/slides/slide5.xml" Id="R53c9d9536a914ae6" /><ns0:Relationship Type="http://schemas.openxmlformats.org/officeDocument/2006/relationships/slide" Target="/ppt/slides/slide6.xml" Id="R079441a4cb234338" /><ns0:Relationship Type="http://schemas.openxmlformats.org/officeDocument/2006/relationships/slide" Target="/ppt/slides/slide7.xml" Id="R75234df75d8a4729" /><ns0:Relationship Type="http://schemas.openxmlformats.org/officeDocument/2006/relationships/slide" Target="/ppt/slides/slide8.xml" Id="R34ac04a2e31a41cd" /><ns0:Relationship Type="http://schemas.openxmlformats.org/officeDocument/2006/relationships/slide" Target="/ppt/slides/slide9.xml" Id="R035dd86c08cc4ccc" /><ns0:Relationship Type="http://schemas.openxmlformats.org/officeDocument/2006/relationships/slide" Target="/ppt/slides/slide10.xml" Id="Rc735acab7a19470d" /><ns0:Relationship Type="http://schemas.openxmlformats.org/officeDocument/2006/relationships/slide" Target="/ppt/slides/slide11.xml" Id="Rd8fb1bd3c57d489d" /><ns0:Relationship Type="http://schemas.openxmlformats.org/officeDocument/2006/relationships/slide" Target="/ppt/slides/slide12.xml" Id="R557ca182370f40bf" /><ns0:Relationship Type="http://schemas.openxmlformats.org/officeDocument/2006/relationships/slide" Target="/ppt/slides/slide13.xml" Id="R6a33ac32344740ce" /><ns0:Relationship Type="http://schemas.openxmlformats.org/officeDocument/2006/relationships/slide" Target="/ppt/slides/slide14.xml" Id="R6e9e6d9230c74440" /><ns0:Relationship Type="http://schemas.openxmlformats.org/officeDocument/2006/relationships/slide" Target="/ppt/slides/slide15.xml" Id="Rdcf308c181874d12" /><ns0:Relationship Type="http://schemas.openxmlformats.org/officeDocument/2006/relationships/slide" Target="/ppt/slides/slide16.xml" Id="Rf7ad0ec55ebe4bb1" /><ns0:Relationship Type="http://schemas.openxmlformats.org/officeDocument/2006/relationships/slide" Target="/ppt/slides/slide17.xml" Id="R40100fdbf3cc4bcb" /><ns0:Relationship Type="http://schemas.openxmlformats.org/officeDocument/2006/relationships/slide" Target="/ppt/slides/slide18.xml" Id="Rce33d310c2a84b57" /><ns0:Relationship Type="http://schemas.openxmlformats.org/officeDocument/2006/relationships/slide" Target="/ppt/slides/slide19.xml" Id="R05631643de7349a3" /><ns0:Relationship Type="http://schemas.openxmlformats.org/officeDocument/2006/relationships/slide" Target="/ppt/slides/slide20.xml" Id="R82ee86f9bed34699" /><ns0:Relationship Type="http://schemas.openxmlformats.org/officeDocument/2006/relationships/slide" Target="/ppt/slides/slide21.xml" Id="R9c88a7f8c2ed4de9" /><ns0:Relationship Type="http://schemas.openxmlformats.org/officeDocument/2006/relationships/slide" Target="/ppt/slides/slide22.xml" Id="R30190e9bd1054c61" /><ns0:Relationship Type="http://schemas.openxmlformats.org/officeDocument/2006/relationships/slide" Target="/ppt/slides/slide23.xml" Id="Rb140d47f9ac7439f" /><ns0:Relationship Type="http://schemas.openxmlformats.org/officeDocument/2006/relationships/slide" Target="/ppt/slides/slide24.xml" Id="Rddc90d569c6f44c2" /><ns0:Relationship Type="http://schemas.openxmlformats.org/officeDocument/2006/relationships/slide" Target="/ppt/slides/slide25.xml" Id="R169c4946a58d426a" /><ns0:Relationship Type="http://schemas.openxmlformats.org/officeDocument/2006/relationships/slide" Target="/ppt/slides/slide26.xml" Id="R07a807e5e8bf4080" /><ns0:Relationship Type="http://schemas.openxmlformats.org/officeDocument/2006/relationships/slide" Target="/ppt/slides/slide27.xml" Id="Ra9657a57654f4f33" /><ns0:Relationship Type="http://schemas.openxmlformats.org/officeDocument/2006/relationships/slide" Target="/ppt/slides/slide28.xml" Id="R82bb0fb5569a4894" /><ns0:Relationship Type="http://schemas.openxmlformats.org/officeDocument/2006/relationships/slide" Target="/ppt/slides/slide29.xml" Id="Ra038f95959744aff" /><ns0:Relationship Type="http://schemas.openxmlformats.org/officeDocument/2006/relationships/slide" Target="/ppt/slides/slide30.xml" Id="R6711004a58704b35" /><ns0:Relationship Type="http://schemas.openxmlformats.org/officeDocument/2006/relationships/slide" Target="/ppt/slides/slide31.xml" Id="R4da4fc9975964674" /><ns0:Relationship Type="http://schemas.openxmlformats.org/officeDocument/2006/relationships/slide" Target="/ppt/slides/slide32.xml" Id="Rda2a56eccfe34a5e" /><ns0:Relationship Type="http://schemas.openxmlformats.org/officeDocument/2006/relationships/slide" Target="/ppt/slides/slide33.xml" Id="R8ae4472093f44e50" /><ns0:Relationship Type="http://schemas.openxmlformats.org/officeDocument/2006/relationships/slide" Target="/ppt/slides/slide34.xml" Id="Ree9fb1d61a594fa4" /><ns0:Relationship Type="http://schemas.openxmlformats.org/officeDocument/2006/relationships/slide" Target="/ppt/slides/slide35.xml" Id="Ra29bdbb17c204b87" /><ns0:Relationship Type="http://schemas.openxmlformats.org/officeDocument/2006/relationships/slide" Target="/ppt/slides/slide36.xml" Id="R124302e24b6d4442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ea41f2d84d40e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2160ca757d4e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70fdb240b043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1037b088a840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67840caeb43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562663059e4b4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f9d589629948c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d677af69f845d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f53ea8309943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c28ee8c0bd4c2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891f58cd84540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c8f1f56e5e4d10" /><Relationship Type="http://schemas.openxmlformats.org/officeDocument/2006/relationships/slideLayout" Target="/ppt/slideLayouts/slideLayout1.xml" Id="R36fd0cbd2a594f7e" /><Relationship Type="http://schemas.openxmlformats.org/officeDocument/2006/relationships/slideLayout" Target="/ppt/slideLayouts/slideLayout2.xml" Id="Ra79861105e7e4190" /><Relationship Type="http://schemas.openxmlformats.org/officeDocument/2006/relationships/slideLayout" Target="/ppt/slideLayouts/slideLayout3.xml" Id="R4d709fe3449e45be" /><Relationship Type="http://schemas.openxmlformats.org/officeDocument/2006/relationships/slideLayout" Target="/ppt/slideLayouts/slideLayout4.xml" Id="Re72c3c38d47040b5" /><Relationship Type="http://schemas.openxmlformats.org/officeDocument/2006/relationships/slideLayout" Target="/ppt/slideLayouts/slideLayout5.xml" Id="Rb6be6099b29846b8" /><Relationship Type="http://schemas.openxmlformats.org/officeDocument/2006/relationships/slideLayout" Target="/ppt/slideLayouts/slideLayout6.xml" Id="Reaa669144e4c4391" /><Relationship Type="http://schemas.openxmlformats.org/officeDocument/2006/relationships/slideLayout" Target="/ppt/slideLayouts/slideLayout7.xml" Id="R0994856c3cf84706" /><Relationship Type="http://schemas.openxmlformats.org/officeDocument/2006/relationships/slideLayout" Target="/ppt/slideLayouts/slideLayout8.xml" Id="Raf0237e6c9f5489f" /><Relationship Type="http://schemas.openxmlformats.org/officeDocument/2006/relationships/slideLayout" Target="/ppt/slideLayouts/slideLayout9.xml" Id="R7a2000bbdf954363" /><Relationship Type="http://schemas.openxmlformats.org/officeDocument/2006/relationships/slideLayout" Target="/ppt/slideLayouts/slideLayout10.xml" Id="R648c5016e2374466" /><Relationship Type="http://schemas.openxmlformats.org/officeDocument/2006/relationships/slideLayout" Target="/ppt/slideLayouts/slideLayout11.xml" Id="R1d5b027c49fd4ff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8d4cf715934e77" /><ns0:Relationship Type="http://schemas.openxmlformats.org/officeDocument/2006/relationships/image" Target="/ppt/media/image.jpeg" Id="R4e77340bbd9f40f7" /><ns0:Relationship Type="http://schemas.openxmlformats.org/officeDocument/2006/relationships/image" Target="/ppt/media/image.png" Id="R41c75565317c44dc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d3326f81b042e2" /><ns0:Relationship Type="http://schemas.openxmlformats.org/officeDocument/2006/relationships/image" Target="/ppt/media/image.jpeg" Id="Rf29c8f77bae841d9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a3d2581f414563" /><ns0:Relationship Type="http://schemas.openxmlformats.org/officeDocument/2006/relationships/image" Target="/ppt/media/image.jpeg" Id="R0822dca3fb17493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a1c55352f7464b" /><ns0:Relationship Type="http://schemas.openxmlformats.org/officeDocument/2006/relationships/image" Target="/ppt/media/image.jpeg" Id="Rc0dcc55886e1443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9ee7e39b884e2a" /><ns0:Relationship Type="http://schemas.openxmlformats.org/officeDocument/2006/relationships/image" Target="/ppt/media/image.jpeg" Id="R00943520e5df4164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19a1eac8c041e6" /><ns0:Relationship Type="http://schemas.openxmlformats.org/officeDocument/2006/relationships/image" Target="/ppt/media/image.jpeg" Id="R7477f165d97a4f26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aa47b0e9f142c5" /><ns0:Relationship Type="http://schemas.openxmlformats.org/officeDocument/2006/relationships/image" Target="/ppt/media/image.jpeg" Id="R3ba80692185746e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17758fc2a74690" /><ns0:Relationship Type="http://schemas.openxmlformats.org/officeDocument/2006/relationships/image" Target="/ppt/media/image.jpeg" Id="Re81f48f130b24bb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f84d6d40bf46bc" /><ns0:Relationship Type="http://schemas.openxmlformats.org/officeDocument/2006/relationships/image" Target="/ppt/media/image.jpeg" Id="R1aacbd6263424a23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56ed1c46954204" /><ns0:Relationship Type="http://schemas.openxmlformats.org/officeDocument/2006/relationships/image" Target="/ppt/media/image.jpeg" Id="R2a2a2f0886eb4c83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eeb42d44424e2e" /><ns0:Relationship Type="http://schemas.openxmlformats.org/officeDocument/2006/relationships/image" Target="/ppt/media/image.jpeg" Id="Rff133f8d8dca4060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1cbe72b6644829" /><ns0:Relationship Type="http://schemas.openxmlformats.org/officeDocument/2006/relationships/image" Target="/ppt/media/image.jpeg" Id="R8f572af95bac407f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835466fb1d476c" /><ns0:Relationship Type="http://schemas.openxmlformats.org/officeDocument/2006/relationships/image" Target="/ppt/media/image.jpeg" Id="R8d28e9ab509c44e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3061d5fe704412" /><ns0:Relationship Type="http://schemas.openxmlformats.org/officeDocument/2006/relationships/image" Target="/ppt/media/image.jpeg" Id="R2b65683e654b4df5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43f9c127ea43b7" /><ns0:Relationship Type="http://schemas.openxmlformats.org/officeDocument/2006/relationships/image" Target="/ppt/media/image.jpeg" Id="Rf0a520b7e2f9489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63505452f94570" /><ns0:Relationship Type="http://schemas.openxmlformats.org/officeDocument/2006/relationships/image" Target="/ppt/media/image.jpeg" Id="R85f069041f3e484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5296dc0f57408d" /><ns0:Relationship Type="http://schemas.openxmlformats.org/officeDocument/2006/relationships/image" Target="/ppt/media/image.jpeg" Id="Re2d63e4e24174f6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3285599bd64283" /><ns0:Relationship Type="http://schemas.openxmlformats.org/officeDocument/2006/relationships/image" Target="/ppt/media/image.jpeg" Id="R5b5fd7a005fd47d4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2fd782df2048ed" /><ns0:Relationship Type="http://schemas.openxmlformats.org/officeDocument/2006/relationships/image" Target="/ppt/media/image.jpeg" Id="Rce5396209be94359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5174cd6bc14087" /><ns0:Relationship Type="http://schemas.openxmlformats.org/officeDocument/2006/relationships/image" Target="/ppt/media/image.jpeg" Id="Rd837b61c462c467f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0d36406afd42bd" /><ns0:Relationship Type="http://schemas.openxmlformats.org/officeDocument/2006/relationships/image" Target="/ppt/media/image.jpeg" Id="Rfeb64cb8808f45f1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565e7b0da348a5" /><ns0:Relationship Type="http://schemas.openxmlformats.org/officeDocument/2006/relationships/image" Target="/ppt/media/image.jpeg" Id="Rbe02de8fe867452b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80c7bc71f2446c1" /><ns0:Relationship Type="http://schemas.openxmlformats.org/officeDocument/2006/relationships/image" Target="/ppt/media/image.jpeg" Id="Re0cebb3d8db8426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b289351aa546c8" /><ns0:Relationship Type="http://schemas.openxmlformats.org/officeDocument/2006/relationships/image" Target="/ppt/media/image.jpeg" Id="Ra1a4004ce8e24498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944db576184f7a" /><ns0:Relationship Type="http://schemas.openxmlformats.org/officeDocument/2006/relationships/image" Target="/ppt/media/image.jpeg" Id="R13619d00c72449c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ae8d68436e4c9d" /><ns0:Relationship Type="http://schemas.openxmlformats.org/officeDocument/2006/relationships/image" Target="/ppt/media/image.jpeg" Id="R590f1144382b4daa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9eb90d465f45b4" /><ns0:Relationship Type="http://schemas.openxmlformats.org/officeDocument/2006/relationships/image" Target="/ppt/media/image.jpeg" Id="R018f6ff89aa540a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90ec8fb82c44d4" /><ns0:Relationship Type="http://schemas.openxmlformats.org/officeDocument/2006/relationships/image" Target="/ppt/media/image.jpeg" Id="R343b622b6c6f4ae4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4a514d29a14055" /><ns0:Relationship Type="http://schemas.openxmlformats.org/officeDocument/2006/relationships/image" Target="/ppt/media/image.jpeg" Id="R98220cfe4ca04c0c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842d97f83942eb" /><ns0:Relationship Type="http://schemas.openxmlformats.org/officeDocument/2006/relationships/image" Target="/ppt/media/image.jpeg" Id="Rc27cebe622c14190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22955770ea44dd" /><ns0:Relationship Type="http://schemas.openxmlformats.org/officeDocument/2006/relationships/image" Target="/ppt/media/image.jpeg" Id="R37b843a16d154cde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66ec6e254f4749" /><ns0:Relationship Type="http://schemas.openxmlformats.org/officeDocument/2006/relationships/image" Target="/ppt/media/image.jpeg" Id="Rae5f02e577db4c0c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23f64a81bc4255" /><ns0:Relationship Type="http://schemas.openxmlformats.org/officeDocument/2006/relationships/image" Target="/ppt/media/image.jpeg" Id="R9837ba5824f746c5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05f0aeec194a3b" /><ns0:Relationship Type="http://schemas.openxmlformats.org/officeDocument/2006/relationships/image" Target="/ppt/media/image.jpeg" Id="R353a7fd2a22448a1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a951f569164d12" /><ns0:Relationship Type="http://schemas.openxmlformats.org/officeDocument/2006/relationships/image" Target="/ppt/media/image.jpeg" Id="R336fecb53fd44158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520924c99f4e35" /><ns0:Relationship Type="http://schemas.openxmlformats.org/officeDocument/2006/relationships/image" Target="/ppt/media/image.jpeg" Id="R7f9f7282bc5345b6" /><ns0:Relationship Type="http://schemas.openxmlformats.org/officeDocument/2006/relationships/hyperlink" Target="https://www.electrical-installation.org/enwiki/Coordination_between_circuit-breakers" TargetMode="External" Id="Rf55afdbe56724d85" /><ns0:Relationship Type="http://schemas.openxmlformats.org/officeDocument/2006/relationships/hyperlink" Target="https://webstore.iec.ch/en/publication/2723" TargetMode="External" Id="Rdae8b72e3b144209" /><ns0:Relationship Type="http://schemas.openxmlformats.org/officeDocument/2006/relationships/hyperlink" Target="https://elstandard.se/documents/preview/3246401" TargetMode="External" Id="Rb4c12ac43f82445f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 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IΔ = 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RCBO kombinerar funktionerna när det framgår av data.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 A ut och 1,985 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IΔ = |Iut − Iretur|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IΔ = |2,000 − 1,985| = 0,015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1 000 = 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 styr kontaktor, huvudkontakter kopplar last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öppnar eller sluter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Normal kontaktorfunktion i en motorstartare. Skyddsfunktioner bedöms separat.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Överström omfattar överlast och kortslutning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är för hög ström i en i övrigt avsedd strömväg. Kortslutning ger en oavsiktlig lågimpediv väg.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feltyper ett avsett överströmsskydd behöver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avsett överströmsskydd kan behöva hantera.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 anges i A. Kortslutningsbrytförmåga anges ofta i kA. 1 kA = 1 000 A.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angivna prov- och användningsvillkor.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Knyt den ena uppgiften till normal belastning och den andra till möjlig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IΔ = |Iut − Iretur|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IΔ är differensström i A. Multiplicera med 1 000 för mA.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Samtidiga enfasströmmar: 5,000 A ut och 4,970 A tillbaka. De angivna beloppen jämförs i modellen.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Subtrahera returströmmen från utgående ström och omvandla A till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 reagerar på differensström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all ström återkommer genom de övervakade ledarna är differensen nära noll, även vid stor lastström.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jordfelsbrytare utan kombinerat överströmsskydd. Lasten tar för stor ström men saknar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används tillsammans med en last som drar för stor ström, men all ström återkommer. Varför behövs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     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apparatens definierade opåverkade tillstånd. K1:s kontakter följer dess spole.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till en vanlig kontaktor K1. Inga specialfunktioner eller fel antas.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kontaktläget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Spoldata gäller manöverkretsen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lastspänning och spolens matningsspänning avser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400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spolens spänning och strömart ur märkningen. Använd inte huvudkontaktens värde till spolen.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400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 begränsar bortkopplingen till felområdet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avsedd nivå bort felet utan onödig bortkoppling av friska delar.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för samma lokala fel. Exakta kurvor och felström saknas.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vilken funktion som behöver utredas och vilka tillverkardata som krävs.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löser både dess gruppskydd och huvudskyddet. Vilken funktion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dokumenterad backupkombination kan påverka tillåtet val. En sådan kombination får inte antas.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angiven brytförmåga 6 kA. Ingen dokumenterad backup finns.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i samma enhet och motivera om det redovisade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Beräknad möjlig kortslutningsström är 8 kA. Ett föreslaget skydd har 6 kA brytförmåga. Ingen dokumenterad backupkombination finns. Räcker uppgifterna för att godta 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Manöver, överlastskydd och kortslutningsskydd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manövrerar. Överlastfunktion skyddar vid för hög belastning. Kortslutningsskydd hanterar felström.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funktioner kring en motor, inte val av artikelnummer eller skyddsinställning.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F87A575E-EB5A-4C88-98E3-4E281539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