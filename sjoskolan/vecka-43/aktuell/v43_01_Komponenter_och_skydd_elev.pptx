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i ett IT-nät dimensionerat för fortsatt drift ger första jordfelet normalt larm, inte utlösning. Jordfelsbrytare används främst i 230 V uttagsgrupper.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händer när spolen får matning?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ligger i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kontaktor i en motorstartare. Skydden behandlas för sig.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slags överström kan uppstå?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en för stor last i en hel krets och på en oavsiktlig väg med låg impedans.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slags fel ett överströmsskydd ska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överströmsskydd ska klara.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Märkströmmen anges i A och brytförmågan ofta i kA (1 kA = 1 000 A).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under de villkor som anges i märkningen.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Koppla den ena uppgiften till normal last och den andra till den största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|I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IΔ är differensströmmen.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Strömmarna är uppmätta samtidigt: 5,000 A ut och 4,970 A tillbaka.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returströmmen från den utgående strömmen och multiplicera med 1 000 för att få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mäter jordfelsfunktionen?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strömmen ut med strömmen tillbaka i de övervakade ledarna, även när lastströmmen är stor.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Jordfelsbrytaren har inget inbyggt överströmsskydd. Lasten drar för stor ström men har ingen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jordfelsbrytare utan överströmsskydd matar en last som drar för stor ström, men all ström kommer tillbaka. Varför behövs ändå ett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det läge kontakten har när spolen är strömlös. K1:s kontakter följer spolen.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på en vanlig kontaktor K1. Inga specialfunktioner och inga fel.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kontaktens läge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apparaten gäller varje märkvärde?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spänning och spolens spänning gäller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440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spolens spänning och strömart (AC eller DC) från dess märkning, inte huvudkontakternas värde.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440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skydd borde ha löst?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det närmaste skyddet bort felet, och de felfria delarna fortsätter att fungera.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ut för samma fel. Utlösningskurvor och felström är inte kända.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utredas och vilka data från tillverkaren som behövs.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gör att både gruppskyddet och huvudskyddet löser ut. Vad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dokumenterat backupskydd hade kunnat ändra bedömningen, men du får inte anta att det finns.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brytförmåga 6 kA. Inget dokumenterat backupskydd.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och motivera om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kortslutningsströmmen är 8 kA. Det föreslagna skyddet har brytförmågan 6 kA, och det finns inget dokumenterat backupskydd. Kan valet godkännas?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funktioner behövs runt motorn?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normal start och stopp, på för hög belastning och på en kortslutning i kabel eller motor.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vilka funktioner som behövs, inte vilka produkter eller inställningar.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