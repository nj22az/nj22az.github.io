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549b2f895b04f1e" Type="http://schemas.openxmlformats.org/officeDocument/2006/relationships/officeDocument" Target="ppt/presentation.xml"/><Relationship Id="Rba22804b6a9a46ba" Type="http://schemas.openxmlformats.org/officeDocument/2006/relationships/extended-properties" Target="docProps/app.xml"/><Relationship Id="Rc270597900cc4e5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5dd86c08cc4ccc" Type="http://schemas.openxmlformats.org/officeDocument/2006/relationships/slide" Target="slides/slide9.xml"/><Relationship Id="R05631643de7349a3" Type="http://schemas.openxmlformats.org/officeDocument/2006/relationships/slide" Target="slides/slide19.xml"/><Relationship Id="R079441a4cb234338" Type="http://schemas.openxmlformats.org/officeDocument/2006/relationships/slide" Target="slides/slide6.xml"/><Relationship Id="R07a807e5e8bf4080" Type="http://schemas.openxmlformats.org/officeDocument/2006/relationships/slide" Target="slides/slide26.xml"/><Relationship Id="R124302e24b6d4442" Type="http://schemas.openxmlformats.org/officeDocument/2006/relationships/slide" Target="slides/slide36.xml"/><Relationship Id="R169c4946a58d426a" Type="http://schemas.openxmlformats.org/officeDocument/2006/relationships/slide" Target="slides/slide25.xml"/><Relationship Id="R30190e9bd1054c61" Type="http://schemas.openxmlformats.org/officeDocument/2006/relationships/slide" Target="slides/slide22.xml"/><Relationship Id="R34ac04a2e31a41cd" Type="http://schemas.openxmlformats.org/officeDocument/2006/relationships/slide" Target="slides/slide8.xml"/><Relationship Id="R40100fdbf3cc4bcb" Type="http://schemas.openxmlformats.org/officeDocument/2006/relationships/slide" Target="slides/slide17.xml"/><Relationship Id="R4da4fc9975964674" Type="http://schemas.openxmlformats.org/officeDocument/2006/relationships/slide" Target="slides/slide31.xml"/><Relationship Id="R53c9d9536a914ae6" Type="http://schemas.openxmlformats.org/officeDocument/2006/relationships/slide" Target="slides/slide5.xml"/><Relationship Id="R557ca182370f40bf" Type="http://schemas.openxmlformats.org/officeDocument/2006/relationships/slide" Target="slides/slide12.xml"/><Relationship Id="R6711004a58704b35" Type="http://schemas.openxmlformats.org/officeDocument/2006/relationships/slide" Target="slides/slide30.xml"/><Relationship Id="R675a3944c14849c2" Type="http://schemas.openxmlformats.org/officeDocument/2006/relationships/presProps" Target="presProps.xml"/><Relationship Id="R6a33ac32344740ce" Type="http://schemas.openxmlformats.org/officeDocument/2006/relationships/slide" Target="slides/slide13.xml"/><Relationship Id="R6e9e6d9230c74440" Type="http://schemas.openxmlformats.org/officeDocument/2006/relationships/slide" Target="slides/slide14.xml"/><Relationship Id="R75234df75d8a4729" Type="http://schemas.openxmlformats.org/officeDocument/2006/relationships/slide" Target="slides/slide7.xml"/><Relationship Id="R757981dc857d4433" Type="http://schemas.openxmlformats.org/officeDocument/2006/relationships/tableStyles" Target="tableStyles.xml"/><Relationship Id="R82bb0fb5569a4894" Type="http://schemas.openxmlformats.org/officeDocument/2006/relationships/slide" Target="slides/slide28.xml"/><Relationship Id="R82ee86f9bed34699" Type="http://schemas.openxmlformats.org/officeDocument/2006/relationships/slide" Target="slides/slide20.xml"/><Relationship Id="R83d2fa7c27324f5b" Type="http://schemas.openxmlformats.org/officeDocument/2006/relationships/theme" Target="theme/theme1.xml"/><Relationship Id="R896641be3db5409a" Type="http://schemas.openxmlformats.org/officeDocument/2006/relationships/slide" Target="slides/slide2.xml"/><Relationship Id="R8ae4472093f44e50" Type="http://schemas.openxmlformats.org/officeDocument/2006/relationships/slide" Target="slides/slide33.xml"/><Relationship Id="R9098dc819ca34907" Type="http://schemas.openxmlformats.org/officeDocument/2006/relationships/slide" Target="slides/slide1.xml"/><Relationship Id="R9c88a7f8c2ed4de9" Type="http://schemas.openxmlformats.org/officeDocument/2006/relationships/slide" Target="slides/slide21.xml"/><Relationship Id="Ra038f95959744aff" Type="http://schemas.openxmlformats.org/officeDocument/2006/relationships/slide" Target="slides/slide29.xml"/><Relationship Id="Ra29bdbb17c204b87" Type="http://schemas.openxmlformats.org/officeDocument/2006/relationships/slide" Target="slides/slide35.xml"/><Relationship Id="Ra9657a57654f4f33" Type="http://schemas.openxmlformats.org/officeDocument/2006/relationships/slide" Target="slides/slide27.xml"/><Relationship Id="Rb140d47f9ac7439f" Type="http://schemas.openxmlformats.org/officeDocument/2006/relationships/slide" Target="slides/slide23.xml"/><Relationship Id="Rb28c15daf1604a51" Type="http://schemas.openxmlformats.org/officeDocument/2006/relationships/slideMaster" Target="slideMasters/slideMaster1.xml"/><Relationship Id="Rc735acab7a19470d" Type="http://schemas.openxmlformats.org/officeDocument/2006/relationships/slide" Target="slides/slide10.xml"/><Relationship Id="Rce33d310c2a84b57" Type="http://schemas.openxmlformats.org/officeDocument/2006/relationships/slide" Target="slides/slide18.xml"/><Relationship Id="Rd8fb1bd3c57d489d" Type="http://schemas.openxmlformats.org/officeDocument/2006/relationships/slide" Target="slides/slide11.xml"/><Relationship Id="Rda2a56eccfe34a5e" Type="http://schemas.openxmlformats.org/officeDocument/2006/relationships/slide" Target="slides/slide32.xml"/><Relationship Id="Rdcf308c181874d12" Type="http://schemas.openxmlformats.org/officeDocument/2006/relationships/slide" Target="slides/slide15.xml"/><Relationship Id="Rddc90d569c6f44c2" Type="http://schemas.openxmlformats.org/officeDocument/2006/relationships/slide" Target="slides/slide24.xml"/><Relationship Id="Re4a1c08ef1e44980" Type="http://schemas.openxmlformats.org/officeDocument/2006/relationships/viewProps" Target="viewProps.xml"/><Relationship Id="Ree9fb1d61a594fa4" Type="http://schemas.openxmlformats.org/officeDocument/2006/relationships/slide" Target="slides/slide34.xml"/><Relationship Id="Rf0d0e26fbc9d4575" Type="http://schemas.openxmlformats.org/officeDocument/2006/relationships/slide" Target="slides/slide3.xml"/><Relationship Id="Rf4cc66b540e54974" Type="http://schemas.openxmlformats.org/officeDocument/2006/relationships/slide" Target="slides/slide4.xml"/><Relationship Id="Rf7ad0ec55ebe4bb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e9ea41f2d84d40e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c2160ca757d4e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f70fdb240b0435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1037b088a8406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3267840caeb436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f562663059e4b4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f9d589629948c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2d677af69f845d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f53ea8309943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5c28ee8c0bd4c2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89891f58cd845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994856c3cf84706" Type="http://schemas.openxmlformats.org/officeDocument/2006/relationships/slideLayout" Target="../slideLayouts/slideLayout7.xml"/><Relationship Id="R1d5b027c49fd4ffb" Type="http://schemas.openxmlformats.org/officeDocument/2006/relationships/slideLayout" Target="../slideLayouts/slideLayout11.xml"/><Relationship Id="R2ec8f1f56e5e4d10" Type="http://schemas.openxmlformats.org/officeDocument/2006/relationships/theme" Target="theme/theme2.xml"/><Relationship Id="R36fd0cbd2a594f7e" Type="http://schemas.openxmlformats.org/officeDocument/2006/relationships/slideLayout" Target="../slideLayouts/slideLayout1.xml"/><Relationship Id="R4d709fe3449e45be" Type="http://schemas.openxmlformats.org/officeDocument/2006/relationships/slideLayout" Target="../slideLayouts/slideLayout3.xml"/><Relationship Id="R648c5016e2374466" Type="http://schemas.openxmlformats.org/officeDocument/2006/relationships/slideLayout" Target="../slideLayouts/slideLayout10.xml"/><Relationship Id="R7a2000bbdf954363" Type="http://schemas.openxmlformats.org/officeDocument/2006/relationships/slideLayout" Target="../slideLayouts/slideLayout9.xml"/><Relationship Id="Ra79861105e7e4190" Type="http://schemas.openxmlformats.org/officeDocument/2006/relationships/slideLayout" Target="../slideLayouts/slideLayout2.xml"/><Relationship Id="Raf0237e6c9f5489f" Type="http://schemas.openxmlformats.org/officeDocument/2006/relationships/slideLayout" Target="../slideLayouts/slideLayout8.xml"/><Relationship Id="Rb6be6099b29846b8" Type="http://schemas.openxmlformats.org/officeDocument/2006/relationships/slideLayout" Target="../slideLayouts/slideLayout5.xml"/><Relationship Id="Re72c3c38d47040b5" Type="http://schemas.openxmlformats.org/officeDocument/2006/relationships/slideLayout" Target="../slideLayouts/slideLayout4.xml"/><Relationship Id="Reaa669144e4c4391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1c75565317c44dc" Type="http://schemas.openxmlformats.org/officeDocument/2006/relationships/image" Target="../media/image.png"/><Relationship Id="R4e77340bbd9f40f7" Type="http://schemas.openxmlformats.org/officeDocument/2006/relationships/image" Target="../media/image.jpeg"/><Relationship Id="R7c8d4cf715934e7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4d3326f81b042e2" Type="http://schemas.openxmlformats.org/officeDocument/2006/relationships/slideLayout" Target="../slideLayouts/slideLayout1.xml"/><Relationship Id="Rf29c8f77bae841d9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822dca3fb174934" Type="http://schemas.openxmlformats.org/officeDocument/2006/relationships/image" Target="../media/image.jpeg"/><Relationship Id="R8fa3d2581f41456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4a1c55352f7464b" Type="http://schemas.openxmlformats.org/officeDocument/2006/relationships/slideLayout" Target="../slideLayouts/slideLayout1.xml"/><Relationship Id="Rc0dcc55886e1443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0943520e5df4164" Type="http://schemas.openxmlformats.org/officeDocument/2006/relationships/image" Target="../media/image.jpeg"/><Relationship Id="R1f9ee7e39b884e2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477f165d97a4f26" Type="http://schemas.openxmlformats.org/officeDocument/2006/relationships/image" Target="../media/image.jpeg"/><Relationship Id="Rdf19a1eac8c041e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a80692185746ec" Type="http://schemas.openxmlformats.org/officeDocument/2006/relationships/image" Target="../media/image.jpeg"/><Relationship Id="Ra1aa47b0e9f142c5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9417758fc2a74690" Type="http://schemas.openxmlformats.org/officeDocument/2006/relationships/slideLayout" Target="../slideLayouts/slideLayout1.xml"/><Relationship Id="Re81f48f130b24b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acbd6263424a23" Type="http://schemas.openxmlformats.org/officeDocument/2006/relationships/image" Target="../media/image.jpeg"/><Relationship Id="R1ff84d6d40bf46b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2a2a2f0886eb4c83" Type="http://schemas.openxmlformats.org/officeDocument/2006/relationships/image" Target="../media/image.jpeg"/><Relationship Id="R7256ed1c4695420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ceeb42d44424e2e" Type="http://schemas.openxmlformats.org/officeDocument/2006/relationships/slideLayout" Target="../slideLayouts/slideLayout1.xml"/><Relationship Id="Rff133f8d8dca40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6a1cbe72b6644829" Type="http://schemas.openxmlformats.org/officeDocument/2006/relationships/slideLayout" Target="../slideLayouts/slideLayout1.xml"/><Relationship Id="R8f572af95bac407f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7a835466fb1d476c" Type="http://schemas.openxmlformats.org/officeDocument/2006/relationships/slideLayout" Target="../slideLayouts/slideLayout1.xml"/><Relationship Id="R8d28e9ab509c44e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b65683e654b4df5" Type="http://schemas.openxmlformats.org/officeDocument/2006/relationships/image" Target="../media/image.jpeg"/><Relationship Id="Ra73061d5fe70441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3143f9c127ea43b7" Type="http://schemas.openxmlformats.org/officeDocument/2006/relationships/slideLayout" Target="../slideLayouts/slideLayout1.xml"/><Relationship Id="Rf0a520b7e2f9489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5f069041f3e4842" Type="http://schemas.openxmlformats.org/officeDocument/2006/relationships/image" Target="../media/image.jpeg"/><Relationship Id="Rfd63505452f9457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e2d63e4e24174f63" Type="http://schemas.openxmlformats.org/officeDocument/2006/relationships/image" Target="../media/image.jpeg"/><Relationship Id="Rfb5296dc0f57408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b5fd7a005fd47d4" Type="http://schemas.openxmlformats.org/officeDocument/2006/relationships/image" Target="../media/image.jpeg"/><Relationship Id="Ra13285599bd64283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bb2fd782df2048ed" Type="http://schemas.openxmlformats.org/officeDocument/2006/relationships/slideLayout" Target="../slideLayouts/slideLayout1.xml"/><Relationship Id="Rce5396209be94359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895174cd6bc14087" Type="http://schemas.openxmlformats.org/officeDocument/2006/relationships/slideLayout" Target="../slideLayouts/slideLayout1.xml"/><Relationship Id="Rd837b61c462c467f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60d36406afd42bd" Type="http://schemas.openxmlformats.org/officeDocument/2006/relationships/slideLayout" Target="../slideLayouts/slideLayout1.xml"/><Relationship Id="Rfeb64cb8808f45f1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2a565e7b0da348a5" Type="http://schemas.openxmlformats.org/officeDocument/2006/relationships/slideLayout" Target="../slideLayouts/slideLayout1.xml"/><Relationship Id="Rbe02de8fe86745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80c7bc71f2446c1" Type="http://schemas.openxmlformats.org/officeDocument/2006/relationships/slideLayout" Target="../slideLayouts/slideLayout1.xml"/><Relationship Id="Re0cebb3d8db8426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a1a4004ce8e24498" Type="http://schemas.openxmlformats.org/officeDocument/2006/relationships/image" Target="../media/image.jpeg"/><Relationship Id="Rb8b289351aa546c8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13619d00c72449c1" Type="http://schemas.openxmlformats.org/officeDocument/2006/relationships/image" Target="../media/image.jpeg"/><Relationship Id="R5e944db576184f7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90f1144382b4daa" Type="http://schemas.openxmlformats.org/officeDocument/2006/relationships/image" Target="../media/image.jpeg"/><Relationship Id="Rc5ae8d68436e4c9d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18f6ff89aa540a5" Type="http://schemas.openxmlformats.org/officeDocument/2006/relationships/image" Target="../media/image.jpeg"/><Relationship Id="R429eb90d465f45b4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343b622b6c6f4ae4" Type="http://schemas.openxmlformats.org/officeDocument/2006/relationships/image" Target="../media/image.jpeg"/><Relationship Id="Raa90ec8fb82c44d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e4a514d29a14055" Type="http://schemas.openxmlformats.org/officeDocument/2006/relationships/slideLayout" Target="../slideLayouts/slideLayout1.xml"/><Relationship Id="R98220cfe4ca04c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5842d97f83942eb" Type="http://schemas.openxmlformats.org/officeDocument/2006/relationships/slideLayout" Target="../slideLayouts/slideLayout1.xml"/><Relationship Id="Rc27cebe622c1419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822955770ea44dd" Type="http://schemas.openxmlformats.org/officeDocument/2006/relationships/slideLayout" Target="../slideLayouts/slideLayout1.xml"/><Relationship Id="R37b843a16d154cde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6466ec6e254f4749" Type="http://schemas.openxmlformats.org/officeDocument/2006/relationships/slideLayout" Target="../slideLayouts/slideLayout1.xml"/><Relationship Id="Rae5f02e577db4c0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2423f64a81bc4255" Type="http://schemas.openxmlformats.org/officeDocument/2006/relationships/slideLayout" Target="../slideLayouts/slideLayout1.xml"/><Relationship Id="R9837ba5824f746c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353a7fd2a22448a1" Type="http://schemas.openxmlformats.org/officeDocument/2006/relationships/image" Target="../media/image.jpeg"/><Relationship Id="R7305f0aeec194a3b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36fecb53fd44158" Type="http://schemas.openxmlformats.org/officeDocument/2006/relationships/image" Target="../media/image.jpeg"/><Relationship Id="Rcfa951f569164d1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4d520924c99f4e35" Type="http://schemas.openxmlformats.org/officeDocument/2006/relationships/slideLayout" Target="../slideLayouts/slideLayout1.xml"/><Relationship Id="R7f9f7282bc5345b6" Type="http://schemas.openxmlformats.org/officeDocument/2006/relationships/image" Target="../media/image.jpeg"/><Relationship Id="Rb4c12ac43f82445f" Type="http://schemas.openxmlformats.org/officeDocument/2006/relationships/hyperlink" Target="https://elstandard.se/documents/preview/3246401" TargetMode="External"/><Relationship Id="Rdae8b72e3b144209" Type="http://schemas.openxmlformats.org/officeDocument/2006/relationships/hyperlink" Target="https://webstore.iec.ch/en/publication/2723" TargetMode="External"/><Relationship Id="Rf55afdbe56724d85" Type="http://schemas.openxmlformats.org/officeDocument/2006/relationships/hyperlink" Target="https://www.electrical-installation.org/enwiki/Coordination_between_circuit-breaker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 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en ström–tidskurva: lång" descr="Principskiss av en ström–tidskurva: långsam utlösning vid överlast och snabb vid kortslu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i ett IT-nät dimensionerat för fortsatt drift ger första jordfelet normalt larm, inte utlösning. Jordfelsbrytare används främst i 230 V uttagsgrupper.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Jordfelsbrytare: L och N går genom en su" descr="Jordfelsbrytare: L och N går genom en summaströmtransformator; en läckström till jord ger skillnaden I-delta som påverkar utlösa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 A ut och 1,985 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|2,000 − 1,985| = 0,015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1 000 = 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2,000 A ut och 1,985" descr="Jordfelsbrytare med 2,000 A ut och 1,985 A tillbaka; differensströmmen 15 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händer när spolen får matning?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ligger i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kontaktor i en motorstartare. Skydden behandlas för sig.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slags överström kan uppstå?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en för stor last i en hel krets och på en oavsiktlig väg med låg impedans.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slags fel ett överströmsskydd ska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överströmsskydd ska klara.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Märkströmmen anges i A och brytförmågan ofta i kA (1 kA = 1 000 A).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under de villkor som anges i märkningen.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Koppla den ena uppgiften till normal last och den andra till den största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IΔ = |I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IΔ är differensströmmen.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Strömmarna är uppmätta samtidigt: 5,000 A ut och 4,970 A tillbaka.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returströmmen från den utgående strömmen och multiplicera med 1 000 för att få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5,000 A ut och 4,970" descr="Jordfelsbrytare med 5,000 A ut och 4,970 A tillbaka; differens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mäter jordfelsfunktionen?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strömmen ut med strömmen tillbaka i de övervakade ledarna, även när lastströmmen är stor.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Jordfelsbrytaren har inget inbyggt överströmsskydd. Lasten drar för stor ström men har ingen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där lasten drar för stor" descr="Jordfelsbrytare där lasten drar för stor ström men samma ström kommer tillbaka; differensströmmen ungefä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jordfelsbrytare utan överströmsskydd matar en last som drar för stor ström, men all ström kommer tillbaka. Varför behövs ändå ett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taktor K1 i opåverkat läge: spolen, e" descr="Kontaktor K1 i opåverkat läge: spolen, en NO-kontakt 13–14 som är öppen och en NC-kontakt 21–22 som är sl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uvudskydd och tre gruppskydd; vid fel i" descr="Huvudskydd och tre gruppskydd; vid fel i grupp B löser bara grupp B medan övriga är i dr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skydd A har 4,5 kA och sk" descr="Stapeldiagram: skydd A har 4,5 kA och skydd B 10 kA brytförmåga jämfört med möjlig felström 7 k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det läge kontakten har när spolen är strömlös. K1:s kontakter följer spolen.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på en vanlig kontaktor K1. Inga specialfunktioner och inga fel.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kontaktens läge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apparaten gäller varje märkvärde?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spänning och spolens spänning gäller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440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spolens spänning och strömart (AC eller DC) från dess märkning, inte huvudkontakternas värde.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440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skydd borde ha löst?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det närmaste skyddet bort felet, och de felfria delarna fortsätter att fungera.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ut för samma fel. Utlösningskurvor och felström är inte kända.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utredas och vilka data från tillverkaren som behövs.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gör att både gruppskyddet och huvudskyddet löser ut. Vad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dokumenterat backupskydd hade kunnat ändra bedömningen, men du får inte anta att det finns.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brytförmåga 6 kA. Inget dokumenterat backupskydd.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och motivera om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beräknade kortslutningsströmmen är 8 kA. Det föreslagna skyddet har brytförmågan 6 kA, och det finns inget dokumenterat backupskydd. Kan valet godkännas?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funktioner behövs runt motorn?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normal start och stopp, på för hög belastning och på en kortslutning i kabel eller motor.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vilka funktioner som behövs, inte vilka produkter eller inställningar.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