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3/aktuell/Del_1.html" TargetMode="External"/><Relationship Id="rId3" Type="http://schemas.openxmlformats.org/officeDocument/2006/relationships/hyperlink" Target="https://www.electrical-installation.org/enwiki/Coordination_between_circuit-breakers" TargetMode="External"/><Relationship Id="rId4" Type="http://schemas.openxmlformats.org/officeDocument/2006/relationships/hyperlink" Target="https://webstore.iec.ch/en/publication/2723" TargetMode="External"/><Relationship Id="rId5" Type="http://schemas.openxmlformats.org/officeDocument/2006/relationships/hyperlink" Target="https://elstandard.se/documents/preview/3246401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3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Komponenter och skydd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Brytare, säkringar, reläer och selektivitet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43 · Måndag 19 oktober · 09.00–11.00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1 av 4 · Elteknik och ellära</a:t>
            </a:r>
          </a:p>
        </p:txBody>
      </p:sp>
      <p:sp>
        <p:nvSpPr>
          <p:cNvPr id="8" name="Dag: Måndag 19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Måndag 19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 i="0">
                <a:solidFill>
                  <a:srgbClr val="111111"/>
                </a:solidFill>
                <a:latin typeface="Calibri"/>
              </a:rPr>
              <a:t>Du känner igen vanliga komponenter, skydd och mätinstrument och vet vad de gör.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Komponenter och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046720" cy="2926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förklara vad vanliga skydds- och manöverapparater gör.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skilja märkström, brytförmåga och utlösningsvillkor.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räkna ut en differensström och förklara vad selektivitet kräver.</a:t>
            </a:r>
          </a:p>
        </p:txBody>
      </p:sp>
      <p:pic>
        <p:nvPicPr>
          <p:cNvPr id="8" name="Picture 7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Kan en kontaktor ersätta både kortslutningsskydd och motorskydd?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ja eller nej i chatten, och ett ord om varför.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Märkning, frånskiljning, säkring och jordfelsbrytare (avsnitt 1–4) och ett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1.2–1.5 tillsammans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804672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Kontaktor, motorskydd och selektivitet (avsnitt 5–7) och ett exempel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25196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1.1 tillsammans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1888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10.40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81888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9" name="Picture 18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Apparatens uppgift och märkning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Varje apparat har en egen uppgift och egna märkdata.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kontaktor manövrerar last genom elektriskt styrda kontakter.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Överlast och kortslutning är olika typer av överström.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Märkström, spänningsklass och brytförmåga beskriver olika krav.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Selektivitet kräver samordning så att rätt skyddsnivå kopplar bort felet.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Manöver och frånskiljning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Funktionen bestäms av märkning och konstruktion.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brytare kan användas för att koppla en krets.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Förmåga till säker frånskiljning måste framgå av apparatens data.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kontaktor är avsedd för upprepad manöver.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öppen kontaktor är inte automatiskt tillräcklig arbetsfrånskiljning.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avsnitt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Säkring och dvärgbrytare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Märkström är inte samma sak som brytförmåga.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Överström kan vara överlast eller kortslutning.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Skyddets ström–tidsegenskap avgör hur snabbt det löser.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Ett skydd märkt 16 A kan tåla normal lastström.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Angiven brytförmåga beskriver vilken felström det kan bryta.</a:t>
            </a:r>
          </a:p>
        </p:txBody>
      </p:sp>
      <p:pic>
        <p:nvPicPr>
          <p:cNvPr id="5" name="Figur: Principskiss av en ström–tidskurva: långsam utlösning vid överlast och snabb utlösning vid kortslutning." descr="Principskiss av en ström–tidskurva: långsam utlösning vid överlast och snabb utlösning vid kortslutni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Jordfelsbrytare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300" b="1" i="0">
                <a:solidFill>
                  <a:srgbClr val="064F91"/>
                </a:solidFill>
                <a:latin typeface="Calibri"/>
              </a:rPr>
              <a:t>I</a:t>
            </a:r>
            <a:r>
              <a:rPr sz="2300" b="1" i="0" baseline="-25000">
                <a:solidFill>
                  <a:srgbClr val="064F91"/>
                </a:solidFill>
                <a:latin typeface="Calibri"/>
              </a:rPr>
              <a:t>Δ</a:t>
            </a:r>
            <a:r>
              <a:rPr sz="2300" b="1" i="0">
                <a:solidFill>
                  <a:srgbClr val="064F91"/>
                </a:solidFill>
                <a:latin typeface="Calibri"/>
              </a:rPr>
              <a:t> = skillnaden mellan strömmarna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Jordfelsbrytaren reagerar på differensen mellan utgående och återkommande ström i de ledare som övervakas.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En ren jordfelsbrytare ersätter inte överströmsskydd.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Ombord: i ett IT-nät dimensionerat för fortsatt drift ger första jordfelet normalt larm, inte utlösning.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Jordfelsbrytare används främst i 230 V uttagsgrupper.</a:t>
            </a:r>
          </a:p>
        </p:txBody>
      </p:sp>
      <p:pic>
        <p:nvPicPr>
          <p:cNvPr id="5" name="Figur: Jordfelsbrytare: L och N går genom en summaströmtransformator. En läckström till jord ger en differensström som påverkar utlösaren." descr="Jordfelsbrytare: L och N går genom en summaströmtransformator. En läckström till jord ger en differensström som påverkar utlösar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12366"/>
            <a:ext cx="3794760" cy="2999027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differensström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En enfaskrets har 2,000 A ut och 1,985 A tillbaka genom de övervakade ledarna.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I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Δ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 = |I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ut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 − I</a:t>
            </a:r>
            <a:r>
              <a:rPr sz="2200" b="1" i="0" baseline="-25000">
                <a:solidFill>
                  <a:srgbClr val="064F91"/>
                </a:solidFill>
                <a:latin typeface="Calibri"/>
              </a:rPr>
              <a:t>retur</a:t>
            </a:r>
            <a:r>
              <a:rPr sz="2200" b="1" i="0">
                <a:solidFill>
                  <a:srgbClr val="064F91"/>
                </a:solidFill>
                <a:latin typeface="Calibri"/>
              </a:rPr>
              <a:t>|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I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Δ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 = |2,000 − 1,985| = 0,015 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0,015 · 1 000 = 15 mA.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Skillnaden innebär att en del av strömmen tar en annan väg.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Vilken utlösning som ska ske kräver skyddets data. Här beräknas endast differensströmmen.</a:t>
            </a:r>
          </a:p>
        </p:txBody>
      </p:sp>
      <p:pic>
        <p:nvPicPr>
          <p:cNvPr id="6" name="Figur: Jordfelsbrytare med 2,000 A ut och 1,985 A tillbaka. Differensströmmen är 15 mA." descr="Jordfelsbrytare med 2,000 A ut och 1,985 A tillbaka. Differensströmmen är 15 m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00986"/>
            <a:ext cx="3794760" cy="2999027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exempel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1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Säkringens uppgift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Två märkdata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Differensström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87368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4087368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87368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Överlast utan jordfel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01184"/>
            <a:ext cx="8046720" cy="996695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nj22az.github.io/sjoskolan/vecka-43/aktuell/Del_1.html</a:t>
            </a:r>
          </a:p>
        </p:txBody>
      </p:sp>
      <p:pic>
        <p:nvPicPr>
          <p:cNvPr id="18" name="Picture 17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4 Övningar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60520" y="2011680"/>
            <a:ext cx="822960" cy="731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4800" b="1" i="0">
                <a:solidFill>
                  <a:srgbClr val="111111"/>
                </a:solidFill>
                <a:latin typeface="Calibri"/>
              </a:rPr>
              <a:t>Paus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400" b="0" i="0">
                <a:solidFill>
                  <a:srgbClr val="4A4A4A"/>
                </a:solidFill>
                <a:latin typeface="Calibri"/>
              </a:rPr>
              <a:t>Vi fortsätter 10.00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Kontaktor och relä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NO: normalt öppen. NC: normalt sluten.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En spole påverkar kontakter som manövrerar andra kretsar.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Hjälpkontakter kan ge hållning och återkoppling.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Normalläget avser angivet opåverkat tillstånd.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Spolens märkspänning är skild från huvudkontaktens lastdata.</a:t>
            </a:r>
          </a:p>
        </p:txBody>
      </p:sp>
      <p:pic>
        <p:nvPicPr>
          <p:cNvPr id="5" name="Figur: Kontaktor K1 i opåverkat läge: spolen, en NO-kontakt 13–14 som är öppen och en NC-kontakt 21–22 som är sluten." descr="Kontaktor K1 i opåverkat läge: spolen, en NO-kontakt 13–14 som är öppen och en NC-kontakt 21–22 som är slut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00780"/>
            <a:ext cx="3794760" cy="2822198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avsnitt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Motorskydd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Märkdata och tillverkarens anvisning styr.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Motorskydd ska anpassas till motor och startförlopp.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Överlastfunktion och kortslutningsskydd behöver samordnas.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Enbart motorns kW-tal räcker inte för ett skyddsval.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Ström, drift, starttid och omgivning påverkar bedömningen.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avsnitt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Selektivitet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Utlösningskurvor och samordningsdata behövs.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Selektivitet innebär att avsedd skyddsnivå kopplar bort felet så att övriga delar kan fortsätta fungera.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Två skydd med olika märkström är inte automatiskt selektiva.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Bedömningen gäller också den möjliga kortslutningsströmmen.</a:t>
            </a:r>
          </a:p>
        </p:txBody>
      </p:sp>
      <p:pic>
        <p:nvPicPr>
          <p:cNvPr id="5" name="Figur: Huvudskydd och tre gruppskydd. Vid fel i grupp B löser bara grupp B, och övriga grupper är i drift." descr="Huvudskydd och tre gruppskydd. Vid fel i grupp B löser bara grupp B, och övriga grupper är i drif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avsnitt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skyddsdata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Möjlig kortslutningsström är 7 kA. Skydd A har 4,5 kA brytförmåga och B har 10 kA. Inget backupskydd 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100" b="1" i="0">
                <a:solidFill>
                  <a:srgbClr val="064F91"/>
                </a:solidFill>
                <a:latin typeface="Calibri"/>
              </a:rPr>
              <a:t>Brytförmåga jämförs med möjlig felström.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A: 4,5 kA är mindre än 7 kA och täcker inte kravet.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B: 10 kA är större än 7 kA och klarar just denna jämförelse.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Spänningsklass, utlösning och samordning måste också prövas.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Att klara brytförmågan är en nödvändig del av valet. Övriga skyddsvillkor återstår.</a:t>
            </a:r>
          </a:p>
        </p:txBody>
      </p:sp>
      <p:pic>
        <p:nvPicPr>
          <p:cNvPr id="6" name="Figur: Stapeldiagram: skydd A har 4,5 kA och skydd B 10 kA brytförmåga, jämfört med den möjliga felströmmen 7 kA." descr="Stapeldiagram: skydd A har 4,5 kA och skydd B 10 kA brytförmåga, jämfört med den möjliga felströmmen 7 k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89400"/>
            <a:ext cx="3794760" cy="282219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exempel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1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Kontaktor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71216"/>
            <a:ext cx="8046720" cy="30266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Fem minuter. Skriv ditt svar i chatten. Övning 1.6–1.10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nj22az.github.io/sjoskolan/vecka-43/aktuell/Del_1.html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  ·  Del 1 · 4 Övningar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Varför bevisar olika märkströmmar inte att två skydd är selektiva?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Uppgiften Skyddsdata i inlämningen bygger på del 1. Inlämningen senast fredag 23 oktober.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Kontaktorn manövrerar. Säkring och dvärgbrytare skyddar mot överström. Jordfelsbrytaren reagerar på differensström.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Märkström, brytförmåga och utlösningsvillkor är olika krav. Brytförmågan ska täcka den möjliga felströmmen.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Selektivitet visas med utlösningskurvor och samordningsdata, inte med olika märkströmmar.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1: teorin och de två exemplen. Tryck på ”Jag har läst del 1” längst ned på sidan.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1.6–1.10 på delsidan.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Börja på inlämningen: uppgift 2, skyddsdata. Den bygger på del 1.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I morgon tisdag 15.00: del 2, Transformatorer och motorer.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Inlämningen, uppgift 1–4, senast fredag 23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43, del 1 Komponenter och skydd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Kursplanen för Elteknik och ellära, lärandemål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Schneider Electric: samordning av skydd (selektivitet mellan brytare)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IEC 60617, symboler för elscheman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SS-EN 50110-1 utgåva 4:2024, Skötsel av elektriska anläggningar (SEK Svensk Elstandard)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43 · Måndag · Komponenter och skydd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