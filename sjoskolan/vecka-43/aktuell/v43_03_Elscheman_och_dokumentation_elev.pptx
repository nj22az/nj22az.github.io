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3/aktuell/Del_3.html" TargetMode="External"/><Relationship Id="rId3" Type="http://schemas.openxmlformats.org/officeDocument/2006/relationships/hyperlink" Target="https://webstore.iec.ch/en/publication/2723" TargetMode="External"/><Relationship Id="rId4" Type="http://schemas.openxmlformats.org/officeDocument/2006/relationships/hyperlink" Target="https://dam-assets.fluke.com.cn/s3fs-public/2100079_6003_ENG_D_W.PDF" TargetMode="External"/><Relationship Id="rId5" Type="http://schemas.openxmlformats.org/officeDocument/2006/relationships/hyperlink" Target="https://www.electrical-installation.org/enwiki/Coordination_between_circuit-breakers" TargetMode="External"/><Relationship Id="rId6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3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1645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Elscheman och dokumentation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Symboler, hållkrets och förväntade mätvärden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43 · Fredag 23 oktober · 09.00–10.00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3 av 4 · Elteknik och ellära</a:t>
            </a:r>
          </a:p>
        </p:txBody>
      </p:sp>
      <p:sp>
        <p:nvSpPr>
          <p:cNvPr id="8" name="Dag: Fredag 23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B51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Fredag 23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kan hitta ett fel med mätningar och ritningar.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128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30552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arbetar säkert, i rätt ordning, och skriver ner vad du har gjort.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43784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känner igen vanliga komponenter, skydd och mätinstrument och vet vad de gör.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94176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1376"/>
            <a:ext cx="8046720" cy="1746503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följa en huvud- och styrströmsfunktion i ett schema.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koppla symboler, beteckningar och mätpunkter till dokumentationen.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ange de två mätpunkterna och driftläget för ett förväntat mätvärde.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Vad visar ett kretsschema som en lista över ledningsanslutningar inte visar lika tydligt?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ett kort svar i chatten.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Genomgång av del 3 med era frågor (avsnitt 1–7)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3.6 och 3.7 tillsammans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685032"/>
            <a:ext cx="8046720" cy="51206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läses styrkretsen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En symbol visar funktion. En beteckning identifierar apparaten.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NO är öppen och NC är sluten i opåverkat läge: ingen trycker och spolen är strömlös.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Kontakter i serie måste alla vara slutna för att det ska finnas en strömväg.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Kontakter parallellt ger alternativa vägar mellan samma två noder.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  ·  Del 3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Symboler och referenser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2057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Symboler visar komponenternas funktion.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IEC 60617 är referensen för grafiska symboler i elscheman.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Beteckningen identifierar objektet, till exempel apparaten K1.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Korsreferenser knyter samman spolen och kontakterna.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Figuren visar förenklade undervisningssymboler.</a:t>
            </a:r>
          </a:p>
        </p:txBody>
      </p:sp>
      <p:pic>
        <p:nvPicPr>
          <p:cNvPr id="5" name="Figur: Grafiska symboler: motstånd (R), NO-kontakt (S, slutande), spänningsmätare, säkring (F), reläspole K1 och strömmätare." descr="Grafiska symboler: motstånd (R), NO-kontakt (S, slutande), spänningsmätare, säkring (F), reläspole K1 och strömmätar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752" y="3566160"/>
            <a:ext cx="5522494" cy="233172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  ·  Del 3 · avsnitt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Huvud- och styrström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22402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Två scheman: kraftvägen och villkoren för manövern.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Calibri"/>
              </a:rPr>
              <a:t>Huvudströmsschemat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 visar kraftvägen till lasten.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Calibri"/>
              </a:rPr>
              <a:t>Styrströmsschemat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 visar villkoren för manövern.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Figuren är kraftdelens förenklade funktionsschema. F1 ger kortslutningsskydd, K1 kopplar matningen och F2:s överlastfunktion ska bryta motorns manöver.</a:t>
            </a:r>
          </a:p>
        </p:txBody>
      </p:sp>
      <p:pic>
        <p:nvPicPr>
          <p:cNvPr id="5" name="Figur: Huvudströmsschema: L1–L3 genom säkringarna F1, kontaktorn K1 och överlastskyddet F2 till motorn M 3~." descr="Huvudströmsschema: L1–L3 genom säkringarna F1, kontaktorn K1 och överlastskyddet F2 till motorn M 3~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879" y="3749039"/>
            <a:ext cx="5730240" cy="214884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  ·  Del 3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Hållkretsens funktion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2057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S0 i serie med (S1 parallellt med K1)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S0 är STOPP (NC). S1 är START (NO). K1 har en NO-hållkontakt.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K1-spolen matas när det finns en obruten väg från +12 V till 0 V.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Figuren är en förenklad funktionsskiss i vila. K1:s spole och kontakt tillhör samma apparat.</a:t>
            </a:r>
          </a:p>
        </p:txBody>
      </p:sp>
      <p:pic>
        <p:nvPicPr>
          <p:cNvPr id="5" name="Figur: +12 V – S0 STOPP (NC, sluten i vila) – S1 START (NO, öppen i vila) parallellt med K1:s hållkontakt (NO, sluts när K1 drar) – spolen K1 – 0 V." descr="+12 V – S0 STOPP (NC, sluten i vila) – S1 START (NO, öppen i vila) parallellt med K1:s hållkontakt (NO, sluts när K1 drar) – spolen K1 – 0 V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" y="3566160"/>
            <a:ext cx="6839712" cy="233172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  ·  Del 3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hållkretsens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I en 12 V-hållkrets är STOPP (NC) sluten. START (NO) och K1:s NO-hållkontakt är öppna i vila.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K1 matas via STOPP och en av parallellvägarna.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START trycks in och sluter vägen till K1-spolen.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K1 drar.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Vad som händer när START släpps och när STOPP trycks utreds i övningarna. Vid strömavbrott släpper K1.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  ·  Del 3 · exempel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Kretsschema och förbindning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Funktion respektive fysisk förbindelse.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Kretsschemat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beskriver den elektriska funktionen.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Förbindningsschemat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visar anslutningarna mellan plintar och apparater.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felsökare behöver kunna gå från K1 i funktionen till rätt apparat och anslutning i verkligheten.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  ·  Del 3 · avsnitt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Mätpunkter och referens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Ett spänningsvärde kräver två definierade punkter.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Ange driftläge och förväntat värde innan du kontrollerar.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Vad bör en öppen kontakt visa i ditt driftläge? I en enkel aktiv DC-kedja kan ett avbrott ta hela spänningen.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Tolka resultatet mot schemat och referenspunkten.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  ·  Del 3 · avsnitt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Dokumentets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Aktuellt schema och faktisk anläggning ska stämma.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Ritningsnummer, revision och datum visar vilket underlag som används.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Ändringar behöver kunna följas från beslut till verifierad funktion.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Inlämning 3 bygger på hållkretsen: nödstoppet, lampan, kretsens fem lägen och en felsökningsrad.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  ·  Del 3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spänning över ett avbrott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9 V matar en ohmsk last via en öppen seriekontakt. Returen är hel och övriga ledningar är ideala.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I = 0     U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last</a:t>
            </a:r>
            <a:r>
              <a:rPr sz="2200" b="1" i="0">
                <a:solidFill>
                  <a:srgbClr val="064F91"/>
                </a:solidFill>
                <a:latin typeface="Calibri"/>
              </a:rPr>
              <a:t> = R · I     U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kontakt</a:t>
            </a:r>
            <a:r>
              <a:rPr sz="2200" b="1" i="0">
                <a:solidFill>
                  <a:srgbClr val="064F91"/>
                </a:solidFill>
                <a:latin typeface="Calibri"/>
              </a:rPr>
              <a:t> = 9 V − U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last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Den öppna kontakten hindrar strömmen: I = 0 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U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last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R · 0 = 0 V, oavsett lastens ändliga R.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U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kontakt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9 − 0 = 9 V.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Stor spänning över en kontakt kan tyda på avbrott.</a:t>
            </a:r>
          </a:p>
        </p:txBody>
      </p:sp>
      <p:pic>
        <p:nvPicPr>
          <p:cNvPr id="6" name="Figur: 9 V-krets med en öppen seriekontakt och en ohmsk last: 9 V över kontakten, 0 V över lasten och ingen ström." descr="9 V-krets med en öppen seriekontakt och en ohmsk last: 9 V över kontakten, 0 V över lasten och ingen strö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677815"/>
            <a:ext cx="3794760" cy="264536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  ·  Del 3 · exempel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3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Spolspänning i vila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Spolspänning under start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47872"/>
            <a:ext cx="8046720" cy="23500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Övning 3.8–3.10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nj22az.github.io/sjoskolan/vecka-43/aktuell/Del_3.html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  ·  Del 3 · 4 Övningar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Vilka två punkter och vilket driftläge hör till ditt förväntade mätvärde?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Inlämning 3 bygger på hållkretsen: nödstoppet S2, lampan H1, kretsens fem lägen och en felsökningsrad. Inlämningen senast i dag, fredag 23 oktober.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En symbol visar funktion och en beteckning identifierar apparaten. Huvudströmsschemat visar kraftvägen, styrströmsschemat villkoren för manövern.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I hållkretsen ligger STOPP (NC) i serie med två parallella vägar: START (NO) och K1:s hållkontakt (NO).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Ett mätvärde gäller två punkter i ett driftläge. Kontrollera att schemat stämmer med anläggningen.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Gör övning 3.8–3.10 på delsidan.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Hållkretslabbet: välj ”Ny felmodul”, felsök det dolda felet och fyll i labbprotokollet. Protokollet är underlaget till felsökningsrapporten.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Efter pausen 10.00: del 4, Systematisk felsökning.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Inlämningen, uppgift 1–4, senast i dag, fredag 23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43, del 3 Elscheman och dokumentation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Studieplanen YH03151, 18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IEC 60617, grafiska symboler för elscheman (IEC)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Fluke: multimeterns funktioner och mätning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Schneider Electric: samordning av skydd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