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9c19f92ee934ab7" Type="http://schemas.openxmlformats.org/officeDocument/2006/relationships/officeDocument" Target="ppt/presentation.xml"/><Relationship Id="Rd769a69da8904d59" Type="http://schemas.openxmlformats.org/officeDocument/2006/relationships/extended-properties" Target="docProps/app.xml"/><Relationship Id="Refa26ef323704ebb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9b9ce34d314384"/>
  </p:sldMasterIdLst>
  <p:sldIdLst>
    <p:sldId id="256" r:id="R938ad1283e644430"/>
    <p:sldId id="257" r:id="R3821211bb2f2428e"/>
    <p:sldId id="258" r:id="R2c92aedae8f54de2"/>
    <p:sldId id="259" r:id="Rae8c3cd5909a4222"/>
    <p:sldId id="260" r:id="Rd328b9900ffa4cee"/>
    <p:sldId id="261" r:id="R5fbe40b6e08e4d64"/>
    <p:sldId id="262" r:id="R68f3f753090449ea"/>
    <p:sldId id="263" r:id="R50a6a5578a934b28"/>
    <p:sldId id="264" r:id="Rabd4c677598a49e6"/>
    <p:sldId id="265" r:id="R54ac4904e18444d7"/>
    <p:sldId id="266" r:id="R1e5d18a2e4964c1f"/>
    <p:sldId id="267" r:id="R5aec55737c624c8b"/>
    <p:sldId id="268" r:id="R99110e9c38ac478e"/>
    <p:sldId id="269" r:id="Rd8929f1682ae4082"/>
    <p:sldId id="270" r:id="R8b6871fb046c4ee7"/>
    <p:sldId id="271" r:id="R940901a0460c4d38"/>
    <p:sldId id="272" r:id="R6057db61f81440d1"/>
    <p:sldId id="273" r:id="R473421aeb7514efe"/>
    <p:sldId id="274" r:id="Rdcf209e9c8204893"/>
    <p:sldId id="275" r:id="Rc2e8fc558fb846c9"/>
    <p:sldId id="276" r:id="R9cf119069a4c4059"/>
    <p:sldId id="277" r:id="Rc6f5c7e026174abd"/>
    <p:sldId id="278" r:id="Rd7d0d05f07594892"/>
    <p:sldId id="279" r:id="R0f798e612ca94f0c"/>
    <p:sldId id="280" r:id="R661319ba014d433e"/>
    <p:sldId id="281" r:id="R944e7c9e5be8428f"/>
    <p:sldId id="282" r:id="Rc80c0ad7e1e9485b"/>
    <p:sldId id="283" r:id="Rc712037b742045c1"/>
    <p:sldId id="284" r:id="Rc0c52feb736a4922"/>
    <p:sldId id="285" r:id="Rf575f2cb337344c6"/>
    <p:sldId id="286" r:id="R17857964ddb94b66"/>
    <p:sldId id="287" r:id="Rc2bc9b2fa52f46ea"/>
    <p:sldId id="288" r:id="R09f3e0637ae34ecd"/>
    <p:sldId id="289" r:id="Ra8f1be7b8e834ffb"/>
    <p:sldId id="290" r:id="R8000dc6dd9e64a7a"/>
    <p:sldId id="291" r:id="R70eafefbea474be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9f3e0637ae34ecd" Type="http://schemas.openxmlformats.org/officeDocument/2006/relationships/slide" Target="slides/slide33.xml"/><Relationship Id="R0f798e612ca94f0c" Type="http://schemas.openxmlformats.org/officeDocument/2006/relationships/slide" Target="slides/slide24.xml"/><Relationship Id="R0fff3f5578c9481d" Type="http://schemas.openxmlformats.org/officeDocument/2006/relationships/viewProps" Target="viewProps.xml"/><Relationship Id="R17857964ddb94b66" Type="http://schemas.openxmlformats.org/officeDocument/2006/relationships/slide" Target="slides/slide31.xml"/><Relationship Id="R1e5d18a2e4964c1f" Type="http://schemas.openxmlformats.org/officeDocument/2006/relationships/slide" Target="slides/slide11.xml"/><Relationship Id="R2c92aedae8f54de2" Type="http://schemas.openxmlformats.org/officeDocument/2006/relationships/slide" Target="slides/slide3.xml"/><Relationship Id="R3821211bb2f2428e" Type="http://schemas.openxmlformats.org/officeDocument/2006/relationships/slide" Target="slides/slide2.xml"/><Relationship Id="R473421aeb7514efe" Type="http://schemas.openxmlformats.org/officeDocument/2006/relationships/slide" Target="slides/slide18.xml"/><Relationship Id="R50a6a5578a934b28" Type="http://schemas.openxmlformats.org/officeDocument/2006/relationships/slide" Target="slides/slide8.xml"/><Relationship Id="R54ac4904e18444d7" Type="http://schemas.openxmlformats.org/officeDocument/2006/relationships/slide" Target="slides/slide10.xml"/><Relationship Id="R5aec55737c624c8b" Type="http://schemas.openxmlformats.org/officeDocument/2006/relationships/slide" Target="slides/slide12.xml"/><Relationship Id="R5fbe40b6e08e4d64" Type="http://schemas.openxmlformats.org/officeDocument/2006/relationships/slide" Target="slides/slide6.xml"/><Relationship Id="R6057db61f81440d1" Type="http://schemas.openxmlformats.org/officeDocument/2006/relationships/slide" Target="slides/slide17.xml"/><Relationship Id="R661319ba014d433e" Type="http://schemas.openxmlformats.org/officeDocument/2006/relationships/slide" Target="slides/slide25.xml"/><Relationship Id="R68f3f753090449ea" Type="http://schemas.openxmlformats.org/officeDocument/2006/relationships/slide" Target="slides/slide7.xml"/><Relationship Id="R70eafefbea474be5" Type="http://schemas.openxmlformats.org/officeDocument/2006/relationships/slide" Target="slides/slide36.xml"/><Relationship Id="R8000dc6dd9e64a7a" Type="http://schemas.openxmlformats.org/officeDocument/2006/relationships/slide" Target="slides/slide35.xml"/><Relationship Id="R8b6871fb046c4ee7" Type="http://schemas.openxmlformats.org/officeDocument/2006/relationships/slide" Target="slides/slide15.xml"/><Relationship Id="R938ad1283e644430" Type="http://schemas.openxmlformats.org/officeDocument/2006/relationships/slide" Target="slides/slide1.xml"/><Relationship Id="R940901a0460c4d38" Type="http://schemas.openxmlformats.org/officeDocument/2006/relationships/slide" Target="slides/slide16.xml"/><Relationship Id="R944e7c9e5be8428f" Type="http://schemas.openxmlformats.org/officeDocument/2006/relationships/slide" Target="slides/slide26.xml"/><Relationship Id="R99110e9c38ac478e" Type="http://schemas.openxmlformats.org/officeDocument/2006/relationships/slide" Target="slides/slide13.xml"/><Relationship Id="R9cf119069a4c4059" Type="http://schemas.openxmlformats.org/officeDocument/2006/relationships/slide" Target="slides/slide21.xml"/><Relationship Id="R9daff5540c7a4353" Type="http://schemas.openxmlformats.org/officeDocument/2006/relationships/tableStyles" Target="tableStyles.xml"/><Relationship Id="Ra51281042564479d" Type="http://schemas.openxmlformats.org/officeDocument/2006/relationships/theme" Target="theme/theme1.xml"/><Relationship Id="Ra8f1be7b8e834ffb" Type="http://schemas.openxmlformats.org/officeDocument/2006/relationships/slide" Target="slides/slide34.xml"/><Relationship Id="Rabd4c677598a49e6" Type="http://schemas.openxmlformats.org/officeDocument/2006/relationships/slide" Target="slides/slide9.xml"/><Relationship Id="Rae8c3cd5909a4222" Type="http://schemas.openxmlformats.org/officeDocument/2006/relationships/slide" Target="slides/slide4.xml"/><Relationship Id="Rc0c52feb736a4922" Type="http://schemas.openxmlformats.org/officeDocument/2006/relationships/slide" Target="slides/slide29.xml"/><Relationship Id="Rc2bc9b2fa52f46ea" Type="http://schemas.openxmlformats.org/officeDocument/2006/relationships/slide" Target="slides/slide32.xml"/><Relationship Id="Rc2e8fc558fb846c9" Type="http://schemas.openxmlformats.org/officeDocument/2006/relationships/slide" Target="slides/slide20.xml"/><Relationship Id="Rc5172efc4e2d444a" Type="http://schemas.openxmlformats.org/officeDocument/2006/relationships/presProps" Target="presProps.xml"/><Relationship Id="Rc6f5c7e026174abd" Type="http://schemas.openxmlformats.org/officeDocument/2006/relationships/slide" Target="slides/slide22.xml"/><Relationship Id="Rc712037b742045c1" Type="http://schemas.openxmlformats.org/officeDocument/2006/relationships/slide" Target="slides/slide28.xml"/><Relationship Id="Rc80c0ad7e1e9485b" Type="http://schemas.openxmlformats.org/officeDocument/2006/relationships/slide" Target="slides/slide27.xml"/><Relationship Id="Rd328b9900ffa4cee" Type="http://schemas.openxmlformats.org/officeDocument/2006/relationships/slide" Target="slides/slide5.xml"/><Relationship Id="Rd7d0d05f07594892" Type="http://schemas.openxmlformats.org/officeDocument/2006/relationships/slide" Target="slides/slide23.xml"/><Relationship Id="Rd8929f1682ae4082" Type="http://schemas.openxmlformats.org/officeDocument/2006/relationships/slide" Target="slides/slide14.xml"/><Relationship Id="Rdcf209e9c8204893" Type="http://schemas.openxmlformats.org/officeDocument/2006/relationships/slide" Target="slides/slide19.xml"/><Relationship Id="Re79b9ce34d314384" Type="http://schemas.openxmlformats.org/officeDocument/2006/relationships/slideMaster" Target="slideMasters/slideMaster1.xml"/><Relationship Id="Rf575f2cb337344c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5ad578c08ed24c1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6ba86fbd9ef4e1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6095ad842da447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cf9a9f4a8a04cd3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d7eba1e597b4cf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a3efe3d599c141b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ff7937d720b487d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be97b12a7dd44c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dc1f2cafc66490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3e3330993d74bd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54f0b5c67f546b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9D1237-0C52-494E-8FC7-10B6FD1CF75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4B6AA81-E500-4055-B05F-E860FCB8A8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6A0532B-FC13-4550-AD89-8FC6BAA887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7B6EAA-A7B3-4F83-9582-F0C1029A5B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3D2B728-7ED2-46FD-8D62-FEC7FB6159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CA8223-D20C-45AE-AA7E-3449E79EE3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08D377F-36E2-4C3F-B47E-4FD9DA70D19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E7E37C-5377-4E8C-A530-8DF415AA0E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D2C901D-F884-4646-97F5-B1AFBE4352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3CF45-B42D-4225-81E7-D3E06303E5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88C497-356B-4D7F-8EE4-D2CB139A96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7E3385A-3668-439E-B02C-FD387A83E3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548F804-198D-4C50-8C94-E10CADC45D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141C02-BCA0-4A48-97CC-9734895666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25DBCBD-B53F-4FC0-AAD3-A5732FB5C8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699D0C-FFDC-465D-85BA-CA536DD9E4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40B0FED-4822-4943-BAD5-056A7231C4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C2FCD68-D97B-44F5-83A8-DD4CFA6E5FD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F2F8BB8-9A3F-4F49-B6E8-C46C8DAB47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4F7105E-167F-45CE-85EC-E7D3D8564A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A72B2D4-92C6-458D-834D-D656C58134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44686-3D95-464F-8577-1DF809EFEF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E8D69F-0275-4265-A2E4-27911A05E3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874B0B6-2323-4CA8-9720-914FF7E3403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DCAC440-536D-469F-BB41-A50DCB1258A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AC44C79-6304-4CCE-8315-F99604335F6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7D9887D-984A-4D6F-A4C1-9B1F2A5EA6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8ECF1A2-85D8-42B8-9337-762A65B510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B7A4D05-C467-4DCA-89E8-8CFCB8538B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A83231-7342-4CFC-93DC-C81DA01C0F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B482594-1443-4E04-960C-39763C5D75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85013E9-A0F7-4B46-8408-D3EB279430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7BDA858-3929-42CA-965D-895F75C8EA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3539828-4ABC-42D2-A9A4-EB67865671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787AF7-8275-466A-A581-35921C3D05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35071F5-CA5A-46EA-8534-56AE773A32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2765EC8-C58F-4378-BDB0-1AA876144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23BA4B-1DDC-464A-813E-A58803E1F06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4FE3B9E-08DA-42A5-86CE-7134FAD1F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3DF819-D819-40FB-8FDD-6110BC487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736952E-BB32-49B7-B151-A54287454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554D723-F051-4D1F-9D36-A22FA3D48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F5FB16-1F1C-49FA-85DD-8BE4407603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049198C-BFDA-4328-A41F-145DD4311E9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58211C8-563C-4BB0-912A-EC9B74FA23C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60B9CDD-02B1-4F1D-83E3-289CBC38EB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969C241-D241-4A33-9B0A-912742C01D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66FFFC3-D27D-411A-9CE8-AB5FC8C33E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306A32-4839-4402-BA6F-2A13C2DC05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E2CF0B3-F017-41D9-ADB8-57F9469476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167C040-44A8-45A4-A98E-7780EB74E0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EF55499-96C8-4886-8A0D-DC22CE872F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16D2A75-05AF-4892-9D10-ED7BF7CA62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EF8275E-F263-4074-9E16-8E2E14EF11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2B0A04-0994-4861-A405-46FDC3E31B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4F7B6EC-0DB6-4862-A4EF-1795921EDB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D01F59-29D8-4C81-8695-3D423EFF37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625609-50B4-430E-BC36-6B63B21594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ce2cfb1a6764e63" Type="http://schemas.openxmlformats.org/officeDocument/2006/relationships/theme" Target="theme/theme2.xml"/><Relationship Id="R3c28202098074a93" Type="http://schemas.openxmlformats.org/officeDocument/2006/relationships/slideLayout" Target="../slideLayouts/slideLayout10.xml"/><Relationship Id="R530700ebb30f466c" Type="http://schemas.openxmlformats.org/officeDocument/2006/relationships/slideLayout" Target="../slideLayouts/slideLayout3.xml"/><Relationship Id="R5d38dff138dd4c02" Type="http://schemas.openxmlformats.org/officeDocument/2006/relationships/slideLayout" Target="../slideLayouts/slideLayout11.xml"/><Relationship Id="R5e81cf4204924e90" Type="http://schemas.openxmlformats.org/officeDocument/2006/relationships/slideLayout" Target="../slideLayouts/slideLayout6.xml"/><Relationship Id="R651d7de364674682" Type="http://schemas.openxmlformats.org/officeDocument/2006/relationships/slideLayout" Target="../slideLayouts/slideLayout7.xml"/><Relationship Id="R6bc9e54a25814e7c" Type="http://schemas.openxmlformats.org/officeDocument/2006/relationships/slideLayout" Target="../slideLayouts/slideLayout8.xml"/><Relationship Id="Raeb49121914b496d" Type="http://schemas.openxmlformats.org/officeDocument/2006/relationships/slideLayout" Target="../slideLayouts/slideLayout9.xml"/><Relationship Id="Rb1899dfeeb8e4da8" Type="http://schemas.openxmlformats.org/officeDocument/2006/relationships/slideLayout" Target="../slideLayouts/slideLayout2.xml"/><Relationship Id="Rd52c7d7f7b29477f" Type="http://schemas.openxmlformats.org/officeDocument/2006/relationships/slideLayout" Target="../slideLayouts/slideLayout4.xml"/><Relationship Id="Rf19c1ccd615941d2" Type="http://schemas.openxmlformats.org/officeDocument/2006/relationships/slideLayout" Target="../slideLayouts/slideLayout1.xml"/><Relationship Id="Rfe34de1112d7423e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93E723C-8B02-491C-ADA7-F357A4512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433BAAE-B332-4034-8FC1-67D92EF46E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6D3EF8-1E64-41F7-83D4-0221E9C84D2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9B264-D00E-4C70-8C17-D6F7172632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F0E01F-53BE-4C84-872E-05D1FDEBC15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9c1ccd615941d2"/>
    <p:sldLayoutId xmlns:r="http://schemas.openxmlformats.org/officeDocument/2006/relationships" id="2147483650" r:id="Rb1899dfeeb8e4da8"/>
    <p:sldLayoutId xmlns:r="http://schemas.openxmlformats.org/officeDocument/2006/relationships" id="2147483651" r:id="R530700ebb30f466c"/>
    <p:sldLayoutId xmlns:r="http://schemas.openxmlformats.org/officeDocument/2006/relationships" id="2147483652" r:id="Rd52c7d7f7b29477f"/>
    <p:sldLayoutId xmlns:r="http://schemas.openxmlformats.org/officeDocument/2006/relationships" id="2147483653" r:id="Rfe34de1112d7423e"/>
    <p:sldLayoutId xmlns:r="http://schemas.openxmlformats.org/officeDocument/2006/relationships" id="2147483654" r:id="R5e81cf4204924e90"/>
    <p:sldLayoutId xmlns:r="http://schemas.openxmlformats.org/officeDocument/2006/relationships" id="2147483655" r:id="R651d7de364674682"/>
    <p:sldLayoutId xmlns:r="http://schemas.openxmlformats.org/officeDocument/2006/relationships" id="2147483656" r:id="R6bc9e54a25814e7c"/>
    <p:sldLayoutId xmlns:r="http://schemas.openxmlformats.org/officeDocument/2006/relationships" id="2147483657" r:id="Raeb49121914b496d"/>
    <p:sldLayoutId xmlns:r="http://schemas.openxmlformats.org/officeDocument/2006/relationships" id="2147483658" r:id="R3c28202098074a93"/>
    <p:sldLayoutId xmlns:r="http://schemas.openxmlformats.org/officeDocument/2006/relationships" id="2147483659" r:id="R5d38dff138dd4c0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e6231c2d20e445f" Type="http://schemas.openxmlformats.org/officeDocument/2006/relationships/image" Target="../media/image.png"/><Relationship Id="R6774e5c4487c4b99" Type="http://schemas.openxmlformats.org/officeDocument/2006/relationships/slideLayout" Target="../slideLayouts/slideLayout1.xml"/><Relationship Id="Rcb8f8667f3e548b9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95f3f843c5474308" Type="http://schemas.openxmlformats.org/officeDocument/2006/relationships/slideLayout" Target="../slideLayouts/slideLayout1.xml"/><Relationship Id="Rcfee5de17da8488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72c5bb780f4085" Type="http://schemas.openxmlformats.org/officeDocument/2006/relationships/slideLayout" Target="../slideLayouts/slideLayout1.xml"/><Relationship Id="R597b0728d7d44a41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37f9436ad1864c01" Type="http://schemas.openxmlformats.org/officeDocument/2006/relationships/image" Target="../media/image.jpeg"/><Relationship Id="Rca39f03f6c3d406b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480d19bfe6d04f38" Type="http://schemas.openxmlformats.org/officeDocument/2006/relationships/slideLayout" Target="../slideLayouts/slideLayout1.xml"/><Relationship Id="R4d94890b7ea24267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62da8904a87c405c" Type="http://schemas.openxmlformats.org/officeDocument/2006/relationships/slideLayout" Target="../slideLayouts/slideLayout1.xml"/><Relationship Id="R694549361b3c42c8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bebb92e33c2a4d02" Type="http://schemas.openxmlformats.org/officeDocument/2006/relationships/image" Target="../media/image.jpeg"/><Relationship Id="Rd17e565c61984e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7fc5cccf6f834ce1" Type="http://schemas.openxmlformats.org/officeDocument/2006/relationships/image" Target="../media/image.jpeg"/><Relationship Id="R8a596b0ec50f40d5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8aa9df05e73b4cad" Type="http://schemas.openxmlformats.org/officeDocument/2006/relationships/slideLayout" Target="../slideLayouts/slideLayout1.xml"/><Relationship Id="Rfa056fd368104778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bc1c2776c9354ffc" Type="http://schemas.openxmlformats.org/officeDocument/2006/relationships/image" Target="../media/image.jpeg"/><Relationship Id="Recfcbf6592ad4ab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ce49c444d9294088" Type="http://schemas.openxmlformats.org/officeDocument/2006/relationships/image" Target="../media/image.jpeg"/><Relationship Id="Rf6223619e3ec48d5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58e099f69485438d" Type="http://schemas.openxmlformats.org/officeDocument/2006/relationships/image" Target="../media/image.jpeg"/><Relationship Id="Re9ad0150ea31474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4a92dbd940d45e3" Type="http://schemas.openxmlformats.org/officeDocument/2006/relationships/image" Target="../media/image.jpeg"/><Relationship Id="Rbc6e0959a15147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6f8ca0f23aa14560" Type="http://schemas.openxmlformats.org/officeDocument/2006/relationships/image" Target="../media/image.jpeg"/><Relationship Id="Rd6e70f7e514d468e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4b72e225ed3542ed" Type="http://schemas.openxmlformats.org/officeDocument/2006/relationships/slideLayout" Target="../slideLayouts/slideLayout1.xml"/><Relationship Id="Rd1715601333c476d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0e119f1838214c68" Type="http://schemas.openxmlformats.org/officeDocument/2006/relationships/slideLayout" Target="../slideLayouts/slideLayout1.xml"/><Relationship Id="R2245bcc68e244cbc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a3e1e098110142c2" Type="http://schemas.openxmlformats.org/officeDocument/2006/relationships/image" Target="../media/image.jpeg"/><Relationship Id="Rca2ffda878154283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1a89472cf1ec4d9d" Type="http://schemas.openxmlformats.org/officeDocument/2006/relationships/slideLayout" Target="../slideLayouts/slideLayout1.xml"/><Relationship Id="Rc4fa04785b284fab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1a7a7dd42fa649ad" Type="http://schemas.openxmlformats.org/officeDocument/2006/relationships/slideLayout" Target="../slideLayouts/slideLayout1.xml"/><Relationship Id="R6c73a417fdcd4c26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df5e55540f8d43ee" Type="http://schemas.openxmlformats.org/officeDocument/2006/relationships/image" Target="../media/image.jpeg"/><Relationship Id="Re840ed0064db42fc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583eb957ad394c9b" Type="http://schemas.openxmlformats.org/officeDocument/2006/relationships/image" Target="../media/image.jpeg"/><Relationship Id="Rc42f68da18b34277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ae37981d3672434a" Type="http://schemas.openxmlformats.org/officeDocument/2006/relationships/slideLayout" Target="../slideLayouts/slideLayout1.xml"/><Relationship Id="Rd76b3fc2d99b492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c6c41cc7d9c84ce6" Type="http://schemas.openxmlformats.org/officeDocument/2006/relationships/slideLayout" Target="../slideLayouts/slideLayout1.xml"/><Relationship Id="Rd99f8d97ffa44db6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26c0087473814f88" Type="http://schemas.openxmlformats.org/officeDocument/2006/relationships/slideLayout" Target="../slideLayouts/slideLayout1.xml"/><Relationship Id="Rbfd2d1031cc344f9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03539dbfa4094a8d" Type="http://schemas.openxmlformats.org/officeDocument/2006/relationships/image" Target="../media/image.jpeg"/><Relationship Id="Rd8c358eed12545e6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e265fce485c41b8" Type="http://schemas.openxmlformats.org/officeDocument/2006/relationships/slideLayout" Target="../slideLayouts/slideLayout1.xml"/><Relationship Id="R7ae686d4fa054eb2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0c1f4cbb8b2f48cd" Type="http://schemas.openxmlformats.org/officeDocument/2006/relationships/image" Target="../media/image.jpeg"/><Relationship Id="R31daeb5dbd9b4b82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a1b2957099084345" Type="http://schemas.openxmlformats.org/officeDocument/2006/relationships/image" Target="../media/image.jpeg"/><Relationship Id="Re2c4b4d5368c46a4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5e831cdbc08648e1" Type="http://schemas.openxmlformats.org/officeDocument/2006/relationships/slideLayout" Target="../slideLayouts/slideLayout1.xml"/><Relationship Id="R86269140ee7b4bc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306e0bdbbdb545df" Type="http://schemas.openxmlformats.org/officeDocument/2006/relationships/image" Target="../media/image.jpeg"/><Relationship Id="R639e5fba7f854072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df8081c206f346fc" Type="http://schemas.openxmlformats.org/officeDocument/2006/relationships/image" Target="../media/image.jpeg"/><Relationship Id="Re994a47ee3a44caf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895c3c6e10254df0" Type="http://schemas.openxmlformats.org/officeDocument/2006/relationships/image" Target="../media/image.jpeg"/><Relationship Id="Rd9bc9b2cffca4337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a45d55624a1c4d08" Type="http://schemas.openxmlformats.org/officeDocument/2006/relationships/image" Target="../media/image.jpeg"/><Relationship Id="Re1084c62ad29450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38eef7417094102" Type="http://schemas.openxmlformats.org/officeDocument/2006/relationships/image" Target="../media/image.jpeg"/><Relationship Id="R66d37a26388e4eac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cd8e2b70ed44f57" Type="http://schemas.openxmlformats.org/officeDocument/2006/relationships/slideLayout" Target="../slideLayouts/slideLayout1.xml"/><Relationship Id="R3f53e18b47e4414a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038515475d024d6c" Type="http://schemas.openxmlformats.org/officeDocument/2006/relationships/hyperlink" Target="https://www.electrical-installation.org/enwiki/Coordination_between_circuit-breakers" TargetMode="External"/><Relationship Id="R0bd7cc590f65410d" Type="http://schemas.openxmlformats.org/officeDocument/2006/relationships/image" Target="../media/image.jpeg"/><Relationship Id="R247ae967b61449ee" Type="http://schemas.openxmlformats.org/officeDocument/2006/relationships/hyperlink" Target="https://dam-assets.fluke.com.cn/s3fs-public/2100079_6003_ENG_D_W.PDF" TargetMode="External"/><Relationship Id="R5b907cb5729d4863" Type="http://schemas.openxmlformats.org/officeDocument/2006/relationships/hyperlink" Target="https://webstore.iec.ch/en/publication/2723" TargetMode="External"/><Relationship Id="R6de7fb3cdf4345e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8f8667f3e548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6231c2d20e445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484C1D70-5461-4285-B33A-9361F165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1AF83FDE-F565-4FFC-8DDC-41A78A8E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Elscheman och dokumentation</a:t>
            </a:r>
          </a:p>
        </p:txBody>
      </p:sp>
      <p:sp>
        <p:nvSpPr>
          <p:cNvPr id="13" name="Symboler, hållkrets och förväntade mätvärden">
            <a:extLst xmlns:a="http://schemas.openxmlformats.org/drawingml/2006/main">
              <a:ext uri="{FF2B5EF4-FFF2-40B4-BE49-F238E27FC236}">
                <a16:creationId xmlns:a16="http://schemas.microsoft.com/office/drawing/2014/main" id="{C7060131-48AF-44CA-9B5F-2EF521EB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Symboler, hållkrets och förväntade mätvärden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4410AA9-1DA9-4B68-BAE6-7D505201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ee5de17da848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2F39F-125B-4B5D-B44D-FB54BCC2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lja en huvud- och styrströmsfunktion i ett schema.">
            <a:extLst xmlns:a="http://schemas.openxmlformats.org/drawingml/2006/main">
              <a:ext uri="{FF2B5EF4-FFF2-40B4-BE49-F238E27FC236}">
                <a16:creationId xmlns:a16="http://schemas.microsoft.com/office/drawing/2014/main" id="{9CADA177-434D-40CD-815C-33C9CDDF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Följa en huvud- och styrströmsfunktion i ett schema.</a:t>
            </a:r>
          </a:p>
        </p:txBody>
      </p:sp>
      <p:sp>
        <p:nvSpPr>
          <p:cNvPr id="4" name="Koppla symboler, apparatbeteckningar och mätpunkter till dokument">
            <a:extLst xmlns:a="http://schemas.openxmlformats.org/drawingml/2006/main">
              <a:ext uri="{FF2B5EF4-FFF2-40B4-BE49-F238E27FC236}">
                <a16:creationId xmlns:a16="http://schemas.microsoft.com/office/drawing/2014/main" id="{7750A250-1D1E-44D9-808B-E0FE2559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symboler, apparatbeteckningar och mätpunkter till dokumentation.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FD82367-B2D6-4ED9-8347-5399261B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visar ett kretsschema som en lista över ledningsanslutningar ">
            <a:extLst xmlns:a="http://schemas.openxmlformats.org/drawingml/2006/main">
              <a:ext uri="{FF2B5EF4-FFF2-40B4-BE49-F238E27FC236}">
                <a16:creationId xmlns:a16="http://schemas.microsoft.com/office/drawing/2014/main" id="{5432B9E7-8A3D-4482-9479-892A287D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visar ett kretsschema som en lista över ledningsanslutningar inte visar lika tydligt?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2E53D7E-01F6-4B67-A0D4-CCC2D0D0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7b0728d7d44a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9E52A2B-3E35-4036-9263-2C215126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81AC53D-DB8C-4B91-9070-A4C8E104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429878B-1892-4C0C-ABF8-5282A6A0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01C30672-1ED5-4742-8623-AA8EBB5F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E2AC13D-B653-487B-AC99-0F73DD6C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FD64A5EC-7354-4005-A218-05C682F5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A68BF1DA-FA4F-413F-B3C5-8309DEB1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9436ad1864c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å läses styrkretsen">
            <a:extLst xmlns:a="http://schemas.openxmlformats.org/drawingml/2006/main">
              <a:ext uri="{FF2B5EF4-FFF2-40B4-BE49-F238E27FC236}">
                <a16:creationId xmlns:a16="http://schemas.microsoft.com/office/drawing/2014/main" id="{D4C7AFFA-572D-44BF-8688-0F4A0724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läses styrkretsen</a:t>
            </a:r>
          </a:p>
        </p:txBody>
      </p:sp>
      <p:sp>
        <p:nvSpPr>
          <p:cNvPr id="10" name="En symbol visar funktion. En beteckning identifierar apparaten.">
            <a:extLst xmlns:a="http://schemas.openxmlformats.org/drawingml/2006/main">
              <a:ext uri="{FF2B5EF4-FFF2-40B4-BE49-F238E27FC236}">
                <a16:creationId xmlns:a16="http://schemas.microsoft.com/office/drawing/2014/main" id="{B388A656-03EF-49B9-9A37-4D011E0B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symbol visar funktion. En beteckning identifierar apparaten.</a:t>
            </a:r>
          </a:p>
        </p:txBody>
      </p:sp>
      <p:sp>
        <p:nvSpPr>
          <p:cNvPr id="11" name="NO är öppen och NC sluten i definierat opåverkat tillstånd.">
            <a:extLst xmlns:a="http://schemas.openxmlformats.org/drawingml/2006/main">
              <a:ext uri="{FF2B5EF4-FFF2-40B4-BE49-F238E27FC236}">
                <a16:creationId xmlns:a16="http://schemas.microsoft.com/office/drawing/2014/main" id="{6EFDC939-A30E-42BD-BF4E-08191CA4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 är öppen och NC sluten i definierat opåverkat tillstånd.</a:t>
            </a:r>
          </a:p>
        </p:txBody>
      </p:sp>
      <p:sp>
        <p:nvSpPr>
          <p:cNvPr id="12" name="Seriekontakter måste alla vara slutna för att ge strömväg.">
            <a:extLst xmlns:a="http://schemas.openxmlformats.org/drawingml/2006/main">
              <a:ext uri="{FF2B5EF4-FFF2-40B4-BE49-F238E27FC236}">
                <a16:creationId xmlns:a16="http://schemas.microsoft.com/office/drawing/2014/main" id="{6BF15502-A0BE-4AE8-8065-A8A175DE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Seriekontakter måste alla vara slutna för att ge strömväg.</a:t>
            </a:r>
          </a:p>
        </p:txBody>
      </p:sp>
      <p:sp>
        <p:nvSpPr>
          <p:cNvPr id="13" name="Parallellkontakter ger alternativa vägar mellan samma två noder.">
            <a:extLst xmlns:a="http://schemas.openxmlformats.org/drawingml/2006/main">
              <a:ext uri="{FF2B5EF4-FFF2-40B4-BE49-F238E27FC236}">
                <a16:creationId xmlns:a16="http://schemas.microsoft.com/office/drawing/2014/main" id="{81BDB6C7-6AA5-4290-9905-11AD3E25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Parallellkontakter ger alternativa vägar mellan samma två noder.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0DBC4A0C-D667-464A-A8C3-F304F317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94890b7ea242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6C3B34B8-2FE0-42BE-B4F7-755B902A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5C312F1-A7D8-4FAC-93E1-28698B5D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8DF4FA8-4B5B-4AAB-A507-B3C3FAED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CE23A064-CEDE-4226-83A6-2FDB1672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0515D09D-80A1-4D08-8987-439887AC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16CD8F1-9C86-4529-9CC9-4821AA48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C9A0824-C138-4BC3-8B7C-92BEA08B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8E82538F-085F-49A5-BFA0-E0B90FD3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549361b3c42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ymboler och referenser">
            <a:extLst xmlns:a="http://schemas.openxmlformats.org/drawingml/2006/main">
              <a:ext uri="{FF2B5EF4-FFF2-40B4-BE49-F238E27FC236}">
                <a16:creationId xmlns:a16="http://schemas.microsoft.com/office/drawing/2014/main" id="{70193BE0-5AC5-4DF3-83E0-2DA9A76C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Symboler och referenser</a:t>
            </a:r>
          </a:p>
        </p:txBody>
      </p:sp>
      <p:sp>
        <p:nvSpPr>
          <p:cNvPr id="3" name="IEC 60617 är referensen för grafiska symboler i elscheman.&#10;Symbol">
            <a:extLst xmlns:a="http://schemas.openxmlformats.org/drawingml/2006/main">
              <a:ext uri="{FF2B5EF4-FFF2-40B4-BE49-F238E27FC236}">
                <a16:creationId xmlns:a16="http://schemas.microsoft.com/office/drawing/2014/main" id="{9E5EB88B-70EC-4D83-B0D3-3614B841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60617 är referensen för grafiska symboler i elscheman.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visar funktion, beteckningen identifierar objektet.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6FD707-6A50-469B-A20C-743AFEFF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00461" y="297854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EA29E-3E56-4C7B-8461-A52D38DE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156" y="2875955"/>
            <a:ext cx="466328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D6120-E293-4D68-A1F9-96E3CBC0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297854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7" name="Resistor">
            <a:extLst xmlns:a="http://schemas.openxmlformats.org/drawingml/2006/main">
              <a:ext uri="{FF2B5EF4-FFF2-40B4-BE49-F238E27FC236}">
                <a16:creationId xmlns:a16="http://schemas.microsoft.com/office/drawing/2014/main" id="{CD5D6BF2-E39C-4FFC-9F6E-930330B5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542" y="2521545"/>
            <a:ext cx="15295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5FEF54-077A-43C6-A821-BBC2A8A0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92203" y="2978547"/>
            <a:ext cx="27979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6D69B-BED5-4F9A-9495-A19C4169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4694" y="294124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EF4445-8E7C-4E0A-A577-43CFB39D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4287" y="294124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98E315-09CE-4AC1-BE84-E0C84CDE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72000" y="2680097"/>
            <a:ext cx="559594" cy="298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0A3263-E6C3-4A45-B2EE-E75C0797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31594" y="2978547"/>
            <a:ext cx="27979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3" name="NO-kontakt">
            <a:extLst xmlns:a="http://schemas.openxmlformats.org/drawingml/2006/main">
              <a:ext uri="{FF2B5EF4-FFF2-40B4-BE49-F238E27FC236}">
                <a16:creationId xmlns:a16="http://schemas.microsoft.com/office/drawing/2014/main" id="{D1B625F3-E936-4DE4-9CC0-C62F1E5C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2978" y="3258344"/>
            <a:ext cx="1492250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NO-kontakt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ADD683-6845-4B4C-9D9B-9C7C4B19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17403"/>
            <a:ext cx="522287" cy="52228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5" name="V">
            <a:extLst xmlns:a="http://schemas.openxmlformats.org/drawingml/2006/main">
              <a:ext uri="{FF2B5EF4-FFF2-40B4-BE49-F238E27FC236}">
                <a16:creationId xmlns:a16="http://schemas.microsoft.com/office/drawing/2014/main" id="{FEF4B0D2-424F-42FF-8489-79D8FC89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5292" y="2801342"/>
            <a:ext cx="31710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Voltmeter">
            <a:extLst xmlns:a="http://schemas.openxmlformats.org/drawingml/2006/main">
              <a:ext uri="{FF2B5EF4-FFF2-40B4-BE49-F238E27FC236}">
                <a16:creationId xmlns:a16="http://schemas.microsoft.com/office/drawing/2014/main" id="{CF1EC89F-BFD4-4630-8142-7BB46647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3332956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Voltmeter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605A8E-424B-4653-818D-5FC69DBC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523" y="3976489"/>
            <a:ext cx="559594" cy="261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4BC4BF-10C7-4D78-BADC-27B46466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00461" y="4107061"/>
            <a:ext cx="130571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Säkring">
            <a:extLst xmlns:a="http://schemas.openxmlformats.org/drawingml/2006/main">
              <a:ext uri="{FF2B5EF4-FFF2-40B4-BE49-F238E27FC236}">
                <a16:creationId xmlns:a16="http://schemas.microsoft.com/office/drawing/2014/main" id="{E0DC7F65-D46A-4C77-8742-2FC06DC6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0461" y="4358878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3F991C-082E-4C93-AFC8-9D877C33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734" y="3864570"/>
            <a:ext cx="792758" cy="49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1" name="K1">
            <a:extLst xmlns:a="http://schemas.openxmlformats.org/drawingml/2006/main">
              <a:ext uri="{FF2B5EF4-FFF2-40B4-BE49-F238E27FC236}">
                <a16:creationId xmlns:a16="http://schemas.microsoft.com/office/drawing/2014/main" id="{A1766F0A-6568-4B3A-9F63-F1B21627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7286" y="3967163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22" name="Reläspole">
            <a:extLst xmlns:a="http://schemas.openxmlformats.org/drawingml/2006/main">
              <a:ext uri="{FF2B5EF4-FFF2-40B4-BE49-F238E27FC236}">
                <a16:creationId xmlns:a16="http://schemas.microsoft.com/office/drawing/2014/main" id="{9193C6D3-929B-4253-91F2-CC763F2A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244" y="4396184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Reläspole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BA7258-CE72-4937-8094-20588C13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92550"/>
            <a:ext cx="522287" cy="52228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4" name="A">
            <a:extLst xmlns:a="http://schemas.openxmlformats.org/drawingml/2006/main">
              <a:ext uri="{FF2B5EF4-FFF2-40B4-BE49-F238E27FC236}">
                <a16:creationId xmlns:a16="http://schemas.microsoft.com/office/drawing/2014/main" id="{66CDCED5-E6F2-4A14-B307-D75EA7D1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5292" y="3976489"/>
            <a:ext cx="31710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5" name="Amperemeter">
            <a:extLst xmlns:a="http://schemas.openxmlformats.org/drawingml/2006/main">
              <a:ext uri="{FF2B5EF4-FFF2-40B4-BE49-F238E27FC236}">
                <a16:creationId xmlns:a16="http://schemas.microsoft.com/office/drawing/2014/main" id="{48ECC7B8-70AE-402A-9492-A172B404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7719" y="4452144"/>
            <a:ext cx="1492250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Amperemeter</a:t>
            </a:r>
          </a:p>
        </p:txBody>
      </p:sp>
      <p:sp>
        <p:nvSpPr>
          <p:cNvPr id="26" name="Symboler visar komponenternas funktion">
            <a:extLst xmlns:a="http://schemas.openxmlformats.org/drawingml/2006/main">
              <a:ext uri="{FF2B5EF4-FFF2-40B4-BE49-F238E27FC236}">
                <a16:creationId xmlns:a16="http://schemas.microsoft.com/office/drawing/2014/main" id="{0F6904ED-F5B6-4C2F-91FB-AEFFE4AB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Symboler visar komponenternas funktion</a:t>
            </a:r>
          </a:p>
        </p:txBody>
      </p:sp>
      <p:sp>
        <p:nvSpPr>
          <p:cNvPr id="27" name="K1 identifierar en apparat. Korsreferenser knyter samman&#10;spole oc">
            <a:extLst xmlns:a="http://schemas.openxmlformats.org/drawingml/2006/main">
              <a:ext uri="{FF2B5EF4-FFF2-40B4-BE49-F238E27FC236}">
                <a16:creationId xmlns:a16="http://schemas.microsoft.com/office/drawing/2014/main" id="{F998A1E0-386E-4165-A8A0-512C02E0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identifierar en apparat. Korsreferenser knyter samman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 och kontakter. Här visas förenklade undervisningssymboler.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05D5B91D-85AD-4D08-99BF-C74E4511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bb92e33c2a4d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uvud- och styrström">
            <a:extLst xmlns:a="http://schemas.openxmlformats.org/drawingml/2006/main">
              <a:ext uri="{FF2B5EF4-FFF2-40B4-BE49-F238E27FC236}">
                <a16:creationId xmlns:a16="http://schemas.microsoft.com/office/drawing/2014/main" id="{146B77CB-4AEE-4A16-86DA-F3B8A262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Huvud- och styrström</a:t>
            </a:r>
          </a:p>
        </p:txBody>
      </p:sp>
      <p:sp>
        <p:nvSpPr>
          <p:cNvPr id="3" name="Huvudströmsschemat visar kraftvägen till lasten.&#10;Styrströmsschema">
            <a:extLst xmlns:a="http://schemas.openxmlformats.org/drawingml/2006/main">
              <a:ext uri="{FF2B5EF4-FFF2-40B4-BE49-F238E27FC236}">
                <a16:creationId xmlns:a16="http://schemas.microsoft.com/office/drawing/2014/main" id="{E2777171-3A9D-467B-82D5-BEC01FC6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Huvudströmsschemat visar kraftvägen till lasten.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Styrströmsschemat visar villkoren för manövern.</a:t>
            </a:r>
          </a:p>
        </p:txBody>
      </p:sp>
      <p:sp>
        <p:nvSpPr>
          <p:cNvPr id="4" name="L1">
            <a:extLst xmlns:a="http://schemas.openxmlformats.org/drawingml/2006/main">
              <a:ext uri="{FF2B5EF4-FFF2-40B4-BE49-F238E27FC236}">
                <a16:creationId xmlns:a16="http://schemas.microsoft.com/office/drawing/2014/main" id="{CE397EA6-97C2-41FD-A109-9877DF62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67077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DB192-5A81-407A-A86C-3C42061E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28199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B3C4A3-ADBC-472C-80DA-8EF72990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2736056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EA6307-DF4F-4FD9-98E4-D0AE505A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281999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3E3F7-7021-4E5D-A7F6-2CA24C5D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2819995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8EADBC-0451-4BA1-AFCB-891E6ED4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278268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890C8-3347-4874-B754-D603D3E5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278268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D2F924-74A1-460E-9424-5FEB504B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2614811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ACA5BB-830F-45EB-BF19-34F6BBCE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281999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23DF07-205E-4CF8-AB5B-4DD76623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2717403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685A44-E388-481C-ADDB-B9C39A72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2819995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5" name="L2">
            <a:extLst xmlns:a="http://schemas.openxmlformats.org/drawingml/2006/main">
              <a:ext uri="{FF2B5EF4-FFF2-40B4-BE49-F238E27FC236}">
                <a16:creationId xmlns:a16="http://schemas.microsoft.com/office/drawing/2014/main" id="{1058D3D6-E3F2-4B4D-A170-52B089A1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3183731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B75FBC-1C47-49AE-84E6-11A54D24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3332956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698DC-2FDC-4997-9FE3-2A82E236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3249017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54D5C9-F25F-4C04-9F3A-248A8518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332956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FE069E-A193-44F0-83AF-9173EED1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3332956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68F281-6E61-4A4B-BC99-4FD9EED0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3295650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A97245-D791-4E68-8051-F67A8C67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3295650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850932-7B6F-4277-AB94-9B828360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3127772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251787-F0BE-4CEB-96F2-F6364F92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3332956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DB2BF6-0046-4A25-A04F-3255A59D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3230364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DC5514-0A55-4E43-B5A8-96387551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3332956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6" name="L3">
            <a:extLst xmlns:a="http://schemas.openxmlformats.org/drawingml/2006/main">
              <a:ext uri="{FF2B5EF4-FFF2-40B4-BE49-F238E27FC236}">
                <a16:creationId xmlns:a16="http://schemas.microsoft.com/office/drawing/2014/main" id="{E18CAEEA-E3E4-48ED-A8A9-C65240B4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3696692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13C0DD-ACE0-43AB-BDE3-ED24DE72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3845917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C8429F-C197-4A2D-AC81-1801023C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3761978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0AC01F-602E-4373-8697-9E5AF783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84591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2F940F-1AC3-407A-A678-C1B2D6CF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3845917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C223D7-3D40-44E2-8DC4-A2FFF103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380861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24EDBC-6F58-4A63-AA0D-4259BE79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380861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00BAF4-506E-4848-B755-6411C9DA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3640733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93E4C2-8032-41B4-B5C9-9BC46DDD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3845917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175972-CABB-4F05-880C-D70ADC07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3743325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440362-1E81-4AD8-AA36-5C3B13AA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3845917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D3F1BD-EDF0-4A4F-9198-CE8A9717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4148" y="2680097"/>
            <a:ext cx="1305719" cy="130571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8" name="M">
            <a:extLst xmlns:a="http://schemas.openxmlformats.org/drawingml/2006/main">
              <a:ext uri="{FF2B5EF4-FFF2-40B4-BE49-F238E27FC236}">
                <a16:creationId xmlns:a16="http://schemas.microsoft.com/office/drawing/2014/main" id="{2CCC5672-B86A-4AD6-A1B3-E9BD8A33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680" y="2987873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97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97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39" name="3~">
            <a:extLst xmlns:a="http://schemas.openxmlformats.org/drawingml/2006/main">
              <a:ext uri="{FF2B5EF4-FFF2-40B4-BE49-F238E27FC236}">
                <a16:creationId xmlns:a16="http://schemas.microsoft.com/office/drawing/2014/main" id="{C77CEDB4-5D05-48CF-A88D-E2B9718E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966" y="3398242"/>
            <a:ext cx="83939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09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9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3~</a:t>
            </a:r>
          </a:p>
        </p:txBody>
      </p:sp>
      <p:sp>
        <p:nvSpPr>
          <p:cNvPr id="40" name="F1">
            <a:extLst xmlns:a="http://schemas.openxmlformats.org/drawingml/2006/main">
              <a:ext uri="{FF2B5EF4-FFF2-40B4-BE49-F238E27FC236}">
                <a16:creationId xmlns:a16="http://schemas.microsoft.com/office/drawing/2014/main" id="{3F8CFE81-7338-46EB-BE89-52552916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564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F1</a:t>
            </a:r>
          </a:p>
        </p:txBody>
      </p:sp>
      <p:sp>
        <p:nvSpPr>
          <p:cNvPr id="41" name="K1">
            <a:extLst xmlns:a="http://schemas.openxmlformats.org/drawingml/2006/main">
              <a:ext uri="{FF2B5EF4-FFF2-40B4-BE49-F238E27FC236}">
                <a16:creationId xmlns:a16="http://schemas.microsoft.com/office/drawing/2014/main" id="{A3228A42-D65A-46D8-A29D-5CD6B577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3181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42" name="F2">
            <a:extLst xmlns:a="http://schemas.openxmlformats.org/drawingml/2006/main">
              <a:ext uri="{FF2B5EF4-FFF2-40B4-BE49-F238E27FC236}">
                <a16:creationId xmlns:a16="http://schemas.microsoft.com/office/drawing/2014/main" id="{EC9BA63E-BAAE-4557-AE57-87EEA8FEE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797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F2</a:t>
            </a:r>
          </a:p>
        </p:txBody>
      </p:sp>
      <p:sp>
        <p:nvSpPr>
          <p:cNvPr id="43" name="Säkringar">
            <a:extLst xmlns:a="http://schemas.openxmlformats.org/drawingml/2006/main">
              <a:ext uri="{FF2B5EF4-FFF2-40B4-BE49-F238E27FC236}">
                <a16:creationId xmlns:a16="http://schemas.microsoft.com/office/drawing/2014/main" id="{B62A3351-0D95-4854-9B88-D0181AA0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5747" y="4386858"/>
            <a:ext cx="121245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Säkringar</a:t>
            </a:r>
          </a:p>
        </p:txBody>
      </p:sp>
      <p:sp>
        <p:nvSpPr>
          <p:cNvPr id="44" name="Kontaktor">
            <a:extLst xmlns:a="http://schemas.openxmlformats.org/drawingml/2006/main">
              <a:ext uri="{FF2B5EF4-FFF2-40B4-BE49-F238E27FC236}">
                <a16:creationId xmlns:a16="http://schemas.microsoft.com/office/drawing/2014/main" id="{7699EEB4-F587-4850-9936-B3AC5F29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6858"/>
            <a:ext cx="121245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</a:t>
            </a:r>
          </a:p>
        </p:txBody>
      </p:sp>
      <p:sp>
        <p:nvSpPr>
          <p:cNvPr id="45" name="Överlastskydd">
            <a:extLst xmlns:a="http://schemas.openxmlformats.org/drawingml/2006/main">
              <a:ext uri="{FF2B5EF4-FFF2-40B4-BE49-F238E27FC236}">
                <a16:creationId xmlns:a16="http://schemas.microsoft.com/office/drawing/2014/main" id="{F768072B-7ADA-4183-81D4-0B151B6A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386858"/>
            <a:ext cx="153888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Överlastskydd</a:t>
            </a:r>
          </a:p>
        </p:txBody>
      </p:sp>
      <p:sp>
        <p:nvSpPr>
          <p:cNvPr id="46" name="Kraftdelens förenklade funktionsschema">
            <a:extLst xmlns:a="http://schemas.openxmlformats.org/drawingml/2006/main">
              <a:ext uri="{FF2B5EF4-FFF2-40B4-BE49-F238E27FC236}">
                <a16:creationId xmlns:a16="http://schemas.microsoft.com/office/drawing/2014/main" id="{9ED6AEA9-CB92-4F10-BD73-ADD8E9E3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Kraftdelens förenklade funktionsschema</a:t>
            </a:r>
          </a:p>
        </p:txBody>
      </p:sp>
      <p:sp>
        <p:nvSpPr>
          <p:cNvPr id="47" name="F1 ger kortslutningsskydd. K1 kopplar matningen.&#10;F2:s överlastfun">
            <a:extLst xmlns:a="http://schemas.openxmlformats.org/drawingml/2006/main">
              <a:ext uri="{FF2B5EF4-FFF2-40B4-BE49-F238E27FC236}">
                <a16:creationId xmlns:a16="http://schemas.microsoft.com/office/drawing/2014/main" id="{42270552-6E28-4B65-AECA-F3B54553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F1 ger kortslutningsskydd. K1 kopplar matningen.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F2:s överlastfunktion ska bryta motorns manöver.</a:t>
            </a:r>
          </a:p>
        </p:txBody>
      </p:sp>
      <p:sp>
        <p:nvSpPr>
          <p:cNvPr id="48" name="5">
            <a:extLst xmlns:a="http://schemas.openxmlformats.org/drawingml/2006/main">
              <a:ext uri="{FF2B5EF4-FFF2-40B4-BE49-F238E27FC236}">
                <a16:creationId xmlns:a16="http://schemas.microsoft.com/office/drawing/2014/main" id="{E09BF232-516D-4846-9BD3-C5B5A073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c5cccf6f834c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ållkretsens funktion">
            <a:extLst xmlns:a="http://schemas.openxmlformats.org/drawingml/2006/main">
              <a:ext uri="{FF2B5EF4-FFF2-40B4-BE49-F238E27FC236}">
                <a16:creationId xmlns:a16="http://schemas.microsoft.com/office/drawing/2014/main" id="{3EF6E2E8-0558-4138-B429-8A46C62E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Hållkretsens funktion</a:t>
            </a:r>
          </a:p>
        </p:txBody>
      </p:sp>
      <p:sp>
        <p:nvSpPr>
          <p:cNvPr id="3" name="S0 är STOPP NC. S1 är START NO. K1 har en NO-hållkontakt.&#10;K1-spol">
            <a:extLst xmlns:a="http://schemas.openxmlformats.org/drawingml/2006/main">
              <a:ext uri="{FF2B5EF4-FFF2-40B4-BE49-F238E27FC236}">
                <a16:creationId xmlns:a16="http://schemas.microsoft.com/office/drawing/2014/main" id="{3C5F1E12-D1A4-46ED-9546-A24994AF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är STOPP NC. S1 är START NO. K1 har en NO-hållkontakt.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K1-spolen matas när en obruten väg finns från +12 V till 0 V.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1E5F8-7AFD-438D-A34A-D7EC0FEF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60562" y="3146425"/>
            <a:ext cx="746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5" name="+12 V">
            <a:extLst xmlns:a="http://schemas.openxmlformats.org/drawingml/2006/main">
              <a:ext uri="{FF2B5EF4-FFF2-40B4-BE49-F238E27FC236}">
                <a16:creationId xmlns:a16="http://schemas.microsoft.com/office/drawing/2014/main" id="{696163E5-6C24-4B4E-88DA-F05E4820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726730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+12 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28EA94-B750-4595-8172-9949F6AE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381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7A58BB-A64D-4ED3-B489-D884D755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70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1F235B-DC76-4E38-80B0-F703C3A9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06687" y="3146425"/>
            <a:ext cx="4663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DFF5C2-5CAE-4647-B1DC-B5C5E5A2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034506"/>
            <a:ext cx="0" cy="2238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0" name="S0 NC">
            <a:extLst xmlns:a="http://schemas.openxmlformats.org/drawingml/2006/main">
              <a:ext uri="{FF2B5EF4-FFF2-40B4-BE49-F238E27FC236}">
                <a16:creationId xmlns:a16="http://schemas.microsoft.com/office/drawing/2014/main" id="{C85896E9-7185-48D7-80C0-2874FBF3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503" y="2493566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NC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811251-21F8-4F38-B16A-283C3172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14642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3E0BB0-A592-40C1-8B17-F1CE94DD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303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4D3A2-FBD0-45F7-910A-23E24D60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45264C-1798-49DA-B73F-E4B0AC91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EE06FE-7554-488C-947F-E6F4CE11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5BA9D4-3E20-4ADB-A238-F7A1587A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2866628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7" name="S1 NO">
            <a:extLst xmlns:a="http://schemas.openxmlformats.org/drawingml/2006/main">
              <a:ext uri="{FF2B5EF4-FFF2-40B4-BE49-F238E27FC236}">
                <a16:creationId xmlns:a16="http://schemas.microsoft.com/office/drawing/2014/main" id="{5534321D-F66C-47A6-8A40-DA30DB01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059" y="2400300"/>
            <a:ext cx="102592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NO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3B93AE-0C13-4A61-A083-C6BACF97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3146425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FB94FB-4718-403F-AB8C-0D07D079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8EB342-2E3E-4F4D-ACE6-D2AE75F5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A3531F-48D4-4E96-B394-E3A32C22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4079081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8FBF18-9321-40C5-9194-2E609716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D6166A-C1D8-4FEF-8FCC-ED801AD1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D30A06-8F0A-4ACB-95AE-CB08FDDA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3799284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C673FA-B8FB-4978-A7DF-02CB4A48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4079081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8221A5-6BF5-4370-907E-D1A7EB8E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04656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7" name="K1 NO">
            <a:extLst xmlns:a="http://schemas.openxmlformats.org/drawingml/2006/main">
              <a:ext uri="{FF2B5EF4-FFF2-40B4-BE49-F238E27FC236}">
                <a16:creationId xmlns:a16="http://schemas.microsoft.com/office/drawing/2014/main" id="{B81C396B-B8F0-48C8-A90E-7AED746C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406" y="4302919"/>
            <a:ext cx="111918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NO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A770A7-F899-4ECF-8C01-C852D23B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04656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B5C729-206F-4E68-BDBD-D23E1DC7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2866628"/>
            <a:ext cx="746125" cy="5595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0" name="K1">
            <a:extLst xmlns:a="http://schemas.openxmlformats.org/drawingml/2006/main">
              <a:ext uri="{FF2B5EF4-FFF2-40B4-BE49-F238E27FC236}">
                <a16:creationId xmlns:a16="http://schemas.microsoft.com/office/drawing/2014/main" id="{CFC486BA-AD17-4975-9F95-E8548D38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0883" y="2997200"/>
            <a:ext cx="5595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DBB9A1-9520-4FED-940C-D392223A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3742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2" name="0 V">
            <a:extLst xmlns:a="http://schemas.openxmlformats.org/drawingml/2006/main">
              <a:ext uri="{FF2B5EF4-FFF2-40B4-BE49-F238E27FC236}">
                <a16:creationId xmlns:a16="http://schemas.microsoft.com/office/drawing/2014/main" id="{BEBB373B-7B66-4C04-ABC4-B5E1DAD6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294" y="2726730"/>
            <a:ext cx="65285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3" name="S0 i serie med (S1 parallellt med K1)">
            <a:extLst xmlns:a="http://schemas.openxmlformats.org/drawingml/2006/main">
              <a:ext uri="{FF2B5EF4-FFF2-40B4-BE49-F238E27FC236}">
                <a16:creationId xmlns:a16="http://schemas.microsoft.com/office/drawing/2014/main" id="{DDE30968-2582-4A70-8C8E-C37C9678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S0 i serie med (S1 parallellt med K1)</a:t>
            </a:r>
          </a:p>
        </p:txBody>
      </p:sp>
      <p:sp>
        <p:nvSpPr>
          <p:cNvPr id="34" name="Förenklad funktionsskiss i vila.&#10;K1:s spole och kontakt tillhör s">
            <a:extLst xmlns:a="http://schemas.openxmlformats.org/drawingml/2006/main">
              <a:ext uri="{FF2B5EF4-FFF2-40B4-BE49-F238E27FC236}">
                <a16:creationId xmlns:a16="http://schemas.microsoft.com/office/drawing/2014/main" id="{F297B13A-CA64-407B-9874-C034A360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Förenklad funktionsskiss i vila.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K1:s spole och kontakt tillhör samma apparat.</a:t>
            </a:r>
          </a:p>
        </p:txBody>
      </p:sp>
      <p:sp>
        <p:nvSpPr>
          <p:cNvPr id="35" name="6">
            <a:extLst xmlns:a="http://schemas.openxmlformats.org/drawingml/2006/main">
              <a:ext uri="{FF2B5EF4-FFF2-40B4-BE49-F238E27FC236}">
                <a16:creationId xmlns:a16="http://schemas.microsoft.com/office/drawing/2014/main" id="{15D0C508-E1BF-420C-B6BB-DD15DD12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056fd3681047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hållkretsens start">
            <a:extLst xmlns:a="http://schemas.openxmlformats.org/drawingml/2006/main">
              <a:ext uri="{FF2B5EF4-FFF2-40B4-BE49-F238E27FC236}">
                <a16:creationId xmlns:a16="http://schemas.microsoft.com/office/drawing/2014/main" id="{4D0277F9-94A8-4D1A-9C13-774BA4E7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hållkretsens start</a:t>
            </a:r>
          </a:p>
        </p:txBody>
      </p:sp>
      <p:sp>
        <p:nvSpPr>
          <p:cNvPr id="10" name="I en 12 V-hållkrets är STOPP NC sluten. START NO och K1:s NO-håll">
            <a:extLst xmlns:a="http://schemas.openxmlformats.org/drawingml/2006/main">
              <a:ext uri="{FF2B5EF4-FFF2-40B4-BE49-F238E27FC236}">
                <a16:creationId xmlns:a16="http://schemas.microsoft.com/office/drawing/2014/main" id="{56CCA2DF-8F94-45B9-AE51-B2CE1768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12 V-hållkrets är STOPP NC sluten. START NO och K1:s NO-hållkontakt är öppna i vila.</a:t>
            </a:r>
          </a:p>
        </p:txBody>
      </p:sp>
      <p:sp>
        <p:nvSpPr>
          <p:cNvPr id="11" name="K1 matas via STOPP och en av parallellvägarna">
            <a:extLst xmlns:a="http://schemas.openxmlformats.org/drawingml/2006/main">
              <a:ext uri="{FF2B5EF4-FFF2-40B4-BE49-F238E27FC236}">
                <a16:creationId xmlns:a16="http://schemas.microsoft.com/office/drawing/2014/main" id="{3BD3BEB7-47DE-418F-99DE-19487759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K1 matas via STOPP och en av parallellvägarna</a:t>
            </a:r>
          </a:p>
        </p:txBody>
      </p:sp>
      <p:sp>
        <p:nvSpPr>
          <p:cNvPr id="12" name="1. START trycks in och sluter vägen till K1-spolen.&#10;2. K1 drar oc">
            <a:extLst xmlns:a="http://schemas.openxmlformats.org/drawingml/2006/main">
              <a:ext uri="{FF2B5EF4-FFF2-40B4-BE49-F238E27FC236}">
                <a16:creationId xmlns:a16="http://schemas.microsoft.com/office/drawing/2014/main" id="{95503799-41D6-4B0D-9D34-CDBE3028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START trycks in och sluter vägen till K1-spolen.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K1 drar.</a:t>
            </a:r>
          </a:p>
        </p:txBody>
      </p:sp>
      <p:sp>
        <p:nvSpPr>
          <p:cNvPr id="13" name="När STOPP öppnar bryts den gemensamma vägen och K1 släpper. Detta">
            <a:extLst xmlns:a="http://schemas.openxmlformats.org/drawingml/2006/main">
              <a:ext uri="{FF2B5EF4-FFF2-40B4-BE49-F238E27FC236}">
                <a16:creationId xmlns:a16="http://schemas.microsoft.com/office/drawing/2014/main" id="{1286863D-D511-4C53-81E5-694955DD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som händer när START släpps och när STOPP trycks utreds i övningarna. Vid strömavbrott släpper K1.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6687A22-40AA-4552-89B0-C9FA05B7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1c2776c9354f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E941CD8C-43A4-4ECF-906D-0E815C3A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NO = normalt öppen     NC = normalt sluten">
            <a:extLst xmlns:a="http://schemas.openxmlformats.org/drawingml/2006/main">
              <a:ext uri="{FF2B5EF4-FFF2-40B4-BE49-F238E27FC236}">
                <a16:creationId xmlns:a16="http://schemas.microsoft.com/office/drawing/2014/main" id="{F71681F1-3EC0-4A45-9051-B9A405B5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= normalt öppen; NC = normalt sluten</a:t>
            </a:r>
          </a:p>
        </p:txBody>
      </p:sp>
      <p:sp>
        <p:nvSpPr>
          <p:cNvPr id="11" name="Normalläget avser den angivna opåverkade apparaten. En kontakt vi">
            <a:extLst xmlns:a="http://schemas.openxmlformats.org/drawingml/2006/main">
              <a:ext uri="{FF2B5EF4-FFF2-40B4-BE49-F238E27FC236}">
                <a16:creationId xmlns:a16="http://schemas.microsoft.com/office/drawing/2014/main" id="{5570A1C0-2F40-4316-82F9-949AC1E5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schemat ritas kontakten i det läge den har när apparaten inte är påverkad.</a:t>
            </a:r>
          </a:p>
        </p:txBody>
      </p:sp>
      <p:sp>
        <p:nvSpPr>
          <p:cNvPr id="12" name="Förutsättningar: Inget startkommando eller manöverpåverkan antas ">
            <a:extLst xmlns:a="http://schemas.openxmlformats.org/drawingml/2006/main">
              <a:ext uri="{FF2B5EF4-FFF2-40B4-BE49-F238E27FC236}">
                <a16:creationId xmlns:a16="http://schemas.microsoft.com/office/drawing/2014/main" id="{2B57BFE1-A846-46F2-A7DE-09C62E29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Ingen har tryckt på något och spolen är strömlös.</a:t>
            </a:r>
          </a:p>
        </p:txBody>
      </p:sp>
      <p:sp>
        <p:nvSpPr>
          <p:cNvPr id="13" name="Arbetsgång: Skriv ut båda förkortningarna och ange om strömvägen ">
            <a:extLst xmlns:a="http://schemas.openxmlformats.org/drawingml/2006/main">
              <a:ext uri="{FF2B5EF4-FFF2-40B4-BE49-F238E27FC236}">
                <a16:creationId xmlns:a16="http://schemas.microsoft.com/office/drawing/2014/main" id="{6EF85F81-B6E4-4D4F-96D1-1EB57EAD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ut båda förkortningarna och ange om strömvägen är öppen eller sluten i vila.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17BF8CF0-8272-4F76-99AA-AD47158C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9c444d92940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FBE4542-230D-4884-AB26-CE230D59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NO och NC">
            <a:extLst xmlns:a="http://schemas.openxmlformats.org/drawingml/2006/main">
              <a:ext uri="{FF2B5EF4-FFF2-40B4-BE49-F238E27FC236}">
                <a16:creationId xmlns:a16="http://schemas.microsoft.com/office/drawing/2014/main" id="{68C212C4-B087-4CE1-9670-27824D97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och NC</a:t>
            </a:r>
          </a:p>
        </p:txBody>
      </p:sp>
      <p:sp>
        <p:nvSpPr>
          <p:cNvPr id="4" name="Vad betyder NO och NC när en apparat visas i opåverkat tillstånd?">
            <a:extLst xmlns:a="http://schemas.openxmlformats.org/drawingml/2006/main">
              <a:ext uri="{FF2B5EF4-FFF2-40B4-BE49-F238E27FC236}">
                <a16:creationId xmlns:a16="http://schemas.microsoft.com/office/drawing/2014/main" id="{3D567F9E-4AB6-4750-B5E0-5F4D5EB2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NO och NC när en apparat är ritad i opåverkat läge?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9AB29F-BB4C-499B-BCA9-FF2F7F78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FB256A2B-ED1E-4A97-9E8B-12625E1B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e099f6948543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D6F6BDF-38AC-4E53-BA06-A3C39D67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Objektbeteckningen kopplar samman apparatens delar">
            <a:extLst xmlns:a="http://schemas.openxmlformats.org/drawingml/2006/main">
              <a:ext uri="{FF2B5EF4-FFF2-40B4-BE49-F238E27FC236}">
                <a16:creationId xmlns:a16="http://schemas.microsoft.com/office/drawing/2014/main" id="{920F7BE8-4228-4CAA-BDCB-0C6B1594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Objektbeteckningen kopplar samman apparatens delar</a:t>
            </a:r>
          </a:p>
        </p:txBody>
      </p:sp>
      <p:sp>
        <p:nvSpPr>
          <p:cNvPr id="11" name="En reläspole och dess kontakter kan ritas på olika ställen men ha">
            <a:extLst xmlns:a="http://schemas.openxmlformats.org/drawingml/2006/main">
              <a:ext uri="{FF2B5EF4-FFF2-40B4-BE49-F238E27FC236}">
                <a16:creationId xmlns:a16="http://schemas.microsoft.com/office/drawing/2014/main" id="{E094FDF2-B387-4302-AC5F-D6F7384C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reläs spole och kontakter kan ritas på olika ställen men har samma beteckning.</a:t>
            </a:r>
          </a:p>
        </p:txBody>
      </p:sp>
      <p:sp>
        <p:nvSpPr>
          <p:cNvPr id="12" name="Förutsättningar: K1 förekommer vid spole och kontakt på olika sch">
            <a:extLst xmlns:a="http://schemas.openxmlformats.org/drawingml/2006/main">
              <a:ext uri="{FF2B5EF4-FFF2-40B4-BE49-F238E27FC236}">
                <a16:creationId xmlns:a16="http://schemas.microsoft.com/office/drawing/2014/main" id="{4B31EA25-561D-4749-BB02-83BDA956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står vid en spole och vid en kontakt, på olika schemasidor.</a:t>
            </a:r>
          </a:p>
        </p:txBody>
      </p:sp>
      <p:sp>
        <p:nvSpPr>
          <p:cNvPr id="13" name="Arbetsgång: Förklara sambandet mellan symbolerna och hur korsrefe">
            <a:extLst xmlns:a="http://schemas.openxmlformats.org/drawingml/2006/main">
              <a:ext uri="{FF2B5EF4-FFF2-40B4-BE49-F238E27FC236}">
                <a16:creationId xmlns:a16="http://schemas.microsoft.com/office/drawing/2014/main" id="{BD5F528B-0BC5-4AC1-88B3-63BC9123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hur symbolerna hör ihop och hur korsreferensen hjälper dig att hitta den andra delen.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6F510F5A-CA7B-4EBF-A61F-3A1F3314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92dbd940d45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A2160B1-57DD-4222-975A-40924BAA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amma relä">
            <a:extLst xmlns:a="http://schemas.openxmlformats.org/drawingml/2006/main">
              <a:ext uri="{FF2B5EF4-FFF2-40B4-BE49-F238E27FC236}">
                <a16:creationId xmlns:a16="http://schemas.microsoft.com/office/drawing/2014/main" id="{6249ADA5-8926-4D22-ACD0-75364C20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relä</a:t>
            </a:r>
          </a:p>
        </p:txBody>
      </p:sp>
      <p:sp>
        <p:nvSpPr>
          <p:cNvPr id="4" name="K1 står vid en spole och vid en kontakt på en annan schemasida. V">
            <a:extLst xmlns:a="http://schemas.openxmlformats.org/drawingml/2006/main">
              <a:ext uri="{FF2B5EF4-FFF2-40B4-BE49-F238E27FC236}">
                <a16:creationId xmlns:a16="http://schemas.microsoft.com/office/drawing/2014/main" id="{5A302A36-8649-4474-8D96-2D195E58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står vid en spole och vid en kontakt på en annan schemasida. Vad ska beteckningen hjälpa dig att förstå?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23D5392-AEAE-4903-9955-28F00E24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5520A966-56BF-42F2-8330-7A0826F6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8ca0f23aa145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5D64C398-E486-41EF-985E-B0BCFEEA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Parallell hållkontakt kan ersätta START-vägen">
            <a:extLst xmlns:a="http://schemas.openxmlformats.org/drawingml/2006/main">
              <a:ext uri="{FF2B5EF4-FFF2-40B4-BE49-F238E27FC236}">
                <a16:creationId xmlns:a16="http://schemas.microsoft.com/office/drawing/2014/main" id="{B6DA132F-DC49-4D33-B6E5-0A94534A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 hållkontakt kan ersätta START-vägen</a:t>
            </a:r>
          </a:p>
        </p:txBody>
      </p:sp>
      <p:sp>
        <p:nvSpPr>
          <p:cNvPr id="11" name="När K1 drar sluter dess NO-kontakt. Den kan behålla matningen när">
            <a:extLst xmlns:a="http://schemas.openxmlformats.org/drawingml/2006/main">
              <a:ext uri="{FF2B5EF4-FFF2-40B4-BE49-F238E27FC236}">
                <a16:creationId xmlns:a16="http://schemas.microsoft.com/office/drawing/2014/main" id="{CE80978B-A3F6-437C-BF7B-8210D46C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K1 drar sluter dess NO-kontakt, och den kan hålla kvar matningen när START går tillbaka till öppet läge.</a:t>
            </a:r>
          </a:p>
        </p:txBody>
      </p:sp>
      <p:sp>
        <p:nvSpPr>
          <p:cNvPr id="12" name="Förutsättningar: S0 och returen är hela. K1:s kontakt ligger para">
            <a:extLst xmlns:a="http://schemas.openxmlformats.org/drawingml/2006/main">
              <a:ext uri="{FF2B5EF4-FFF2-40B4-BE49-F238E27FC236}">
                <a16:creationId xmlns:a16="http://schemas.microsoft.com/office/drawing/2014/main" id="{DE90C6E0-EBF6-4BB4-AA93-EE9FF9AA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och returen är hela. K1:s kontakt ligger parallellt med START-knappen S1.</a:t>
            </a:r>
          </a:p>
        </p:txBody>
      </p:sp>
      <p:sp>
        <p:nvSpPr>
          <p:cNvPr id="13" name="Arbetsgång: Följ strömvägen före start, under start och efter att">
            <a:extLst xmlns:a="http://schemas.openxmlformats.org/drawingml/2006/main">
              <a:ext uri="{FF2B5EF4-FFF2-40B4-BE49-F238E27FC236}">
                <a16:creationId xmlns:a16="http://schemas.microsoft.com/office/drawing/2014/main" id="{51068888-B880-4E93-9054-3015C067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före start, under start och efter att S1 har släppts.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A08F85F-9B46-4F90-A665-AFEA77B3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15601333c47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766FC2ED-37C1-4067-A141-75FC8DE7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Hållning">
            <a:extLst xmlns:a="http://schemas.openxmlformats.org/drawingml/2006/main">
              <a:ext uri="{FF2B5EF4-FFF2-40B4-BE49-F238E27FC236}">
                <a16:creationId xmlns:a16="http://schemas.microsoft.com/office/drawing/2014/main" id="{A7610EA9-10E1-43A7-8B7E-9FB50F70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Hållning</a:t>
            </a:r>
          </a:p>
        </p:txBody>
      </p:sp>
      <p:sp>
        <p:nvSpPr>
          <p:cNvPr id="4" name="Varför ligger K1:s NO-kontakt parallellt med START i hållkretsen?">
            <a:extLst xmlns:a="http://schemas.openxmlformats.org/drawingml/2006/main">
              <a:ext uri="{FF2B5EF4-FFF2-40B4-BE49-F238E27FC236}">
                <a16:creationId xmlns:a16="http://schemas.microsoft.com/office/drawing/2014/main" id="{B204B4B1-5C8D-4576-9F3B-FFB0DAAA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ligger K1:s NO-kontakt parallellt med START i hållkretsen?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B2A3ABA-CD13-4356-B35E-87008AB6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4E4B6DB1-B9A5-45BE-A42F-4B1A29AD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45bcc68e244c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66F1E49-2F37-4321-9C70-C4496F6F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En gemensam seriekontakt påverkar båda grenarna">
            <a:extLst xmlns:a="http://schemas.openxmlformats.org/drawingml/2006/main">
              <a:ext uri="{FF2B5EF4-FFF2-40B4-BE49-F238E27FC236}">
                <a16:creationId xmlns:a16="http://schemas.microsoft.com/office/drawing/2014/main" id="{6E09E1BB-DBCC-4C4E-B8BB-C7E7465F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gemensam seriekontakt påverkar båda grenarna</a:t>
            </a:r>
          </a:p>
        </p:txBody>
      </p:sp>
      <p:sp>
        <p:nvSpPr>
          <p:cNvPr id="11" name="Om S0 ligger före förgreningen måste både START-vägen och hållväg">
            <a:extLst xmlns:a="http://schemas.openxmlformats.org/drawingml/2006/main">
              <a:ext uri="{FF2B5EF4-FFF2-40B4-BE49-F238E27FC236}">
                <a16:creationId xmlns:a16="http://schemas.microsoft.com/office/drawing/2014/main" id="{C21A1E18-FC04-46B1-80E9-CCA7197C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S0 ligger före förgreningen måste både START-vägen och hållvägen gå genom S0.</a:t>
            </a:r>
          </a:p>
        </p:txBody>
      </p:sp>
      <p:sp>
        <p:nvSpPr>
          <p:cNvPr id="12" name="Förutsättningar: STOPP är NC i vila. START och hållkontakt ligger">
            <a:extLst xmlns:a="http://schemas.openxmlformats.org/drawingml/2006/main">
              <a:ext uri="{FF2B5EF4-FFF2-40B4-BE49-F238E27FC236}">
                <a16:creationId xmlns:a16="http://schemas.microsoft.com/office/drawing/2014/main" id="{EB2180BB-858E-4C89-9E6E-B5C33105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STOPP är sluten (NC) i vila. START och hållkontakten ligger parallellt efter STOPP.</a:t>
            </a:r>
          </a:p>
        </p:txBody>
      </p:sp>
      <p:sp>
        <p:nvSpPr>
          <p:cNvPr id="13" name="Arbetsgång: Följ båda vägarna när S0 öppnar. Motivera varför plac">
            <a:extLst xmlns:a="http://schemas.openxmlformats.org/drawingml/2006/main">
              <a:ext uri="{FF2B5EF4-FFF2-40B4-BE49-F238E27FC236}">
                <a16:creationId xmlns:a16="http://schemas.microsoft.com/office/drawing/2014/main" id="{A12FDE8D-D37E-4F8A-9E65-5320FCCB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båda vägarna när S0 öppnar och förklara varför båda då bryts.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6496E1CC-537E-493B-8247-7EDCE090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e1e098110142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877AD1B-26D7-418A-B364-C556C890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TOPP-funktionen">
            <a:extLst xmlns:a="http://schemas.openxmlformats.org/drawingml/2006/main">
              <a:ext uri="{FF2B5EF4-FFF2-40B4-BE49-F238E27FC236}">
                <a16:creationId xmlns:a16="http://schemas.microsoft.com/office/drawing/2014/main" id="{41C2A899-D91B-4100-84F6-00A3FBC9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STOPP-funktionen</a:t>
            </a:r>
          </a:p>
        </p:txBody>
      </p:sp>
      <p:sp>
        <p:nvSpPr>
          <p:cNvPr id="4" name="Varför ligger STOPP i serie före både START-vägen och hållvägen?">
            <a:extLst xmlns:a="http://schemas.openxmlformats.org/drawingml/2006/main">
              <a:ext uri="{FF2B5EF4-FFF2-40B4-BE49-F238E27FC236}">
                <a16:creationId xmlns:a16="http://schemas.microsoft.com/office/drawing/2014/main" id="{CEB0AF11-914A-4065-9387-95E287DC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ligger STOPP i serie före både START-vägen och hållvägen?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F2494CF-FB82-40D9-BB8F-B3F75800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7F0FC4D-8186-4C07-87EF-96A7BD67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fa04785b284f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C8461CAF-F588-4BA3-A54A-6479D250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Kretsschema visar funktion, förbindningsschema anslutning">
            <a:extLst xmlns:a="http://schemas.openxmlformats.org/drawingml/2006/main">
              <a:ext uri="{FF2B5EF4-FFF2-40B4-BE49-F238E27FC236}">
                <a16:creationId xmlns:a16="http://schemas.microsoft.com/office/drawing/2014/main" id="{F090DD3D-6C84-4403-A2E0-3744C32F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Kretsschema visar funktion, förbindningsschema anslutning</a:t>
            </a:r>
          </a:p>
        </p:txBody>
      </p:sp>
      <p:sp>
        <p:nvSpPr>
          <p:cNvPr id="11" name="En plintlista kopplar terminalbeteckningar till ledare och appara">
            <a:extLst xmlns:a="http://schemas.openxmlformats.org/drawingml/2006/main">
              <a:ext uri="{FF2B5EF4-FFF2-40B4-BE49-F238E27FC236}">
                <a16:creationId xmlns:a16="http://schemas.microsoft.com/office/drawing/2014/main" id="{FECF6F51-D5FB-4C69-AFD7-B15277BE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plintlista kopplar plintnummer till ledare och apparater.</a:t>
            </a:r>
          </a:p>
        </p:txBody>
      </p:sp>
      <p:sp>
        <p:nvSpPr>
          <p:cNvPr id="12" name="Förutsättningar: Uppgiften är att hitta en ledares faktiska anslu">
            <a:extLst xmlns:a="http://schemas.openxmlformats.org/drawingml/2006/main">
              <a:ext uri="{FF2B5EF4-FFF2-40B4-BE49-F238E27FC236}">
                <a16:creationId xmlns:a16="http://schemas.microsoft.com/office/drawing/2014/main" id="{71848493-E953-45B1-B3CB-ECEAF8CA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Du ska hitta den plint som ledaren faktiskt är ansluten till.</a:t>
            </a:r>
          </a:p>
        </p:txBody>
      </p:sp>
      <p:sp>
        <p:nvSpPr>
          <p:cNvPr id="13" name="Arbetsgång: Välj underlag som visar fysisk förbindning och förkla">
            <a:extLst xmlns:a="http://schemas.openxmlformats.org/drawingml/2006/main">
              <a:ext uri="{FF2B5EF4-FFF2-40B4-BE49-F238E27FC236}">
                <a16:creationId xmlns:a16="http://schemas.microsoft.com/office/drawing/2014/main" id="{7FDB2A44-1425-4EAB-BE46-916C2AD5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det underlag som visar hur ledarna faktiskt är dragna och förklara vad kretsschemat tillför.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42B48D63-EEDB-4B56-91AD-8E9130AD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73a417fdcd4c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6323B87A-BEA3-4A06-B3C9-AF4C2CF3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vå schematyper">
            <a:extLst xmlns:a="http://schemas.openxmlformats.org/drawingml/2006/main">
              <a:ext uri="{FF2B5EF4-FFF2-40B4-BE49-F238E27FC236}">
                <a16:creationId xmlns:a16="http://schemas.microsoft.com/office/drawing/2014/main" id="{14699CE6-A16E-42DD-81EC-F5A16D55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schematyper</a:t>
            </a:r>
          </a:p>
        </p:txBody>
      </p:sp>
      <p:sp>
        <p:nvSpPr>
          <p:cNvPr id="4" name="Du behöver hitta vilken plint en ledare går till. Vilket underlag">
            <a:extLst xmlns:a="http://schemas.openxmlformats.org/drawingml/2006/main">
              <a:ext uri="{FF2B5EF4-FFF2-40B4-BE49-F238E27FC236}">
                <a16:creationId xmlns:a16="http://schemas.microsoft.com/office/drawing/2014/main" id="{9F7CF337-E487-4381-9A09-BB1C94BC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behöver hitta vilken plint en ledare går till. Vilket underlag är särskilt användbart: kretsschema eller förbindningsschema?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171D693-3D5E-4BF6-B774-542358D5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9DAFBDC-96D5-4B5D-80D2-7E40BA28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5e55540f8d43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5A39051-BFE2-408F-A6F8-1BAB783B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Kretsschema och förbindning&#10;Mätpunkter och referens&#10;Dokumentets s">
            <a:extLst xmlns:a="http://schemas.openxmlformats.org/drawingml/2006/main">
              <a:ext uri="{FF2B5EF4-FFF2-40B4-BE49-F238E27FC236}">
                <a16:creationId xmlns:a16="http://schemas.microsoft.com/office/drawing/2014/main" id="{8A0AA79B-0630-4E55-8F76-ACD530A7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Kretsschema och förbindning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Mätpunkter och referens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Dokumentets status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2847988-E02F-4F2F-BD37-D820E2A8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BC07727-2FB5-4D55-9826-5E41BE17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eb957ad39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retsschema och förbindning">
            <a:extLst xmlns:a="http://schemas.openxmlformats.org/drawingml/2006/main">
              <a:ext uri="{FF2B5EF4-FFF2-40B4-BE49-F238E27FC236}">
                <a16:creationId xmlns:a16="http://schemas.microsoft.com/office/drawing/2014/main" id="{398FE3E7-A545-47D5-9519-931508FC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Kretsschema och förbindning</a:t>
            </a:r>
          </a:p>
        </p:txBody>
      </p:sp>
      <p:sp>
        <p:nvSpPr>
          <p:cNvPr id="3" name="Kretsschemat beskriver elektrisk funktion.&#10;Förbindningsschemat vi">
            <a:extLst xmlns:a="http://schemas.openxmlformats.org/drawingml/2006/main">
              <a:ext uri="{FF2B5EF4-FFF2-40B4-BE49-F238E27FC236}">
                <a16:creationId xmlns:a16="http://schemas.microsoft.com/office/drawing/2014/main" id="{80EAC8E4-5657-4A2D-AB74-8C0ED36D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Kretsschemat beskriver elektrisk funktion.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Förbindningsschemat visar anslutningar mellan plintar och apparater.</a:t>
            </a:r>
          </a:p>
        </p:txBody>
      </p:sp>
      <p:sp>
        <p:nvSpPr>
          <p:cNvPr id="4" name="Funktion respektive fysisk förbindelse">
            <a:extLst xmlns:a="http://schemas.openxmlformats.org/drawingml/2006/main">
              <a:ext uri="{FF2B5EF4-FFF2-40B4-BE49-F238E27FC236}">
                <a16:creationId xmlns:a16="http://schemas.microsoft.com/office/drawing/2014/main" id="{91F3ABFE-A41A-4088-B62B-9994C0AA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 respektive fysisk förbindelse</a:t>
            </a:r>
          </a:p>
        </p:txBody>
      </p:sp>
      <p:sp>
        <p:nvSpPr>
          <p:cNvPr id="5" name="En felsökare behöver kunna gå från K1 i funktionen&#10;till rätt appa">
            <a:extLst xmlns:a="http://schemas.openxmlformats.org/drawingml/2006/main">
              <a:ext uri="{FF2B5EF4-FFF2-40B4-BE49-F238E27FC236}">
                <a16:creationId xmlns:a16="http://schemas.microsoft.com/office/drawing/2014/main" id="{979310D9-2B9B-4E49-89B0-D8434E94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felsökare behöver kunna gå från K1 i funktionen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 rätt apparat och anslutning i verkligheten.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E292B2DA-A863-457F-AE95-ADC79D64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6b3fc2d99b49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r och referens">
            <a:extLst xmlns:a="http://schemas.openxmlformats.org/drawingml/2006/main">
              <a:ext uri="{FF2B5EF4-FFF2-40B4-BE49-F238E27FC236}">
                <a16:creationId xmlns:a16="http://schemas.microsoft.com/office/drawing/2014/main" id="{7C4D354D-D4E7-4E99-8DB5-5118FDD6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Mätpunkter och referens</a:t>
            </a:r>
          </a:p>
        </p:txBody>
      </p:sp>
      <p:sp>
        <p:nvSpPr>
          <p:cNvPr id="3" name="Ett spänningsvärde kräver två definierade punkter.&#10;Ange driftläge">
            <a:extLst xmlns:a="http://schemas.openxmlformats.org/drawingml/2006/main">
              <a:ext uri="{FF2B5EF4-FFF2-40B4-BE49-F238E27FC236}">
                <a16:creationId xmlns:a16="http://schemas.microsoft.com/office/drawing/2014/main" id="{4B67E423-2148-48D7-9D28-6B575851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spänningsvärde kräver två definierade punkter.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driftläge och förväntat värde innan kontrollen.</a:t>
            </a:r>
          </a:p>
        </p:txBody>
      </p:sp>
      <p:sp>
        <p:nvSpPr>
          <p:cNvPr id="4" name="12 V över en öppen kontakt kan vara normalt">
            <a:extLst xmlns:a="http://schemas.openxmlformats.org/drawingml/2006/main">
              <a:ext uri="{FF2B5EF4-FFF2-40B4-BE49-F238E27FC236}">
                <a16:creationId xmlns:a16="http://schemas.microsoft.com/office/drawing/2014/main" id="{BCE96693-FFB4-488F-AB54-9B353DC2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bör en öppen kontakt visa i ditt driftläge?</a:t>
            </a:r>
          </a:p>
        </p:txBody>
      </p:sp>
      <p:sp>
        <p:nvSpPr>
          <p:cNvPr id="5" name="I en enkel aktiv DC-kedja kan ett avbrott ta hela spänningen.&#10;Res">
            <a:extLst xmlns:a="http://schemas.openxmlformats.org/drawingml/2006/main">
              <a:ext uri="{FF2B5EF4-FFF2-40B4-BE49-F238E27FC236}">
                <a16:creationId xmlns:a16="http://schemas.microsoft.com/office/drawing/2014/main" id="{FA49E7C9-3EC4-45A8-B7C9-3E5F5379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enkel aktiv DC-kedja kan ett avbrott ta hela spänningen.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Resultatet måste tolkas mot schema och referenspunkt.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B8C4C66F-A47B-4158-922E-E12CEC1D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9f8d97ffa44d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Dokumentets status">
            <a:extLst xmlns:a="http://schemas.openxmlformats.org/drawingml/2006/main">
              <a:ext uri="{FF2B5EF4-FFF2-40B4-BE49-F238E27FC236}">
                <a16:creationId xmlns:a16="http://schemas.microsoft.com/office/drawing/2014/main" id="{05260552-FF4A-4B82-9265-7C00616E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status</a:t>
            </a:r>
          </a:p>
        </p:txBody>
      </p:sp>
      <p:sp>
        <p:nvSpPr>
          <p:cNvPr id="3" name="Ritningsnummer, revision och datum visar vilket underlag som anvä">
            <a:extLst xmlns:a="http://schemas.openxmlformats.org/drawingml/2006/main">
              <a:ext uri="{FF2B5EF4-FFF2-40B4-BE49-F238E27FC236}">
                <a16:creationId xmlns:a16="http://schemas.microsoft.com/office/drawing/2014/main" id="{974AB348-5EAB-4205-A730-2DC8374A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Ritningsnummer, revision och datum visar vilket underlag som används.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Ändringar behöver kunna följas från beslut till verifierad funktion.</a:t>
            </a:r>
          </a:p>
        </p:txBody>
      </p:sp>
      <p:sp>
        <p:nvSpPr>
          <p:cNvPr id="4" name="Aktuellt schema och faktisk anläggning ska stämma">
            <a:extLst xmlns:a="http://schemas.openxmlformats.org/drawingml/2006/main">
              <a:ext uri="{FF2B5EF4-FFF2-40B4-BE49-F238E27FC236}">
                <a16:creationId xmlns:a16="http://schemas.microsoft.com/office/drawing/2014/main" id="{67A12E24-5C80-4E82-9CD9-951E6B08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Aktuellt schema och faktisk anläggning ska stämma</a:t>
            </a:r>
          </a:p>
        </p:txBody>
      </p:sp>
      <p:sp>
        <p:nvSpPr>
          <p:cNvPr id="5" name="I inlämningen ingår funktion, komponenter och&#10;förväntade mätvärde">
            <a:extLst xmlns:a="http://schemas.openxmlformats.org/drawingml/2006/main">
              <a:ext uri="{FF2B5EF4-FFF2-40B4-BE49-F238E27FC236}">
                <a16:creationId xmlns:a16="http://schemas.microsoft.com/office/drawing/2014/main" id="{11CDBABC-D5ED-412E-AB18-2412CFED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inlämningen ingår funktion, komponenter och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förväntade mätvärden vid definierade mätpunkter.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98D55B5-8CC4-45A0-8834-1E73A38F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d2d1031cc344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pänning över ett avbrott">
            <a:extLst xmlns:a="http://schemas.openxmlformats.org/drawingml/2006/main">
              <a:ext uri="{FF2B5EF4-FFF2-40B4-BE49-F238E27FC236}">
                <a16:creationId xmlns:a16="http://schemas.microsoft.com/office/drawing/2014/main" id="{B4F89D48-5473-4408-8D9C-003B0673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spänning över ett avbrott</a:t>
            </a:r>
          </a:p>
        </p:txBody>
      </p:sp>
      <p:sp>
        <p:nvSpPr>
          <p:cNvPr id="10" name="9 V matar en ohmsk last via en öppen seriekontakt. Returen är hel">
            <a:extLst xmlns:a="http://schemas.openxmlformats.org/drawingml/2006/main">
              <a:ext uri="{FF2B5EF4-FFF2-40B4-BE49-F238E27FC236}">
                <a16:creationId xmlns:a16="http://schemas.microsoft.com/office/drawing/2014/main" id="{0EE53827-708A-44F7-BA01-374391E2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9 V matar en ohmsk last via en öppen seriekontakt. Returen är hel och övriga ledningar ideala.</a:t>
            </a:r>
          </a:p>
        </p:txBody>
      </p:sp>
      <p:sp>
        <p:nvSpPr>
          <p:cNvPr id="11" name="I = 0     Ulast = RI     Ukontakt = 9 − Ulast">
            <a:extLst xmlns:a="http://schemas.openxmlformats.org/drawingml/2006/main">
              <a:ext uri="{FF2B5EF4-FFF2-40B4-BE49-F238E27FC236}">
                <a16:creationId xmlns:a16="http://schemas.microsoft.com/office/drawing/2014/main" id="{80D551C7-B471-4582-A926-C1130BC6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0    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RI    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9 V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12" name="1. Öppen kontakt hindrar strömmen: I = 0 A.&#10;2. Ulast = R · 0 = 0 ">
            <a:extLst xmlns:a="http://schemas.openxmlformats.org/drawingml/2006/main">
              <a:ext uri="{FF2B5EF4-FFF2-40B4-BE49-F238E27FC236}">
                <a16:creationId xmlns:a16="http://schemas.microsoft.com/office/drawing/2014/main" id="{D22C9A56-FC30-4F73-9D92-226FE0DC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Öppen kontakt hindrar strömmen: I = 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R · 0 = 0 V, oavsett lastens ändliga 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9 − 0 = 9 V.</a:t>
            </a:r>
          </a:p>
        </p:txBody>
      </p:sp>
      <p:sp>
        <p:nvSpPr>
          <p:cNvPr id="13" name="Kontaktens matningssida har 9 V och lastsidan 0 V. Stor kontaktsp">
            <a:extLst xmlns:a="http://schemas.openxmlformats.org/drawingml/2006/main">
              <a:ext uri="{FF2B5EF4-FFF2-40B4-BE49-F238E27FC236}">
                <a16:creationId xmlns:a16="http://schemas.microsoft.com/office/drawing/2014/main" id="{8D7DE831-9987-43CF-814F-8C9B7E78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 spänning över en kontakt kan tyda på avbrott.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F413F04-F04E-4F61-A8CF-273B5F1C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9 V-krets med öppen seriekontakt och ohm" descr="9 V-krets med öppen seriekontakt och ohmsk last: 9 V över kontakten, 0 V över lasten och ingen strö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39dbfa4094a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6B1F1DFD-8E7C-4B77-BCE0-89D4962B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Öppen matningsväg ger Ispole = 0&#10;Uspole = Rspole · Ispole">
            <a:extLst xmlns:a="http://schemas.openxmlformats.org/drawingml/2006/main">
              <a:ext uri="{FF2B5EF4-FFF2-40B4-BE49-F238E27FC236}">
                <a16:creationId xmlns:a16="http://schemas.microsoft.com/office/drawing/2014/main" id="{1B3C5ADD-B130-4583-A8FF-A2DC0D8E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Öppen matningsväg ger Ispole = 0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Uspole = Rspole · Ispole</a:t>
            </a:r>
          </a:p>
        </p:txBody>
      </p:sp>
      <p:sp>
        <p:nvSpPr>
          <p:cNvPr id="11" name="Returen håller spolens ena sida på 0 V. Utan ström blir spännings">
            <a:extLst xmlns:a="http://schemas.openxmlformats.org/drawingml/2006/main">
              <a:ext uri="{FF2B5EF4-FFF2-40B4-BE49-F238E27FC236}">
                <a16:creationId xmlns:a16="http://schemas.microsoft.com/office/drawing/2014/main" id="{5ECA4F56-F1EE-4FB5-8264-785E2872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Vilka punkter är förbundna med matningen och vilka med returen?</a:t>
            </a:r>
          </a:p>
        </p:txBody>
      </p:sp>
      <p:sp>
        <p:nvSpPr>
          <p:cNvPr id="12" name="Förutsättningar: 12 V-krets, STOPP sluten, START öppen, K1 i vila">
            <a:extLst xmlns:a="http://schemas.openxmlformats.org/drawingml/2006/main">
              <a:ext uri="{FF2B5EF4-FFF2-40B4-BE49-F238E27FC236}">
                <a16:creationId xmlns:a16="http://schemas.microsoft.com/office/drawing/2014/main" id="{8F5583E4-F99F-4DD4-AF3B-9624A642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V, STOPP sluten, START öppen, K1 i vila och hel retur. Det finns ingen annan matning.</a:t>
            </a:r>
          </a:p>
        </p:txBody>
      </p:sp>
      <p:sp>
        <p:nvSpPr>
          <p:cNvPr id="13" name="Arbetsgång: Följ vägen till spolen. Använd sedan Ohms lag för att">
            <a:extLst xmlns:a="http://schemas.openxmlformats.org/drawingml/2006/main">
              <a:ext uri="{FF2B5EF4-FFF2-40B4-BE49-F238E27FC236}">
                <a16:creationId xmlns:a16="http://schemas.microsoft.com/office/drawing/2014/main" id="{56BC779F-A2A7-4E39-B324-37590498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vägen till spolen. Använd sedan Ohms lag för att avgöra spänningen över den.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0DB2BA6D-052A-4C1C-8377-5A2504B6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e686d4fa054e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CA90BA1-A9DF-47F8-A065-E073DA46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Spolspänning i vila">
            <a:extLst xmlns:a="http://schemas.openxmlformats.org/drawingml/2006/main">
              <a:ext uri="{FF2B5EF4-FFF2-40B4-BE49-F238E27FC236}">
                <a16:creationId xmlns:a16="http://schemas.microsoft.com/office/drawing/2014/main" id="{5712460A-4D6A-4A8B-BF89-9B58495E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 i vila</a:t>
            </a:r>
          </a:p>
        </p:txBody>
      </p:sp>
      <p:sp>
        <p:nvSpPr>
          <p:cNvPr id="4" name="I 12 V-hållkretsen är STOPP sluten, START öppen och K1 opåverkad.">
            <a:extLst xmlns:a="http://schemas.openxmlformats.org/drawingml/2006/main">
              <a:ext uri="{FF2B5EF4-FFF2-40B4-BE49-F238E27FC236}">
                <a16:creationId xmlns:a16="http://schemas.microsoft.com/office/drawing/2014/main" id="{BAB62638-F208-4838-BD91-5DA578E4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12 V-hållkretsen är STOPP sluten, START öppen och K1 opåverkad. Returen är hel. Vilken spänning ligger över K1-spolen (idealt)?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C387A42-C157-4BAB-AFFD-5DA6D17B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0DEECAF7-E1F7-4F44-A22A-01937AEC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i vila med S0 sluten och S1 öp" descr="Hållkrets i vila med S0 sluten och S1 öppen; spänningen över K1-spol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f4cbb8b2f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2404897F-33BB-48E5-9D66-9CD013FD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Uspole = Vmatningssida − Vretur">
            <a:extLst xmlns:a="http://schemas.openxmlformats.org/drawingml/2006/main">
              <a:ext uri="{FF2B5EF4-FFF2-40B4-BE49-F238E27FC236}">
                <a16:creationId xmlns:a16="http://schemas.microsoft.com/office/drawing/2014/main" id="{C0D48020-BCA3-4F45-BBFC-E63BF2AB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Uspole = Vmatningssida − Vretur</a:t>
            </a:r>
          </a:p>
        </p:txBody>
      </p:sp>
      <p:sp>
        <p:nvSpPr>
          <p:cNvPr id="11" name="Slutna ideala kontakter har försumbart spänningsfall. Hela källsp">
            <a:extLst xmlns:a="http://schemas.openxmlformats.org/drawingml/2006/main">
              <a:ext uri="{FF2B5EF4-FFF2-40B4-BE49-F238E27FC236}">
                <a16:creationId xmlns:a16="http://schemas.microsoft.com/office/drawing/2014/main" id="{1E5B62C5-AB0D-4A39-BB4E-6EC16476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Slutna ideala kontakter har försumbart spänningsfall. Vilken potential har spolens två sidor?</a:t>
            </a:r>
          </a:p>
        </p:txBody>
      </p:sp>
      <p:sp>
        <p:nvSpPr>
          <p:cNvPr id="12" name="Förutsättningar: 12 V-krets, START och STOPP slutna, hel retur.">
            <a:extLst xmlns:a="http://schemas.openxmlformats.org/drawingml/2006/main">
              <a:ext uri="{FF2B5EF4-FFF2-40B4-BE49-F238E27FC236}">
                <a16:creationId xmlns:a16="http://schemas.microsoft.com/office/drawing/2014/main" id="{1504AB09-11AB-4EA7-B3D2-BD4B6915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V, START och STOPP slutna, hel retur.</a:t>
            </a:r>
          </a:p>
        </p:txBody>
      </p:sp>
      <p:sp>
        <p:nvSpPr>
          <p:cNvPr id="13" name="Arbetsgång: Följ den slutna strömvägen och ange potentialen på sp">
            <a:extLst xmlns:a="http://schemas.openxmlformats.org/drawingml/2006/main">
              <a:ext uri="{FF2B5EF4-FFF2-40B4-BE49-F238E27FC236}">
                <a16:creationId xmlns:a16="http://schemas.microsoft.com/office/drawing/2014/main" id="{E5C3AB66-B4F3-4142-8459-04D7BCED4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den slutna strömvägen och ange potentialen på spolens båda sidor.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C88287DE-55B7-499B-B288-1425BB1E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b295709908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70DF84EA-B23A-4272-B600-0263A152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polspänning under start">
            <a:extLst xmlns:a="http://schemas.openxmlformats.org/drawingml/2006/main">
              <a:ext uri="{FF2B5EF4-FFF2-40B4-BE49-F238E27FC236}">
                <a16:creationId xmlns:a16="http://schemas.microsoft.com/office/drawing/2014/main" id="{77ED963A-E58A-4897-9AA4-580818E2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 under start</a:t>
            </a:r>
          </a:p>
        </p:txBody>
      </p:sp>
      <p:sp>
        <p:nvSpPr>
          <p:cNvPr id="4" name="Samma krets. START sluts, STOPP och retur är hela. Vilken ideal s">
            <a:extLst xmlns:a="http://schemas.openxmlformats.org/drawingml/2006/main">
              <a:ext uri="{FF2B5EF4-FFF2-40B4-BE49-F238E27FC236}">
                <a16:creationId xmlns:a16="http://schemas.microsoft.com/office/drawing/2014/main" id="{97B5C1FA-3D6F-486A-B603-1584CAE3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krets. START sluts, och STOPP och returen är hela. Vilken spänning ligger över K1-spolen (idealt)?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94D7739-C8D8-4E7F-96A6-BECCDF9C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64C36AD-25F5-49DA-B135-2DBE8F29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där S1 hålls sluten; spänninge" descr="Hållkrets där S1 hålls sluten; spänningen över K1-spol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69140ee7b4b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94C7B0-8EFF-4591-A545-D3EB02A8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Uöppen kontakt = Vföre − Vefter">
            <a:extLst xmlns:a="http://schemas.openxmlformats.org/drawingml/2006/main">
              <a:ext uri="{FF2B5EF4-FFF2-40B4-BE49-F238E27FC236}">
                <a16:creationId xmlns:a16="http://schemas.microsoft.com/office/drawing/2014/main" id="{7FADA67A-FC72-4C11-A7C0-9355026B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Uöppen kontakt = Vföre − Vefter</a:t>
            </a:r>
          </a:p>
        </p:txBody>
      </p:sp>
      <p:sp>
        <p:nvSpPr>
          <p:cNvPr id="11" name="Öppen serieväg ger I = 0. Lasten får då inget resistivt spännings">
            <a:extLst xmlns:a="http://schemas.openxmlformats.org/drawingml/2006/main">
              <a:ext uri="{FF2B5EF4-FFF2-40B4-BE49-F238E27FC236}">
                <a16:creationId xmlns:a16="http://schemas.microsoft.com/office/drawing/2014/main" id="{AE4EF94C-CAC8-40A1-B8F8-2E09086F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Öppen serieväg ger I = 0. Vad betyder det för spänningsfallet i spolen?</a:t>
            </a:r>
          </a:p>
        </p:txBody>
      </p:sp>
      <p:sp>
        <p:nvSpPr>
          <p:cNvPr id="12" name="Förutsättningar: 12 V, START sluten, STOPP öppen och hel retur ge">
            <a:extLst xmlns:a="http://schemas.openxmlformats.org/drawingml/2006/main">
              <a:ext uri="{FF2B5EF4-FFF2-40B4-BE49-F238E27FC236}">
                <a16:creationId xmlns:a16="http://schemas.microsoft.com/office/drawing/2014/main" id="{7B509D49-B1A2-4C13-8CD4-7AB2D85C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V, START sluten, STOPP öppen och hel retur genom spolen. Ledningar och kontakter är ideala.</a:t>
            </a:r>
          </a:p>
        </p:txBody>
      </p:sp>
      <p:sp>
        <p:nvSpPr>
          <p:cNvPr id="13" name="Arbetsgång: Ange potential på STOPP-kontaktens båda sidor. Beräkn">
            <a:extLst xmlns:a="http://schemas.openxmlformats.org/drawingml/2006/main">
              <a:ext uri="{FF2B5EF4-FFF2-40B4-BE49-F238E27FC236}">
                <a16:creationId xmlns:a16="http://schemas.microsoft.com/office/drawing/2014/main" id="{13A47EFA-54D7-4A67-9D15-244863D8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potential på STOPP-kontaktens båda sidor. Beräkna deras skillnad.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6A423FCE-98CD-44E8-8403-F1EF9B18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e0bdbbdb545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56C1D07-8200-4C06-9C20-94B0266A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pänning över STOPP">
            <a:extLst xmlns:a="http://schemas.openxmlformats.org/drawingml/2006/main">
              <a:ext uri="{FF2B5EF4-FFF2-40B4-BE49-F238E27FC236}">
                <a16:creationId xmlns:a16="http://schemas.microsoft.com/office/drawing/2014/main" id="{830E4F06-BD80-404F-AE38-FB168EB2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över STOPP</a:t>
            </a:r>
          </a:p>
        </p:txBody>
      </p:sp>
      <p:sp>
        <p:nvSpPr>
          <p:cNvPr id="4" name="START hålls sluten medan STOPP öppnas. Matningen är 12 V och retu">
            <a:extLst xmlns:a="http://schemas.openxmlformats.org/drawingml/2006/main">
              <a:ext uri="{FF2B5EF4-FFF2-40B4-BE49-F238E27FC236}">
                <a16:creationId xmlns:a16="http://schemas.microsoft.com/office/drawing/2014/main" id="{F73E7665-B487-4B53-B770-CAD2F7ED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 hålls sluten medan STOPP öppnas. Matningen är 12 V och returen är hel. Vilken spänning ligger över den öppna STOPP-kontakten (idealt)?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BED508-D47F-4D18-B6D2-931ECED9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BF36CD2-2635-4816-BF7F-F275E5B3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där S1 hålls sluten och S0 öpp" descr="Hållkrets där S1 hålls sluten och S0 öppnas; spänningen över S0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081c206f346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17C7719B-1947-4351-AA2A-EB5B9AB3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Dokumentrevision visar vilken version som gäller">
            <a:extLst xmlns:a="http://schemas.openxmlformats.org/drawingml/2006/main">
              <a:ext uri="{FF2B5EF4-FFF2-40B4-BE49-F238E27FC236}">
                <a16:creationId xmlns:a16="http://schemas.microsoft.com/office/drawing/2014/main" id="{90ABBA9C-B808-4EC8-974B-0A7D237B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Dokumentrevision visar vilken version som gäller</a:t>
            </a:r>
          </a:p>
        </p:txBody>
      </p:sp>
      <p:sp>
        <p:nvSpPr>
          <p:cNvPr id="11" name="En avvikelse mellan ritning och anläggning kan göra tolkningen os">
            <a:extLst xmlns:a="http://schemas.openxmlformats.org/drawingml/2006/main">
              <a:ext uri="{FF2B5EF4-FFF2-40B4-BE49-F238E27FC236}">
                <a16:creationId xmlns:a16="http://schemas.microsoft.com/office/drawing/2014/main" id="{6CB06B63-C74F-4A89-97FC-4903DD6B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ritningen och anläggningen inte stämmer går det inte att lita på tolkningen.</a:t>
            </a:r>
          </a:p>
        </p:txBody>
      </p:sp>
      <p:sp>
        <p:nvSpPr>
          <p:cNvPr id="12" name="Förutsättningar: Ritningen saknar revision. K2 finns fysiskt men ">
            <a:extLst xmlns:a="http://schemas.openxmlformats.org/drawingml/2006/main">
              <a:ext uri="{FF2B5EF4-FFF2-40B4-BE49-F238E27FC236}">
                <a16:creationId xmlns:a16="http://schemas.microsoft.com/office/drawing/2014/main" id="{5649FB96-876D-4E9E-9B61-FB242933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Ritningen saknar revisionsuppgift. K2 finns i anläggningen men inte i schemat.</a:t>
            </a:r>
          </a:p>
        </p:txBody>
      </p:sp>
      <p:sp>
        <p:nvSpPr>
          <p:cNvPr id="13" name="Arbetsgång: Beskriv osäkerheten och vem som behöver klarlägga gil">
            <a:extLst xmlns:a="http://schemas.openxmlformats.org/drawingml/2006/main">
              <a:ext uri="{FF2B5EF4-FFF2-40B4-BE49-F238E27FC236}">
                <a16:creationId xmlns:a16="http://schemas.microsoft.com/office/drawing/2014/main" id="{88FA706F-BF5B-4D30-94FC-3196B25B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osäkerheten och vem som måste reda ut vilken ritning som gäller och uppdatera den innan arbetet fortsätter.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ECAAF53-C047-41E3-AA5E-122939E2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5c3c6e1025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97C9A7BC-825C-43FB-B0ED-77128D73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Brist i en ritning">
            <a:extLst xmlns:a="http://schemas.openxmlformats.org/drawingml/2006/main">
              <a:ext uri="{FF2B5EF4-FFF2-40B4-BE49-F238E27FC236}">
                <a16:creationId xmlns:a16="http://schemas.microsoft.com/office/drawing/2014/main" id="{EB6500C1-AD8F-41B2-B375-7614A58C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Brist i en ritning</a:t>
            </a:r>
          </a:p>
        </p:txBody>
      </p:sp>
      <p:sp>
        <p:nvSpPr>
          <p:cNvPr id="4" name="En ritning saknar revision och apparaten K2 finns på plats men in">
            <a:extLst xmlns:a="http://schemas.openxmlformats.org/drawingml/2006/main">
              <a:ext uri="{FF2B5EF4-FFF2-40B4-BE49-F238E27FC236}">
                <a16:creationId xmlns:a16="http://schemas.microsoft.com/office/drawing/2014/main" id="{E15071CF-06D0-4255-B676-0D98C1B0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ritning saknar revisionsuppgift, och apparaten K2 finns på plats men inte i schemat. Vilken slutsats drar du och vad gör du?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B257CC-17A2-4F4F-8039-D02731E2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D340FA69-F598-42BC-9B98-E0B41E39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d55624a1c4d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0580D73E-2105-47F7-9FDF-9EAF0AA6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Tillstånd: 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C00DF40-C3E9-4A63-8867-AABA55AE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Tillstånd: vila, start, hållning och stopp</a:t>
            </a:r>
          </a:p>
        </p:txBody>
      </p:sp>
      <p:sp>
        <p:nvSpPr>
          <p:cNvPr id="11" name="K1 drar vid matad spole och släpper utan matning. NO-hållkontakte">
            <a:extLst xmlns:a="http://schemas.openxmlformats.org/drawingml/2006/main">
              <a:ext uri="{FF2B5EF4-FFF2-40B4-BE49-F238E27FC236}">
                <a16:creationId xmlns:a16="http://schemas.microsoft.com/office/drawing/2014/main" id="{46ADA644-7B4D-4CED-A609-68DE1FB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spolen får spänning och släpper när den blir strömlös. Hållkontakten följer K1.</a:t>
            </a:r>
          </a:p>
        </p:txBody>
      </p:sp>
      <p:sp>
        <p:nvSpPr>
          <p:cNvPr id="12" name="Förutsättningar: S0 STOPP är NC och ligger i serie med S1 START p">
            <a:extLst xmlns:a="http://schemas.openxmlformats.org/drawingml/2006/main">
              <a:ext uri="{FF2B5EF4-FFF2-40B4-BE49-F238E27FC236}">
                <a16:creationId xmlns:a16="http://schemas.microsoft.com/office/drawing/2014/main" id="{5FD0978B-6702-48BF-A7CB-503EF420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STOPP-knappen S0 (NC) ligger i serie med START-knappen S1, som i sin tur ligger parallellt med K1:s hållkontakt (NO). Returen är hel.</a:t>
            </a:r>
          </a:p>
        </p:txBody>
      </p:sp>
      <p:sp>
        <p:nvSpPr>
          <p:cNvPr id="13" name="Arbetsgång: Beskriv kontaktlägen och strömväg i varje tillstånd. ">
            <a:extLst xmlns:a="http://schemas.openxmlformats.org/drawingml/2006/main">
              <a:ext uri="{FF2B5EF4-FFF2-40B4-BE49-F238E27FC236}">
                <a16:creationId xmlns:a16="http://schemas.microsoft.com/office/drawing/2014/main" id="{F8387F16-3748-4958-A3F8-B84FF709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kontakternas lägen och strömvägen i varje läge och förklara vad som ändras när en knapp släpps.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9FDC0875-8662-42ED-ABD3-F681856A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eef74170941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D6EFC11B-C662-44A3-821B-F40876B1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Kort funktionsbeskrivning">
            <a:extLst xmlns:a="http://schemas.openxmlformats.org/drawingml/2006/main">
              <a:ext uri="{FF2B5EF4-FFF2-40B4-BE49-F238E27FC236}">
                <a16:creationId xmlns:a16="http://schemas.microsoft.com/office/drawing/2014/main" id="{08A9136A-6F94-4562-98A6-46B18B07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Kort funktionsbeskrivning</a:t>
            </a:r>
          </a:p>
        </p:txBody>
      </p:sp>
      <p:sp>
        <p:nvSpPr>
          <p:cNvPr id="4" name="Beskriv hållkretsen i ord för vila, start, hållning och stopp.">
            <a:extLst xmlns:a="http://schemas.openxmlformats.org/drawingml/2006/main">
              <a:ext uri="{FF2B5EF4-FFF2-40B4-BE49-F238E27FC236}">
                <a16:creationId xmlns:a16="http://schemas.microsoft.com/office/drawing/2014/main" id="{C022B008-193A-4877-A43A-175D964D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 hållkretsen i ord för vila, start, hållning och stopp.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2781F70-70E7-46E4-9301-EA9B527B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186002CF-89FD-4856-ABF1-ED01A598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3e18b47e441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EE77861F-92E1-492C-A2A3-E4994C45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punkter och vilket driftläge hör till ditt förväntade m">
            <a:extLst xmlns:a="http://schemas.openxmlformats.org/drawingml/2006/main">
              <a:ext uri="{FF2B5EF4-FFF2-40B4-BE49-F238E27FC236}">
                <a16:creationId xmlns:a16="http://schemas.microsoft.com/office/drawing/2014/main" id="{7BA2B38A-1C9F-43EA-B5CF-2B95E1C9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punkter och vilket driftläge hör till ditt förväntade mätvärde?</a:t>
            </a:r>
          </a:p>
        </p:txBody>
      </p:sp>
      <p:sp>
        <p:nvSpPr>
          <p:cNvPr id="4" name="Lämna schemauppgiften senast söndag 25 oktober. Använd hållkretse">
            <a:extLst xmlns:a="http://schemas.openxmlformats.org/drawingml/2006/main">
              <a:ext uri="{FF2B5EF4-FFF2-40B4-BE49-F238E27FC236}">
                <a16:creationId xmlns:a16="http://schemas.microsoft.com/office/drawing/2014/main" id="{DA1DDED3-2F54-4F30-8D3C-642EF5E9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schemauppgiften senast söndag 25 oktober. Använd hållkretsen som underlag och redovisa funktion, komponenter, mätpunkter och dokumentrevision.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033D7B4-6656-4A76-B240-1C377D16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d7cc590f6541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50AFBC8A-C831-4CB5-87B7-78A80970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40B18E50-8B7A-4434-928E-AF7619D1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IEC: IEC 60617, symboler för elscheman">
            <a:extLst xmlns:a="http://schemas.openxmlformats.org/drawingml/2006/main">
              <a:ext uri="{FF2B5EF4-FFF2-40B4-BE49-F238E27FC236}">
                <a16:creationId xmlns:a16="http://schemas.microsoft.com/office/drawing/2014/main" id="{D187F204-37C9-455E-8419-9CCF269D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b907cb5729d4863"/>
              </a:rPr>
              <a:t>IEC: IEC 60617, symboler för elscheman</a:t>
            </a:r>
          </a:p>
        </p:txBody>
      </p:sp>
      <p:sp>
        <p:nvSpPr>
          <p:cNvPr id="5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15080258-FAFA-476A-B086-D94F4699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47ae967b61449ee"/>
              </a:rPr>
              <a:t>Fluke: multimeterns funktioner och mätning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B62A67AA-32EB-4202-87AC-709BCC07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8515475d024d6c"/>
              </a:rPr>
              <a:t>Schneider Electric: samordning av skydd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FA1AC450-D6A2-4EF2-AB27-89620379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2026-09-20T20:10:07.0240000Z</dcterms:created>
  <dcterms:modified xsi:type="dcterms:W3CDTF">2026-09-20T20:10:07.0240000Z</dcterms:modified>
</coreProperties>
</file>