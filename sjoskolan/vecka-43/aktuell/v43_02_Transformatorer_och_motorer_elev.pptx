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ofta något långsammare än 1 500 r/min vid 50 Hz?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52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enfastransformator: U₁ = 120 V, N₁ = 600, N₂ = 120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120 · 120/600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48/120 = 0,40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120 · 0,40 =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N₁ och N₂ är antal varv i respektive lindning. Index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varvförhållandet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U₁I₁ = U₂I₂     I₁ = U₂I₂/U₁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Produkterna är skenbar effekt i VA. För en resistiv last är de även aktiv effekt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sekundärsidans VA och dividera med primärspänningen. Håll isär primär och sekundär.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 V och 3 A. Primärspänningen är 240 V. Bestäm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40 V" descr="Ideal transformator med last: U1 = 24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 är magnetfältets synkrona varvtal i r/min. f anges i Hz och p är antal poler.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 f = 50 Hz. p betyder inte polpar i denna formel.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dividera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synkront varvtal vid samma elektriska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sex som p. Ange r/min, eftersom formeln redan innehåller omräkningen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 s är eftersläpning som andel av fältets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arbetar i motordrift.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nₛ först. Beräkna sedan skillnaden som andel av nₛ och omvandla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Lagrad energi kan finnas i DC-mellanledet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Tillverkarens väntetid och verifiering styr säkert arbete.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Rotorns verkliga varvtal kräver även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matningsfrekvens 40 Hz. Uppgiften efterfrågar endast det synkrona varvtalet.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omriktarens 40 Hz och samma poltal. Blanda inte in ett antaget rotorvarvtal.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linjespänning för de två driftkopplingarna.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Δ-märkspänning. Frågan gäller märkdrift, inte ett komplett startval.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är avsedd för Δ-märkdrift vid denna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Likriktare, DC-mellanled och växelriktare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Likriktaren omvandlar nät-AC till DC. Mellanledet lagrar energi. Växelriktaren formar motorutgången.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spänningsmatad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/Pᵢₙ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verkningsgrad. Samma effektenhet ska användas i kvoten och subtraktionen.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Pᵢₙ = 4,0 kW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samma driftfall.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 med inmatning och multiplicera med 100 för procent. Beräkna förlusten separat.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Mekanisk belastning, elektrisk matning och skyddsinställning kan påverka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löser upprepade gånger. Inga mätdata visar ännu vilken orsak som gäller.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skilda hypoteser och ange data som kan skilja dem, exempelvis fasströmmar och lastförlopp.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löser upprepade gånger på överlast. Föreslå två olika felområden och vilken information som kan skilja dem.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