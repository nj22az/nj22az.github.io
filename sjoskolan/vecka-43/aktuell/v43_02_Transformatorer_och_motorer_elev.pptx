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807577df534923" /><Relationship Type="http://schemas.openxmlformats.org/officeDocument/2006/relationships/extended-properties" Target="/docProps/app.xml" Id="R5526252eb8614a7f" /><Relationship Type="http://schemas.openxmlformats.org/officeDocument/2006/relationships/officeDocument" Target="/ppt/presentation.xml" Id="R3b9d6d8f70c041c1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64a2a02ee90f4e21" /><ns0:Relationship Type="http://schemas.openxmlformats.org/officeDocument/2006/relationships/slideMaster" Target="/ppt/slideMasters/slideMaster1.xml" Id="Re7ce7aec5e64478f" /><ns0:Relationship Type="http://schemas.openxmlformats.org/officeDocument/2006/relationships/presProps" Target="/ppt/presProps.xml" Id="R21aa9442cc564088" /><ns0:Relationship Type="http://schemas.openxmlformats.org/officeDocument/2006/relationships/viewProps" Target="/ppt/viewProps.xml" Id="R89246434a23d45e2" /><ns0:Relationship Type="http://schemas.openxmlformats.org/officeDocument/2006/relationships/tableStyles" Target="/ppt/tableStyles.xml" Id="R2eb9c4df10c94e65" /><ns0:Relationship Type="http://schemas.openxmlformats.org/officeDocument/2006/relationships/slide" Target="/ppt/slides/slide1.xml" Id="R631df4510d9048d6" /><ns0:Relationship Type="http://schemas.openxmlformats.org/officeDocument/2006/relationships/slide" Target="/ppt/slides/slide2.xml" Id="R4e1055336f8c471d" /><ns0:Relationship Type="http://schemas.openxmlformats.org/officeDocument/2006/relationships/slide" Target="/ppt/slides/slide3.xml" Id="Rd18b93613b1a4128" /><ns0:Relationship Type="http://schemas.openxmlformats.org/officeDocument/2006/relationships/slide" Target="/ppt/slides/slide4.xml" Id="R35161886395c4094" /><ns0:Relationship Type="http://schemas.openxmlformats.org/officeDocument/2006/relationships/slide" Target="/ppt/slides/slide5.xml" Id="R61687d0a5fb94bc1" /><ns0:Relationship Type="http://schemas.openxmlformats.org/officeDocument/2006/relationships/slide" Target="/ppt/slides/slide6.xml" Id="R932b26cfc83e4740" /><ns0:Relationship Type="http://schemas.openxmlformats.org/officeDocument/2006/relationships/slide" Target="/ppt/slides/slide7.xml" Id="Rffa6f645a7f44789" /><ns0:Relationship Type="http://schemas.openxmlformats.org/officeDocument/2006/relationships/slide" Target="/ppt/slides/slide8.xml" Id="R00bb6c68d24c4e74" /><ns0:Relationship Type="http://schemas.openxmlformats.org/officeDocument/2006/relationships/slide" Target="/ppt/slides/slide9.xml" Id="R3ac6deb4171948d1" /><ns0:Relationship Type="http://schemas.openxmlformats.org/officeDocument/2006/relationships/slide" Target="/ppt/slides/slide10.xml" Id="Ra63d1916c68a4a7a" /><ns0:Relationship Type="http://schemas.openxmlformats.org/officeDocument/2006/relationships/slide" Target="/ppt/slides/slide11.xml" Id="R842eb32f8f8f484e" /><ns0:Relationship Type="http://schemas.openxmlformats.org/officeDocument/2006/relationships/slide" Target="/ppt/slides/slide12.xml" Id="R02a3696f8d5f4fdd" /><ns0:Relationship Type="http://schemas.openxmlformats.org/officeDocument/2006/relationships/slide" Target="/ppt/slides/slide13.xml" Id="R87a734932e204bf8" /><ns0:Relationship Type="http://schemas.openxmlformats.org/officeDocument/2006/relationships/slide" Target="/ppt/slides/slide14.xml" Id="R453fa2c1ed9e4017" /><ns0:Relationship Type="http://schemas.openxmlformats.org/officeDocument/2006/relationships/slide" Target="/ppt/slides/slide15.xml" Id="Raccadb4fd7364ee8" /><ns0:Relationship Type="http://schemas.openxmlformats.org/officeDocument/2006/relationships/slide" Target="/ppt/slides/slide16.xml" Id="Rb9301ac8780d4a5a" /><ns0:Relationship Type="http://schemas.openxmlformats.org/officeDocument/2006/relationships/slide" Target="/ppt/slides/slide17.xml" Id="R5c69a9de08c345bf" /><ns0:Relationship Type="http://schemas.openxmlformats.org/officeDocument/2006/relationships/slide" Target="/ppt/slides/slide18.xml" Id="R49ea9ef861ad4f02" /><ns0:Relationship Type="http://schemas.openxmlformats.org/officeDocument/2006/relationships/slide" Target="/ppt/slides/slide19.xml" Id="R2e2640b3839341f6" /><ns0:Relationship Type="http://schemas.openxmlformats.org/officeDocument/2006/relationships/slide" Target="/ppt/slides/slide20.xml" Id="R184eac362bab4cf9" /><ns0:Relationship Type="http://schemas.openxmlformats.org/officeDocument/2006/relationships/slide" Target="/ppt/slides/slide21.xml" Id="R7795811655654cd0" /><ns0:Relationship Type="http://schemas.openxmlformats.org/officeDocument/2006/relationships/slide" Target="/ppt/slides/slide22.xml" Id="R9975a573a1b84305" /><ns0:Relationship Type="http://schemas.openxmlformats.org/officeDocument/2006/relationships/slide" Target="/ppt/slides/slide23.xml" Id="Rc9611bb9b9624aac" /><ns0:Relationship Type="http://schemas.openxmlformats.org/officeDocument/2006/relationships/slide" Target="/ppt/slides/slide24.xml" Id="R28f246df837d418f" /><ns0:Relationship Type="http://schemas.openxmlformats.org/officeDocument/2006/relationships/slide" Target="/ppt/slides/slide25.xml" Id="Rf275dd37e2124ef3" /><ns0:Relationship Type="http://schemas.openxmlformats.org/officeDocument/2006/relationships/slide" Target="/ppt/slides/slide26.xml" Id="R7f97ba08406b4177" /><ns0:Relationship Type="http://schemas.openxmlformats.org/officeDocument/2006/relationships/slide" Target="/ppt/slides/slide27.xml" Id="R48481c2ecfbf4def" /><ns0:Relationship Type="http://schemas.openxmlformats.org/officeDocument/2006/relationships/slide" Target="/ppt/slides/slide28.xml" Id="R23deaeae18224720" /><ns0:Relationship Type="http://schemas.openxmlformats.org/officeDocument/2006/relationships/slide" Target="/ppt/slides/slide29.xml" Id="R40d02e114b8640ee" /><ns0:Relationship Type="http://schemas.openxmlformats.org/officeDocument/2006/relationships/slide" Target="/ppt/slides/slide30.xml" Id="Rc8f1850b236c4a18" /><ns0:Relationship Type="http://schemas.openxmlformats.org/officeDocument/2006/relationships/slide" Target="/ppt/slides/slide31.xml" Id="R0304c047608c4827" /><ns0:Relationship Type="http://schemas.openxmlformats.org/officeDocument/2006/relationships/slide" Target="/ppt/slides/slide32.xml" Id="Ra64d8f6558c84dd6" /><ns0:Relationship Type="http://schemas.openxmlformats.org/officeDocument/2006/relationships/slide" Target="/ppt/slides/slide33.xml" Id="R5b0c8b77c22f4181" /><ns0:Relationship Type="http://schemas.openxmlformats.org/officeDocument/2006/relationships/slide" Target="/ppt/slides/slide34.xml" Id="R0fb38f1c4aa44fa8" /><ns0:Relationship Type="http://schemas.openxmlformats.org/officeDocument/2006/relationships/slide" Target="/ppt/slides/slide35.xml" Id="R1afcb47bd0214444" /><ns0:Relationship Type="http://schemas.openxmlformats.org/officeDocument/2006/relationships/slide" Target="/ppt/slides/slide36.xml" Id="Rccb60e5352464b0f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601184f764f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d83f794d24c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15dd89f2a340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dd11810cc640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d36a17e4b142e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a7be9df814a0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996ba49ed548b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6e9ce1875a426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c9290515c4a6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c446716fdc4b8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9b3df718964726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0d464c6ef14b2d" /><Relationship Type="http://schemas.openxmlformats.org/officeDocument/2006/relationships/slideLayout" Target="/ppt/slideLayouts/slideLayout1.xml" Id="R2ba018abf7bb4aa6" /><Relationship Type="http://schemas.openxmlformats.org/officeDocument/2006/relationships/slideLayout" Target="/ppt/slideLayouts/slideLayout2.xml" Id="Re982b11b204f4d00" /><Relationship Type="http://schemas.openxmlformats.org/officeDocument/2006/relationships/slideLayout" Target="/ppt/slideLayouts/slideLayout3.xml" Id="Rdd82a65ed26446c3" /><Relationship Type="http://schemas.openxmlformats.org/officeDocument/2006/relationships/slideLayout" Target="/ppt/slideLayouts/slideLayout4.xml" Id="Re81128181f074cc0" /><Relationship Type="http://schemas.openxmlformats.org/officeDocument/2006/relationships/slideLayout" Target="/ppt/slideLayouts/slideLayout5.xml" Id="R87b81542e2534ab9" /><Relationship Type="http://schemas.openxmlformats.org/officeDocument/2006/relationships/slideLayout" Target="/ppt/slideLayouts/slideLayout6.xml" Id="R22305fbeae21459d" /><Relationship Type="http://schemas.openxmlformats.org/officeDocument/2006/relationships/slideLayout" Target="/ppt/slideLayouts/slideLayout7.xml" Id="R453c5ebe014d4b57" /><Relationship Type="http://schemas.openxmlformats.org/officeDocument/2006/relationships/slideLayout" Target="/ppt/slideLayouts/slideLayout8.xml" Id="R463fb2b9e53849ce" /><Relationship Type="http://schemas.openxmlformats.org/officeDocument/2006/relationships/slideLayout" Target="/ppt/slideLayouts/slideLayout9.xml" Id="Rf983b57437084f7f" /><Relationship Type="http://schemas.openxmlformats.org/officeDocument/2006/relationships/slideLayout" Target="/ppt/slideLayouts/slideLayout10.xml" Id="R86112e372960433b" /><Relationship Type="http://schemas.openxmlformats.org/officeDocument/2006/relationships/slideLayout" Target="/ppt/slideLayouts/slideLayout11.xml" Id="R4bb9e840d1eb40b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508b2ecedd48f7" /><ns0:Relationship Type="http://schemas.openxmlformats.org/officeDocument/2006/relationships/image" Target="/ppt/media/image.jpeg" Id="Rd5a1173389d24381" /><ns0:Relationship Type="http://schemas.openxmlformats.org/officeDocument/2006/relationships/image" Target="/ppt/media/image.png" Id="R4bc48190a4c34d3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6e0bd93d5f4cf9" /><ns0:Relationship Type="http://schemas.openxmlformats.org/officeDocument/2006/relationships/image" Target="/ppt/media/image.jpeg" Id="R40dce8b87a08447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38ebb657ae4cf8" /><ns0:Relationship Type="http://schemas.openxmlformats.org/officeDocument/2006/relationships/image" Target="/ppt/media/image.jpeg" Id="Rbe57176092394330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e81cb7920e47ec" /><ns0:Relationship Type="http://schemas.openxmlformats.org/officeDocument/2006/relationships/image" Target="/ppt/media/image.jpeg" Id="Rd8f21b68f3884b11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0ea6ee04a24576" /><ns0:Relationship Type="http://schemas.openxmlformats.org/officeDocument/2006/relationships/image" Target="/ppt/media/image.jpeg" Id="R30d70c131adf42f6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067f462996423b" /><ns0:Relationship Type="http://schemas.openxmlformats.org/officeDocument/2006/relationships/image" Target="/ppt/media/image.jpeg" Id="R8717906d3bf04b5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4b12b6ce774ef7" /><ns0:Relationship Type="http://schemas.openxmlformats.org/officeDocument/2006/relationships/image" Target="/ppt/media/image.jpeg" Id="Rcf1f794e26d149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152f75e1d94ac7" /><ns0:Relationship Type="http://schemas.openxmlformats.org/officeDocument/2006/relationships/image" Target="/ppt/media/image.jpeg" Id="Rcb9bd9d7c4b34bc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2ddafd5d2c43d3" /><ns0:Relationship Type="http://schemas.openxmlformats.org/officeDocument/2006/relationships/image" Target="/ppt/media/image.jpeg" Id="Rdd4a5b292f35421b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3f695f275b403e" /><ns0:Relationship Type="http://schemas.openxmlformats.org/officeDocument/2006/relationships/image" Target="/ppt/media/image.jpeg" Id="Re403918bcaf843d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653c8476d84d46" /><ns0:Relationship Type="http://schemas.openxmlformats.org/officeDocument/2006/relationships/image" Target="/ppt/media/image.jpeg" Id="R170950f00456435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1d8783d80b4cca" /><ns0:Relationship Type="http://schemas.openxmlformats.org/officeDocument/2006/relationships/image" Target="/ppt/media/image.jpeg" Id="R3b42084a886f4be4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385e6c195e4bb1" /><ns0:Relationship Type="http://schemas.openxmlformats.org/officeDocument/2006/relationships/image" Target="/ppt/media/image.jpeg" Id="R672c2c89408e42f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97da3f1bac4046" /><ns0:Relationship Type="http://schemas.openxmlformats.org/officeDocument/2006/relationships/image" Target="/ppt/media/image.jpeg" Id="R608ce6f117154dcb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bea2c9618c454d" /><ns0:Relationship Type="http://schemas.openxmlformats.org/officeDocument/2006/relationships/image" Target="/ppt/media/image.jpeg" Id="R187db86f6f39422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53d57924fa47e9" /><ns0:Relationship Type="http://schemas.openxmlformats.org/officeDocument/2006/relationships/image" Target="/ppt/media/image.jpeg" Id="Rac81004b8e974dd7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e32e7b4a124057" /><ns0:Relationship Type="http://schemas.openxmlformats.org/officeDocument/2006/relationships/image" Target="/ppt/media/image.jpeg" Id="Re7456d954cd948ae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e5ad50084e46c6" /><ns0:Relationship Type="http://schemas.openxmlformats.org/officeDocument/2006/relationships/image" Target="/ppt/media/image.jpeg" Id="R20aeb7da9ed94c55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2efb2fcdfb4efd" /><ns0:Relationship Type="http://schemas.openxmlformats.org/officeDocument/2006/relationships/image" Target="/ppt/media/image.jpeg" Id="R568e5a432b7f45cc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e14f9d690b4d31" /><ns0:Relationship Type="http://schemas.openxmlformats.org/officeDocument/2006/relationships/image" Target="/ppt/media/image.jpeg" Id="R3430da303aef474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37bcdd98c04a72" /><ns0:Relationship Type="http://schemas.openxmlformats.org/officeDocument/2006/relationships/image" Target="/ppt/media/image.jpeg" Id="Re453aaefc5044b47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8fbb5441914631" /><ns0:Relationship Type="http://schemas.openxmlformats.org/officeDocument/2006/relationships/image" Target="/ppt/media/image.jpeg" Id="Rae3c8d4772164895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b297ea5c2a44c2" /><ns0:Relationship Type="http://schemas.openxmlformats.org/officeDocument/2006/relationships/image" Target="/ppt/media/image.jpeg" Id="R5fa5c13ada92423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bd79a43be44e81" /><ns0:Relationship Type="http://schemas.openxmlformats.org/officeDocument/2006/relationships/image" Target="/ppt/media/image.jpeg" Id="Ra0a83f2107dd4c9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8e1e793d6e488c" /><ns0:Relationship Type="http://schemas.openxmlformats.org/officeDocument/2006/relationships/image" Target="/ppt/media/image.jpeg" Id="R28384f1ffeaa4f48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23e928c9904d5b" /><ns0:Relationship Type="http://schemas.openxmlformats.org/officeDocument/2006/relationships/image" Target="/ppt/media/image.jpeg" Id="R6d3d53f8c364424c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ee8127505a4568" /><ns0:Relationship Type="http://schemas.openxmlformats.org/officeDocument/2006/relationships/image" Target="/ppt/media/image.jpeg" Id="R9cb24d350ab248d9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d5edf3e7bc4331" /><ns0:Relationship Type="http://schemas.openxmlformats.org/officeDocument/2006/relationships/image" Target="/ppt/media/image.jpeg" Id="Rd7c6590f6b6247ca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c193457a2c45d3" /><ns0:Relationship Type="http://schemas.openxmlformats.org/officeDocument/2006/relationships/image" Target="/ppt/media/image.jpeg" Id="Rcb3df7b2a3c649b3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70391b22d44dd1" /><ns0:Relationship Type="http://schemas.openxmlformats.org/officeDocument/2006/relationships/image" Target="/ppt/media/image.jpeg" Id="R900c8731ce464053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25bfef229b4212" /><ns0:Relationship Type="http://schemas.openxmlformats.org/officeDocument/2006/relationships/image" Target="/ppt/media/image.jpeg" Id="Rc099b2958da847c5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21710b2d8248d3" /><ns0:Relationship Type="http://schemas.openxmlformats.org/officeDocument/2006/relationships/image" Target="/ppt/media/image.jpeg" Id="R9e1b7d59e81b4e23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335550eacb4f6f" /><ns0:Relationship Type="http://schemas.openxmlformats.org/officeDocument/2006/relationships/image" Target="/ppt/media/image.jpeg" Id="R83acb20d51034f51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bf4e95cf744fd6" /><ns0:Relationship Type="http://schemas.openxmlformats.org/officeDocument/2006/relationships/image" Target="/ppt/media/image.jpeg" Id="Rb3ca50edd6544078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12ee86e7a04680" /><ns0:Relationship Type="http://schemas.openxmlformats.org/officeDocument/2006/relationships/image" Target="/ppt/media/image.jpeg" Id="Rf6671541d0d64f48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381ff3d1c1448c" /><ns0:Relationship Type="http://schemas.openxmlformats.org/officeDocument/2006/relationships/image" Target="/ppt/media/image.jpeg" Id="Racab9fa9713449b8" /><ns0:Relationship Type="http://schemas.openxmlformats.org/officeDocument/2006/relationships/hyperlink" Target="https://library.e.abb.com/public/e670a466d31e469a80e653b759f40091/ACS580_technical_eBook_3AUA0000197173 RevB_EN.pdf" TargetMode="External" Id="Rd7ff0ca983444469" /><ns0:Relationship Type="http://schemas.openxmlformats.org/officeDocument/2006/relationships/hyperlink" Target="https://library.e.abb.com/public/85bb7f53868f4d549e537374c191838b/EN_ACS260-04_B_A4.pdf" TargetMode="External" Id="R57ee33b86db6455a" /><ns0:Relationship Type="http://schemas.openxmlformats.org/officeDocument/2006/relationships/hyperlink" Target="https://www.electrical-installation.org/enwiki/Installed_apparent_power_%28kVA%29" TargetMode="External" Id="R2fe6b0d7a08b4432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ofta något långsammare än 1 500 r/min vid 50 Hz?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 = N₁/N₂     U₁I₁ = 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till 23 V ger omsättningen 10:1.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 A på sekundären motsvarar idealt 0,20 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och fyra poler ger nₛ = 1 500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 = 1 500 och n = 1 440 r/min ger s = 0,04 = 4 %.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enfastransformator: U₁ = 120 V, N₁ = 600, N₂ = 120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120 · 120/600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48/120 = 0,40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120 · 0,40 =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N₁ och N₂ är antal varv i respektive lindning. Index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varvförhållandet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 = 1 000 varv och N₂ = 100 varv. U₁ = 230 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U₁I₁ = U₂I₂     I₁ = U₂I₂/U₁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Produkterna är skenbar effekt i VA. För en resistiv last är de även aktiv effekt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U₂ = 24 V, I₂ = 3 A och U₁ = 240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sekundärsidans VA och dividera med primärspänningen. Håll isär primär och sekundär.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240 V. Bestäm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 är magnetfältets synkrona varvtal i r/min. f anges i Hz och p är antal poler.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 f = 50 Hz. p betyder inte polpar i denna formel.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dividera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synkront varvtal vid samma elektriska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sex som p. Ange r/min, eftersom formeln redan innehåller omräkningen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 s är eftersläpning som andel av fältets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arbetar i motordrift.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nₛ först. Beräkna sedan skillnaden som andel av nₛ och omvandla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400/690 V Δ/Y-motor kan vara kandidat vid 400 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Lagrad energi kan finnas i DC-mellanledet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Tillverkarens väntetid och verifiering styr säkert arbete.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sexpolig motor matas med 60 Hz. Rotorn går med 1 140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60/6 = 1 200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1 200 − 1 140 = 60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60/1 200 = 5 %.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sex poler, inte tre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Rotorns verkliga varvtal kräver även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matningsfrekvens 40 Hz. Uppgiften efterfrågar endast det synkrona varvtalet.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omriktarens 40 Hz och samma poltal. Blanda inte in ett antaget rotorvarvtal.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ᴸ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Ugren = Uᴸ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linjespänning för de två driftkopplingarna.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Δ-märkspänning. Frågan gäller märkdrift, inte ett komplett startval.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är avsedd för Δ-märkdrift vid denna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Likriktare, DC-mellanled och växelriktare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Likriktaren omvandlar nät-AC till DC. Mellanledet lagrar energi. Växelriktaren formar motorutgången.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spänningsmatad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Paxel/Pᵢₙ     Pförlust = Pᵢₙ − Paxel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är verkningsgrad. Samma effektenhet ska användas i kvoten och subtraktionen.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Pᵢₙ = 4,0 kW och Paxel = 3,4 kW gäller samma driftfall.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uteffekt med inmatning och multiplicera med 100 för procent. Beräkna förlusten separat.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 och förlust.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Mekanisk belastning, elektrisk matning och skyddsinställning kan påverka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löser upprepade gånger. Inga mätdata visar ännu vilken orsak som gäller.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skilda hypoteser och ange data som kan skilja dem, exempelvis fasströmmar och lastförlopp.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löser upprepade gånger på överlast. Föreslå två olika felområden och vilken information som kan skilja dem.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F82C6B1B-7011-4A56-AFF2-29297EEB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