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U₂ = 24 V, I₂ = 3 A och U₁ = 240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240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40 V" descr="Ideal transformator med last: U1 = 24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Paxel/P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Pförlust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Paxel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