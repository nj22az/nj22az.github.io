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nₛ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nₛ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nₛ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(nₛ − n)/nₛ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nₛ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nₛ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(nₛ − n)/nₛ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     s% = 100(nₛ − n)/nₛ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nₛ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nₛ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Paxel/P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Pförlust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Paxel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