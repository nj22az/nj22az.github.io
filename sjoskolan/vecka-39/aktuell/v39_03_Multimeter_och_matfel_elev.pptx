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Default Extension="jpeg" ContentType="image/jpeg"/>
  <Override PartName="/ppt/sjoskolan/slideMasters/slideMaster1.xml" ContentType="application/vnd.openxmlformats-officedocument.presentationml.slideMaster+xml"/>
  <Override PartName="/ppt/sjoskolan/slideMasters/theme/theme2.xml" ContentType="application/vnd.openxmlformats-officedocument.theme+xml"/>
  <Override PartName="/ppt/sjoskolan/slideLayouts/slideLayout1.xml" ContentType="application/vnd.openxmlformats-officedocument.presentationml.slideLayout+xml"/>
  <Override PartName="/ppt/sjoskolan/slideLayouts/slideLayout2.xml" ContentType="application/vnd.openxmlformats-officedocument.presentationml.slideLayout+xml"/>
  <Override PartName="/ppt/sjoskolan/slideLayouts/slideLayout3.xml" ContentType="application/vnd.openxmlformats-officedocument.presentationml.slideLayout+xml"/>
  <Override PartName="/ppt/sjoskolan/slideLayouts/slideLayout4.xml" ContentType="application/vnd.openxmlformats-officedocument.presentationml.slideLayout+xml"/>
  <Override PartName="/ppt/sjoskolan/slideLayouts/slideLayout5.xml" ContentType="application/vnd.openxmlformats-officedocument.presentationml.slideLayout+xml"/>
  <Override PartName="/ppt/sjoskolan/slideLayouts/slideLayout6.xml" ContentType="application/vnd.openxmlformats-officedocument.presentationml.slideLayout+xml"/>
  <Override PartName="/ppt/sjoskolan/slideLayouts/slideLayout7.xml" ContentType="application/vnd.openxmlformats-officedocument.presentationml.slideLayout+xml"/>
  <Override PartName="/ppt/sjoskolan/slideLayouts/slideLayout8.xml" ContentType="application/vnd.openxmlformats-officedocument.presentationml.slideLayout+xml"/>
  <Override PartName="/ppt/sjoskolan/slideLayouts/slideLayout9.xml" ContentType="application/vnd.openxmlformats-officedocument.presentationml.slideLayout+xml"/>
  <Override PartName="/ppt/sjoskolan/slideLayouts/slideLayout10.xml" ContentType="application/vnd.openxmlformats-officedocument.presentationml.slideLayout+xml"/>
  <Override PartName="/ppt/sjoskolan/slideLayouts/slideLayout11.xml" ContentType="application/vnd.openxmlformats-officedocument.presentationml.slideLayout+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2414ecff5243b6" /><Relationship Type="http://schemas.openxmlformats.org/officeDocument/2006/relationships/extended-properties" Target="/docProps/app.xml" Id="R96d9b66159e9498d" /><Relationship Type="http://schemas.openxmlformats.org/officeDocument/2006/relationships/officeDocument" Target="/ppt/presentation.xml" Id="R8a0c98b6a607443c" /></Relationships>
</file>

<file path=ppt/presentation.xml><?xml version="1.0" encoding="utf-8"?>
<p:presentation xmlns:p="http://schemas.openxmlformats.org/presentationml/2006/main">
  <p:sldMasterIdLst>
    <p:sldMasterId xmlns:r="http://schemas.openxmlformats.org/officeDocument/2006/relationships" id="2147483648" r:id="rIdSjoskolanMaster1"/>
  </p:sldMasterIdLst>
  <p:notesMasterIdLst>
    <p:notesMasterId xmlns:r="http://schemas.openxmlformats.org/officeDocument/2006/relationships" r:id="Rfe1afd447698459f"/>
  </p:notesMasterIdLst>
  <p:sldIdLst>
    <p:sldId xmlns:r="http://schemas.openxmlformats.org/officeDocument/2006/relationships" id="256" r:id="Rfed0ece39e8145ae"/>
    <p:sldId xmlns:r="http://schemas.openxmlformats.org/officeDocument/2006/relationships" id="257" r:id="Re370189c25b34ad6"/>
    <p:sldId xmlns:r="http://schemas.openxmlformats.org/officeDocument/2006/relationships" id="258" r:id="R3710b4e12cb64226"/>
    <p:sldId xmlns:r="http://schemas.openxmlformats.org/officeDocument/2006/relationships" id="259" r:id="R6988a2a20d2c4481"/>
    <p:sldId xmlns:r="http://schemas.openxmlformats.org/officeDocument/2006/relationships" id="260" r:id="Rab515c76cf2c4728"/>
    <p:sldId xmlns:r="http://schemas.openxmlformats.org/officeDocument/2006/relationships" id="261" r:id="R50e61a20c8d64cf7"/>
    <p:sldId xmlns:r="http://schemas.openxmlformats.org/officeDocument/2006/relationships" id="262" r:id="R5db850bcd7504d30"/>
    <p:sldId xmlns:r="http://schemas.openxmlformats.org/officeDocument/2006/relationships" id="263" r:id="R26610a9574dc4f99"/>
    <p:sldId xmlns:r="http://schemas.openxmlformats.org/officeDocument/2006/relationships" id="264" r:id="R72498612a5d2420a"/>
    <p:sldId xmlns:r="http://schemas.openxmlformats.org/officeDocument/2006/relationships" id="265" r:id="Rd22d7a1229e94857"/>
    <p:sldId xmlns:r="http://schemas.openxmlformats.org/officeDocument/2006/relationships" id="266" r:id="R42a398f4ec524c3d"/>
    <p:sldId xmlns:r="http://schemas.openxmlformats.org/officeDocument/2006/relationships" id="267" r:id="Rc8bd5f04898e49d5"/>
    <p:sldId xmlns:r="http://schemas.openxmlformats.org/officeDocument/2006/relationships" id="268" r:id="R6b6b5cc1129e497a"/>
    <p:sldId xmlns:r="http://schemas.openxmlformats.org/officeDocument/2006/relationships" id="269" r:id="Ra546d9e9809641d5"/>
    <p:sldId xmlns:r="http://schemas.openxmlformats.org/officeDocument/2006/relationships" id="270" r:id="R75749e4a20d04963"/>
    <p:sldId xmlns:r="http://schemas.openxmlformats.org/officeDocument/2006/relationships" id="271" r:id="R54cbc7127fef4251"/>
    <p:sldId xmlns:r="http://schemas.openxmlformats.org/officeDocument/2006/relationships" id="272" r:id="Rd04fa271274348d4"/>
    <p:sldId xmlns:r="http://schemas.openxmlformats.org/officeDocument/2006/relationships" id="273" r:id="R74a4e3463a914f8f"/>
    <p:sldId xmlns:r="http://schemas.openxmlformats.org/officeDocument/2006/relationships" id="274" r:id="Rab3a104490c64101"/>
    <p:sldId xmlns:r="http://schemas.openxmlformats.org/officeDocument/2006/relationships" id="275" r:id="R607485a947a24628"/>
    <p:sldId xmlns:r="http://schemas.openxmlformats.org/officeDocument/2006/relationships" id="276" r:id="Rb72a3aee057a45bc"/>
    <p:sldId xmlns:r="http://schemas.openxmlformats.org/officeDocument/2006/relationships" id="277" r:id="R8249f417858247b4"/>
    <p:sldId xmlns:r="http://schemas.openxmlformats.org/officeDocument/2006/relationships" id="278" r:id="Rec3504329d274198"/>
    <p:sldId xmlns:r="http://schemas.openxmlformats.org/officeDocument/2006/relationships" id="279" r:id="R87cfc3fe5a874d4f"/>
    <p:sldId xmlns:r="http://schemas.openxmlformats.org/officeDocument/2006/relationships" id="280" r:id="R8556dee60d204eee"/>
    <p:sldId xmlns:r="http://schemas.openxmlformats.org/officeDocument/2006/relationships" id="281" r:id="Rdefe5181f5b14f87"/>
    <p:sldId xmlns:r="http://schemas.openxmlformats.org/officeDocument/2006/relationships" id="282" r:id="Rcfd4607c25ad47e0"/>
    <p:sldId xmlns:r="http://schemas.openxmlformats.org/officeDocument/2006/relationships" id="283" r:id="R1f76597b9edc4d52"/>
    <p:sldId xmlns:r="http://schemas.openxmlformats.org/officeDocument/2006/relationships" id="284" r:id="R522915a23aeb4e88"/>
    <p:sldId xmlns:r="http://schemas.openxmlformats.org/officeDocument/2006/relationships" id="285" r:id="R65d2ccc6cde04ab0"/>
    <p:sldId xmlns:r="http://schemas.openxmlformats.org/officeDocument/2006/relationships" id="286" r:id="R75ab0d14c856468d"/>
    <p:sldId xmlns:r="http://schemas.openxmlformats.org/officeDocument/2006/relationships" id="287" r:id="R8d03605588d04148"/>
    <p:sldId xmlns:r="http://schemas.openxmlformats.org/officeDocument/2006/relationships" id="288" r:id="Re22debab0fdd4332"/>
    <p:sldId xmlns:ns1="http://schemas.openxmlformats.org/officeDocument/2006/relationships" id="322" ns1:id="rIdCAT67"/>
    <p:sldId xmlns:ns1="http://schemas.openxmlformats.org/officeDocument/2006/relationships" id="323" ns1:id="rIdCAT68"/>
    <p:sldId xmlns:ns1="http://schemas.openxmlformats.org/officeDocument/2006/relationships" id="324" ns1:id="rIdCAT69"/>
    <p:sldId xmlns:ns1="http://schemas.openxmlformats.org/officeDocument/2006/relationships" id="325" ns1:id="rIdCAT70"/>
    <p:sldId xmlns:r="http://schemas.openxmlformats.org/officeDocument/2006/relationships" id="289" r:id="Ref845e01ba2647b7"/>
    <p:sldId xmlns:r="http://schemas.openxmlformats.org/officeDocument/2006/relationships" id="290" r:id="Rb30e06464eba4476"/>
    <p:sldId xmlns:r="http://schemas.openxmlformats.org/officeDocument/2006/relationships" id="291" r:id="Rb48d11276caf4064"/>
    <p:sldId xmlns:r="http://schemas.openxmlformats.org/officeDocument/2006/relationships" id="292" r:id="Rfcffe79aba0f426b"/>
    <p:sldId xmlns:r="http://schemas.openxmlformats.org/officeDocument/2006/relationships" id="293" r:id="R63ace29797f34d90"/>
    <p:sldId xmlns:r="http://schemas.openxmlformats.org/officeDocument/2006/relationships" id="294" r:id="R130ceb98ec3a4bca"/>
    <p:sldId xmlns:r="http://schemas.openxmlformats.org/officeDocument/2006/relationships" id="295" r:id="Rb38922d8937542f0"/>
    <p:sldId xmlns:r="http://schemas.openxmlformats.org/officeDocument/2006/relationships" id="296" r:id="Re022284ab3f64924"/>
    <p:sldId xmlns:r="http://schemas.openxmlformats.org/officeDocument/2006/relationships" id="297" r:id="R50e7ce24c0c8499e"/>
    <p:sldId xmlns:r="http://schemas.openxmlformats.org/officeDocument/2006/relationships" id="298" r:id="R04068ab1a27940ce"/>
    <p:sldId xmlns:r="http://schemas.openxmlformats.org/officeDocument/2006/relationships" id="299" r:id="R0d7f8079f7dd486b"/>
    <p:sldId xmlns:r="http://schemas.openxmlformats.org/officeDocument/2006/relationships" id="300" r:id="R8d9781c6513a4f36"/>
    <p:sldId xmlns:r="http://schemas.openxmlformats.org/officeDocument/2006/relationships" id="301" r:id="Rd8629fed34e64cf6"/>
    <p:sldId xmlns:r="http://schemas.openxmlformats.org/officeDocument/2006/relationships" id="302" r:id="Rfa938d7938e8494b"/>
    <p:sldId xmlns:r="http://schemas.openxmlformats.org/officeDocument/2006/relationships" id="303" r:id="Rc7702bda4d1041e6"/>
    <p:sldId xmlns:r="http://schemas.openxmlformats.org/officeDocument/2006/relationships" id="304" r:id="R373fe3657cca4c58"/>
    <p:sldId xmlns:r="http://schemas.openxmlformats.org/officeDocument/2006/relationships" id="305" r:id="R6d8fc34e9b144b33"/>
    <p:sldId xmlns:r="http://schemas.openxmlformats.org/officeDocument/2006/relationships" id="306" r:id="R5c3f3eca01204b2d"/>
    <p:sldId xmlns:r="http://schemas.openxmlformats.org/officeDocument/2006/relationships" id="307" r:id="R81c71bdfafb04c94"/>
    <p:sldId xmlns:r="http://schemas.openxmlformats.org/officeDocument/2006/relationships" id="308" r:id="Rf537443923ca48c3"/>
    <p:sldId xmlns:r="http://schemas.openxmlformats.org/officeDocument/2006/relationships" id="309" r:id="Raf0c0ee653a34de6"/>
    <p:sldId xmlns:r="http://schemas.openxmlformats.org/officeDocument/2006/relationships" id="310" r:id="R0032f9fb93c84856"/>
    <p:sldId xmlns:r="http://schemas.openxmlformats.org/officeDocument/2006/relationships" id="311" r:id="Rd27b157f80e74ab0"/>
    <p:sldId xmlns:r="http://schemas.openxmlformats.org/officeDocument/2006/relationships" id="312" r:id="R0e6230dab0144d49"/>
    <p:sldId xmlns:r="http://schemas.openxmlformats.org/officeDocument/2006/relationships" id="313" r:id="R7c6db7983407429e"/>
    <p:sldId xmlns:r="http://schemas.openxmlformats.org/officeDocument/2006/relationships" id="314" r:id="R91368e41d69f42a3"/>
    <p:sldId xmlns:r="http://schemas.openxmlformats.org/officeDocument/2006/relationships" id="315" r:id="Rfff48416b5ca4bea"/>
    <p:sldId xmlns:r="http://schemas.openxmlformats.org/officeDocument/2006/relationships" id="316" r:id="R8f1a076c51d841b5"/>
    <p:sldId xmlns:r="http://schemas.openxmlformats.org/officeDocument/2006/relationships" id="317" r:id="Rf1194d007b5745b2"/>
    <p:sldId xmlns:r="http://schemas.openxmlformats.org/officeDocument/2006/relationships" id="318" r:id="Rb3e3e952b1d143bc"/>
    <p:sldId xmlns:r="http://schemas.openxmlformats.org/officeDocument/2006/relationships" id="319" r:id="R979c6cff8b6d4013"/>
    <p:sldId xmlns:r="http://schemas.openxmlformats.org/officeDocument/2006/relationships" id="320" r:id="Rf84ba5c230cf4ea7"/>
    <p:sldId xmlns:r="http://schemas.openxmlformats.org/officeDocument/2006/relationships" id="321" r:id="R22cdff586806414a"/>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ec6090d8586a45bc"/><Relationship Type="http://schemas.openxmlformats.org/officeDocument/2006/relationships/notesMaster" Target="/ppt/notesMasters/notesMaster1.xml" Id="Rfe1afd447698459f"/><Relationship Type="http://schemas.openxmlformats.org/officeDocument/2006/relationships/presProps" Target="/ppt/presProps.xml" Id="R87d89f7f74594bd9"/><Relationship Type="http://schemas.openxmlformats.org/officeDocument/2006/relationships/tableStyles" Target="/ppt/tableStyles.xml" Id="R324b2e16920944ca"/><Relationship Type="http://schemas.openxmlformats.org/officeDocument/2006/relationships/slide" Target="/ppt/slides/slide1.xml" Id="Rfed0ece39e8145ae"/><Relationship Type="http://schemas.openxmlformats.org/officeDocument/2006/relationships/slide" Target="/ppt/slides/slide2.xml" Id="Re370189c25b34ad6"/><Relationship Type="http://schemas.openxmlformats.org/officeDocument/2006/relationships/slide" Target="/ppt/slides/slide3.xml" Id="R3710b4e12cb64226"/><Relationship Type="http://schemas.openxmlformats.org/officeDocument/2006/relationships/slide" Target="/ppt/slides/slide4.xml" Id="R6988a2a20d2c4481"/><Relationship Type="http://schemas.openxmlformats.org/officeDocument/2006/relationships/slide" Target="/ppt/slides/slide5.xml" Id="Rab515c76cf2c4728"/><Relationship Type="http://schemas.openxmlformats.org/officeDocument/2006/relationships/slide" Target="/ppt/slides/slide6.xml" Id="R50e61a20c8d64cf7"/><Relationship Type="http://schemas.openxmlformats.org/officeDocument/2006/relationships/slide" Target="/ppt/slides/slide7.xml" Id="R5db850bcd7504d30"/><Relationship Type="http://schemas.openxmlformats.org/officeDocument/2006/relationships/slide" Target="/ppt/slides/slide8.xml" Id="R26610a9574dc4f99"/><Relationship Type="http://schemas.openxmlformats.org/officeDocument/2006/relationships/slide" Target="/ppt/slides/slide9.xml" Id="R72498612a5d2420a"/><Relationship Type="http://schemas.openxmlformats.org/officeDocument/2006/relationships/slide" Target="/ppt/slides/slide10.xml" Id="Rd22d7a1229e94857"/><Relationship Type="http://schemas.openxmlformats.org/officeDocument/2006/relationships/slide" Target="/ppt/slides/slide11.xml" Id="R42a398f4ec524c3d"/><Relationship Type="http://schemas.openxmlformats.org/officeDocument/2006/relationships/slide" Target="/ppt/slides/slide12.xml" Id="Rc8bd5f04898e49d5"/><Relationship Type="http://schemas.openxmlformats.org/officeDocument/2006/relationships/slide" Target="/ppt/slides/slide13.xml" Id="R6b6b5cc1129e497a"/><Relationship Type="http://schemas.openxmlformats.org/officeDocument/2006/relationships/slide" Target="/ppt/slides/slide14.xml" Id="Ra546d9e9809641d5"/><Relationship Type="http://schemas.openxmlformats.org/officeDocument/2006/relationships/slide" Target="/ppt/slides/slide15.xml" Id="R75749e4a20d04963"/><Relationship Type="http://schemas.openxmlformats.org/officeDocument/2006/relationships/slide" Target="/ppt/slides/slide16.xml" Id="R54cbc7127fef4251"/><Relationship Type="http://schemas.openxmlformats.org/officeDocument/2006/relationships/slide" Target="/ppt/slides/slide17.xml" Id="Rd04fa271274348d4"/><Relationship Type="http://schemas.openxmlformats.org/officeDocument/2006/relationships/slide" Target="/ppt/slides/slide18.xml" Id="R74a4e3463a914f8f"/><Relationship Type="http://schemas.openxmlformats.org/officeDocument/2006/relationships/slide" Target="/ppt/slides/slide19.xml" Id="Rab3a104490c64101"/><Relationship Type="http://schemas.openxmlformats.org/officeDocument/2006/relationships/slide" Target="/ppt/slides/slide20.xml" Id="R607485a947a24628"/><Relationship Type="http://schemas.openxmlformats.org/officeDocument/2006/relationships/slide" Target="/ppt/slides/slide21.xml" Id="Rb72a3aee057a45bc"/><Relationship Type="http://schemas.openxmlformats.org/officeDocument/2006/relationships/slide" Target="/ppt/slides/slide22.xml" Id="R8249f417858247b4"/><Relationship Type="http://schemas.openxmlformats.org/officeDocument/2006/relationships/slide" Target="/ppt/slides/slide23.xml" Id="Rec3504329d274198"/><Relationship Type="http://schemas.openxmlformats.org/officeDocument/2006/relationships/slide" Target="/ppt/slides/slide24.xml" Id="R87cfc3fe5a874d4f"/><Relationship Type="http://schemas.openxmlformats.org/officeDocument/2006/relationships/slide" Target="/ppt/slides/slide25.xml" Id="R8556dee60d204eee"/><Relationship Type="http://schemas.openxmlformats.org/officeDocument/2006/relationships/slide" Target="/ppt/slides/slide26.xml" Id="Rdefe5181f5b14f87"/><Relationship Type="http://schemas.openxmlformats.org/officeDocument/2006/relationships/slide" Target="/ppt/slides/slide27.xml" Id="Rcfd4607c25ad47e0"/><Relationship Type="http://schemas.openxmlformats.org/officeDocument/2006/relationships/slide" Target="/ppt/slides/slide28.xml" Id="R1f76597b9edc4d52"/><Relationship Type="http://schemas.openxmlformats.org/officeDocument/2006/relationships/slide" Target="/ppt/slides/slide29.xml" Id="R522915a23aeb4e88"/><Relationship Type="http://schemas.openxmlformats.org/officeDocument/2006/relationships/slide" Target="/ppt/slides/slide30.xml" Id="R65d2ccc6cde04ab0"/><Relationship Type="http://schemas.openxmlformats.org/officeDocument/2006/relationships/slide" Target="/ppt/slides/slide31.xml" Id="R75ab0d14c856468d"/><Relationship Type="http://schemas.openxmlformats.org/officeDocument/2006/relationships/slide" Target="/ppt/slides/slide32.xml" Id="R8d03605588d04148"/><Relationship Type="http://schemas.openxmlformats.org/officeDocument/2006/relationships/slide" Target="/ppt/slides/slide33.xml" Id="Re22debab0fdd4332"/><Relationship Type="http://schemas.openxmlformats.org/officeDocument/2006/relationships/slide" Target="/ppt/slides/slide34.xml" Id="Ref845e01ba2647b7"/><Relationship Type="http://schemas.openxmlformats.org/officeDocument/2006/relationships/slide" Target="/ppt/slides/slide35.xml" Id="Rb30e06464eba4476"/><Relationship Type="http://schemas.openxmlformats.org/officeDocument/2006/relationships/slide" Target="/ppt/slides/slide36.xml" Id="Rb48d11276caf4064"/><Relationship Type="http://schemas.openxmlformats.org/officeDocument/2006/relationships/slide" Target="/ppt/slides/slide37.xml" Id="Rfcffe79aba0f426b"/><Relationship Type="http://schemas.openxmlformats.org/officeDocument/2006/relationships/slide" Target="/ppt/slides/slide38.xml" Id="R63ace29797f34d90"/><Relationship Type="http://schemas.openxmlformats.org/officeDocument/2006/relationships/slide" Target="/ppt/slides/slide39.xml" Id="R130ceb98ec3a4bca"/><Relationship Type="http://schemas.openxmlformats.org/officeDocument/2006/relationships/slide" Target="/ppt/slides/slide40.xml" Id="Rb38922d8937542f0"/><Relationship Type="http://schemas.openxmlformats.org/officeDocument/2006/relationships/slide" Target="/ppt/slides/slide41.xml" Id="Re022284ab3f64924"/><Relationship Type="http://schemas.openxmlformats.org/officeDocument/2006/relationships/slide" Target="/ppt/slides/slide42.xml" Id="R50e7ce24c0c8499e"/><Relationship Type="http://schemas.openxmlformats.org/officeDocument/2006/relationships/slide" Target="/ppt/slides/slide43.xml" Id="R04068ab1a27940ce"/><Relationship Type="http://schemas.openxmlformats.org/officeDocument/2006/relationships/slide" Target="/ppt/slides/slide44.xml" Id="R0d7f8079f7dd486b"/><Relationship Type="http://schemas.openxmlformats.org/officeDocument/2006/relationships/slide" Target="/ppt/slides/slide45.xml" Id="R8d9781c6513a4f36"/><Relationship Type="http://schemas.openxmlformats.org/officeDocument/2006/relationships/slide" Target="/ppt/slides/slide46.xml" Id="Rd8629fed34e64cf6"/><Relationship Type="http://schemas.openxmlformats.org/officeDocument/2006/relationships/slide" Target="/ppt/slides/slide47.xml" Id="Rfa938d7938e8494b"/><Relationship Type="http://schemas.openxmlformats.org/officeDocument/2006/relationships/slide" Target="/ppt/slides/slide48.xml" Id="Rc7702bda4d1041e6"/><Relationship Type="http://schemas.openxmlformats.org/officeDocument/2006/relationships/slide" Target="/ppt/slides/slide49.xml" Id="R373fe3657cca4c58"/><Relationship Type="http://schemas.openxmlformats.org/officeDocument/2006/relationships/slide" Target="/ppt/slides/slide50.xml" Id="R6d8fc34e9b144b33"/><Relationship Type="http://schemas.openxmlformats.org/officeDocument/2006/relationships/slide" Target="/ppt/slides/slide51.xml" Id="R5c3f3eca01204b2d"/><Relationship Type="http://schemas.openxmlformats.org/officeDocument/2006/relationships/slide" Target="/ppt/slides/slide52.xml" Id="R81c71bdfafb04c94"/><Relationship Type="http://schemas.openxmlformats.org/officeDocument/2006/relationships/slide" Target="/ppt/slides/slide53.xml" Id="Rf537443923ca48c3"/><Relationship Type="http://schemas.openxmlformats.org/officeDocument/2006/relationships/slide" Target="/ppt/slides/slide54.xml" Id="Raf0c0ee653a34de6"/><Relationship Type="http://schemas.openxmlformats.org/officeDocument/2006/relationships/slide" Target="/ppt/slides/slide55.xml" Id="R0032f9fb93c84856"/><Relationship Type="http://schemas.openxmlformats.org/officeDocument/2006/relationships/slide" Target="/ppt/slides/slide56.xml" Id="Rd27b157f80e74ab0"/><Relationship Type="http://schemas.openxmlformats.org/officeDocument/2006/relationships/slide" Target="/ppt/slides/slide57.xml" Id="R0e6230dab0144d49"/><Relationship Type="http://schemas.openxmlformats.org/officeDocument/2006/relationships/slide" Target="/ppt/slides/slide58.xml" Id="R7c6db7983407429e"/><Relationship Type="http://schemas.openxmlformats.org/officeDocument/2006/relationships/slide" Target="/ppt/slides/slide59.xml" Id="R91368e41d69f42a3"/><Relationship Type="http://schemas.openxmlformats.org/officeDocument/2006/relationships/slide" Target="/ppt/slides/slide60.xml" Id="Rfff48416b5ca4bea"/><Relationship Type="http://schemas.openxmlformats.org/officeDocument/2006/relationships/slide" Target="/ppt/slides/slide61.xml" Id="R8f1a076c51d841b5"/><Relationship Type="http://schemas.openxmlformats.org/officeDocument/2006/relationships/slide" Target="/ppt/slides/slide62.xml" Id="Rf1194d007b5745b2"/><Relationship Type="http://schemas.openxmlformats.org/officeDocument/2006/relationships/slide" Target="/ppt/slides/slide63.xml" Id="Rb3e3e952b1d143bc"/><Relationship Type="http://schemas.openxmlformats.org/officeDocument/2006/relationships/slide" Target="/ppt/slides/slide64.xml" Id="R979c6cff8b6d4013"/><Relationship Type="http://schemas.openxmlformats.org/officeDocument/2006/relationships/slide" Target="/ppt/slides/slide65.xml" Id="Rf84ba5c230cf4ea7"/><Relationship Type="http://schemas.openxmlformats.org/officeDocument/2006/relationships/slide" Target="/ppt/slides/slide66.xml" Id="R22cdff586806414a"/><Relationship Id="rIdSjoskolanMaster1" Type="http://schemas.openxmlformats.org/officeDocument/2006/relationships/slideMaster" Target="/ppt/sjoskolan/slideMasters/slideMaster1.xml"/><Relationship Id="rIdCAT67" Type="http://schemas.openxmlformats.org/officeDocument/2006/relationships/slide" Target="slides/slide67.xml"/><Relationship Id="rIdCAT68" Type="http://schemas.openxmlformats.org/officeDocument/2006/relationships/slide" Target="slides/slide68.xml"/><Relationship Id="rIdCAT69" Type="http://schemas.openxmlformats.org/officeDocument/2006/relationships/slide" Target="slides/slide69.xml"/><Relationship Id="rIdCAT70" Type="http://schemas.openxmlformats.org/officeDocument/2006/relationships/slide" Target="slides/slide70.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ee7070b72c4e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14b4d44c4414060" /><Relationship Type="http://schemas.openxmlformats.org/officeDocument/2006/relationships/notesMaster" Target="/ppt/notesMasters/notesMaster1.xml" Id="R009681b0de4540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8707de4cbd4c25" /><Relationship Type="http://schemas.openxmlformats.org/officeDocument/2006/relationships/notesMaster" Target="/ppt/notesMasters/notesMaster1.xml" Id="R8b7b752bd1b844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17fb3bdaa2478b" /><Relationship Type="http://schemas.openxmlformats.org/officeDocument/2006/relationships/notesMaster" Target="/ppt/notesMasters/notesMaster1.xml" Id="R1ff7abd80c9240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5d54897ee34ae2" /><Relationship Type="http://schemas.openxmlformats.org/officeDocument/2006/relationships/notesMaster" Target="/ppt/notesMasters/notesMaster1.xml" Id="Rf99c82c9ab7e41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57060a18e84f9e" /><Relationship Type="http://schemas.openxmlformats.org/officeDocument/2006/relationships/notesMaster" Target="/ppt/notesMasters/notesMaster1.xml" Id="R95630f7228874f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5d835b1cd54147" /><Relationship Type="http://schemas.openxmlformats.org/officeDocument/2006/relationships/notesMaster" Target="/ppt/notesMasters/notesMaster1.xml" Id="Raffa7aaaf5334d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b20b1d49704e24" /><Relationship Type="http://schemas.openxmlformats.org/officeDocument/2006/relationships/notesMaster" Target="/ppt/notesMasters/notesMaster1.xml" Id="R6dbff6a5be8d4e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2686ebaf994401" /><Relationship Type="http://schemas.openxmlformats.org/officeDocument/2006/relationships/notesMaster" Target="/ppt/notesMasters/notesMaster1.xml" Id="Ra6be65cbac6b4c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05b90290b1441f" /><Relationship Type="http://schemas.openxmlformats.org/officeDocument/2006/relationships/notesMaster" Target="/ppt/notesMasters/notesMaster1.xml" Id="R36e89b059c8b406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e82ce7773a487d" /><Relationship Type="http://schemas.openxmlformats.org/officeDocument/2006/relationships/notesMaster" Target="/ppt/notesMasters/notesMaster1.xml" Id="R68cf4a2203f94c7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3d5940e0a04f05" /><Relationship Type="http://schemas.openxmlformats.org/officeDocument/2006/relationships/notesMaster" Target="/ppt/notesMasters/notesMaster1.xml" Id="R85894625f37947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9b994ea58c47b5" /><Relationship Type="http://schemas.openxmlformats.org/officeDocument/2006/relationships/notesMaster" Target="/ppt/notesMasters/notesMaster1.xml" Id="Rd0e81e4e257b46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307793d00c49bc" /><Relationship Type="http://schemas.openxmlformats.org/officeDocument/2006/relationships/notesMaster" Target="/ppt/notesMasters/notesMaster1.xml" Id="R84d880a3218744d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18567b6507a4f3c" /><Relationship Type="http://schemas.openxmlformats.org/officeDocument/2006/relationships/notesMaster" Target="/ppt/notesMasters/notesMaster1.xml" Id="R3288232b8be64d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53b64bebb194cc0" /><Relationship Type="http://schemas.openxmlformats.org/officeDocument/2006/relationships/notesMaster" Target="/ppt/notesMasters/notesMaster1.xml" Id="R28a6ff4da59d460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70f2aa7a89f48d7" /><Relationship Type="http://schemas.openxmlformats.org/officeDocument/2006/relationships/notesMaster" Target="/ppt/notesMasters/notesMaster1.xml" Id="R457da2ebeae947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1af7ce45f094637" /><Relationship Type="http://schemas.openxmlformats.org/officeDocument/2006/relationships/notesMaster" Target="/ppt/notesMasters/notesMaster1.xml" Id="R5fe1f87142f54ef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f5f3612f27d4bab" /><Relationship Type="http://schemas.openxmlformats.org/officeDocument/2006/relationships/notesMaster" Target="/ppt/notesMasters/notesMaster1.xml" Id="Rf2a19dc949864a8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d3d2009b0624c12" /><Relationship Type="http://schemas.openxmlformats.org/officeDocument/2006/relationships/notesMaster" Target="/ppt/notesMasters/notesMaster1.xml" Id="Ra0a05ac5c758486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c3ae13119f34477" /><Relationship Type="http://schemas.openxmlformats.org/officeDocument/2006/relationships/notesMaster" Target="/ppt/notesMasters/notesMaster1.xml" Id="R0a0ef77b5122414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2ccdc95fb514c25" /><Relationship Type="http://schemas.openxmlformats.org/officeDocument/2006/relationships/notesMaster" Target="/ppt/notesMasters/notesMaster1.xml" Id="R92b7d72dc5fa4de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9fdf0e56c7d43c4" /><Relationship Type="http://schemas.openxmlformats.org/officeDocument/2006/relationships/notesMaster" Target="/ppt/notesMasters/notesMaster1.xml" Id="R600b503d15ca418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262422043f341d7" /><Relationship Type="http://schemas.openxmlformats.org/officeDocument/2006/relationships/notesMaster" Target="/ppt/notesMasters/notesMaster1.xml" Id="Re87b4f0a0a7f47a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e44c63bb3fd4e3b" /><Relationship Type="http://schemas.openxmlformats.org/officeDocument/2006/relationships/notesMaster" Target="/ppt/notesMasters/notesMaster1.xml" Id="R2b97fadf69d54fb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d6abd27654c4b6f" /><Relationship Type="http://schemas.openxmlformats.org/officeDocument/2006/relationships/notesMaster" Target="/ppt/notesMasters/notesMaster1.xml" Id="R4638b45f75064a4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15fa4a7455e40bf" /><Relationship Type="http://schemas.openxmlformats.org/officeDocument/2006/relationships/notesMaster" Target="/ppt/notesMasters/notesMaster1.xml" Id="R43bb152e6861465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d7a3704f9ed4158" /><Relationship Type="http://schemas.openxmlformats.org/officeDocument/2006/relationships/notesMaster" Target="/ppt/notesMasters/notesMaster1.xml" Id="Rccbe6594011d4ce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25db412485e4337" /><Relationship Type="http://schemas.openxmlformats.org/officeDocument/2006/relationships/notesMaster" Target="/ppt/notesMasters/notesMaster1.xml" Id="R2bc58a11d0c34f1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21adba86c6846f1" /><Relationship Type="http://schemas.openxmlformats.org/officeDocument/2006/relationships/notesMaster" Target="/ppt/notesMasters/notesMaster1.xml" Id="R88cacb64e9534ce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1e7995b37564dc3" /><Relationship Type="http://schemas.openxmlformats.org/officeDocument/2006/relationships/notesMaster" Target="/ppt/notesMasters/notesMaster1.xml" Id="Rf0bbaba90bfe4fa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8aeac89f0b4457c" /><Relationship Type="http://schemas.openxmlformats.org/officeDocument/2006/relationships/notesMaster" Target="/ppt/notesMasters/notesMaster1.xml" Id="R4c307c2b6031443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042a51e0b104f6e" /><Relationship Type="http://schemas.openxmlformats.org/officeDocument/2006/relationships/notesMaster" Target="/ppt/notesMasters/notesMaster1.xml" Id="Rb603c56a9b334e75" /></Relationships>
</file>

<file path=ppt/notesSlides/_rels/notesSlide33.xml.rels><?xml version='1.0' encoding='UTF-8' standalone='yes'?>
<Relationships xmlns="http://schemas.openxmlformats.org/package/2006/relationships"><Relationship Type="http://schemas.openxmlformats.org/officeDocument/2006/relationships/slide" Target="/ppt/slides/slide33.xml" Id="R41b6cf19c04b47e0"/><Relationship Type="http://schemas.openxmlformats.org/officeDocument/2006/relationships/notesMaster" Target="/ppt/notesMasters/notesMaster1.xml" Id="R5fdb4f329c2c42e4"/></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43e6bdb719c4545" /><Relationship Type="http://schemas.openxmlformats.org/officeDocument/2006/relationships/notesMaster" Target="/ppt/notesMasters/notesMaster1.xml" Id="Ra668a48c425c493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7ed63f5638f4956" /><Relationship Type="http://schemas.openxmlformats.org/officeDocument/2006/relationships/notesMaster" Target="/ppt/notesMasters/notesMaster1.xml" Id="R6593f5b4889444d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78676dc81214c92" /><Relationship Type="http://schemas.openxmlformats.org/officeDocument/2006/relationships/notesMaster" Target="/ppt/notesMasters/notesMaster1.xml" Id="R25633cc1ccf24f1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d118d8ed681438c" /><Relationship Type="http://schemas.openxmlformats.org/officeDocument/2006/relationships/notesMaster" Target="/ppt/notesMasters/notesMaster1.xml" Id="R72f8ea89bb72467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ac62eb490a04f27" /><Relationship Type="http://schemas.openxmlformats.org/officeDocument/2006/relationships/notesMaster" Target="/ppt/notesMasters/notesMaster1.xml" Id="R84deda132c5c4fe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a85ec834ed743c8" /><Relationship Type="http://schemas.openxmlformats.org/officeDocument/2006/relationships/notesMaster" Target="/ppt/notesMasters/notesMaster1.xml" Id="R1d90daf5d682422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5c8ac40655e402c" /><Relationship Type="http://schemas.openxmlformats.org/officeDocument/2006/relationships/notesMaster" Target="/ppt/notesMasters/notesMaster1.xml" Id="Rfc5c747912e14a3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dc7703b979544c0" /><Relationship Type="http://schemas.openxmlformats.org/officeDocument/2006/relationships/notesMaster" Target="/ppt/notesMasters/notesMaster1.xml" Id="R2f0267670170431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9878446fd084fe7" /><Relationship Type="http://schemas.openxmlformats.org/officeDocument/2006/relationships/notesMaster" Target="/ppt/notesMasters/notesMaster1.xml" Id="Rc0ef398a0d224d8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9fe2992e48d40fb" /><Relationship Type="http://schemas.openxmlformats.org/officeDocument/2006/relationships/notesMaster" Target="/ppt/notesMasters/notesMaster1.xml" Id="R22801ef5265d4b1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43aa0348e8a4d5e" /><Relationship Type="http://schemas.openxmlformats.org/officeDocument/2006/relationships/notesMaster" Target="/ppt/notesMasters/notesMaster1.xml" Id="Rc9c6bb0abf18433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f78e0ce4d0549bb" /><Relationship Type="http://schemas.openxmlformats.org/officeDocument/2006/relationships/notesMaster" Target="/ppt/notesMasters/notesMaster1.xml" Id="R677d6898a03a408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18c08bc8ac74165" /><Relationship Type="http://schemas.openxmlformats.org/officeDocument/2006/relationships/notesMaster" Target="/ppt/notesMasters/notesMaster1.xml" Id="R13bf2fafc28e451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756ac251fdc45db" /><Relationship Type="http://schemas.openxmlformats.org/officeDocument/2006/relationships/notesMaster" Target="/ppt/notesMasters/notesMaster1.xml" Id="R085807922079466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9e7eab095f44b28" /><Relationship Type="http://schemas.openxmlformats.org/officeDocument/2006/relationships/notesMaster" Target="/ppt/notesMasters/notesMaster1.xml" Id="R1131a19e99cd44a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fae05eda1a04013" /><Relationship Type="http://schemas.openxmlformats.org/officeDocument/2006/relationships/notesMaster" Target="/ppt/notesMasters/notesMaster1.xml" Id="Ra76838e7f2ad4ea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bea5ce7a3744de9" /><Relationship Type="http://schemas.openxmlformats.org/officeDocument/2006/relationships/notesMaster" Target="/ppt/notesMasters/notesMaster1.xml" Id="R6ec384b16b22424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777821c3f5140f9" /><Relationship Type="http://schemas.openxmlformats.org/officeDocument/2006/relationships/notesMaster" Target="/ppt/notesMasters/notesMaster1.xml" Id="R860a509abb084cb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6a03043ceac49f4" /><Relationship Type="http://schemas.openxmlformats.org/officeDocument/2006/relationships/notesMaster" Target="/ppt/notesMasters/notesMaster1.xml" Id="R1acb8fc498c8454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8c2908700b94a94" /><Relationship Type="http://schemas.openxmlformats.org/officeDocument/2006/relationships/notesMaster" Target="/ppt/notesMasters/notesMaster1.xml" Id="R4fb5594a8f3e492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46f65d98ff64ceb" /><Relationship Type="http://schemas.openxmlformats.org/officeDocument/2006/relationships/notesMaster" Target="/ppt/notesMasters/notesMaster1.xml" Id="R132c1c68e75a4e9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7cedea4ae3054979" /><Relationship Type="http://schemas.openxmlformats.org/officeDocument/2006/relationships/notesMaster" Target="/ppt/notesMasters/notesMaster1.xml" Id="R2bb39acb163547f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25de866a4364f61" /><Relationship Type="http://schemas.openxmlformats.org/officeDocument/2006/relationships/notesMaster" Target="/ppt/notesMasters/notesMaster1.xml" Id="R079e753a691d448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7bd6f80969843e1" /><Relationship Type="http://schemas.openxmlformats.org/officeDocument/2006/relationships/notesMaster" Target="/ppt/notesMasters/notesMaster1.xml" Id="Rfa9a42bbb4c9491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44bc515b2b74362" /><Relationship Type="http://schemas.openxmlformats.org/officeDocument/2006/relationships/notesMaster" Target="/ppt/notesMasters/notesMaster1.xml" Id="Rbbef3042cbd04cf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4c65f92c4ac46b0" /><Relationship Type="http://schemas.openxmlformats.org/officeDocument/2006/relationships/notesMaster" Target="/ppt/notesMasters/notesMaster1.xml" Id="R53919cb557b042c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0584a9104644e87" /><Relationship Type="http://schemas.openxmlformats.org/officeDocument/2006/relationships/notesMaster" Target="/ppt/notesMasters/notesMaster1.xml" Id="Rc73e30a3d2934ef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62f12b1208a4e2c" /><Relationship Type="http://schemas.openxmlformats.org/officeDocument/2006/relationships/notesMaster" Target="/ppt/notesMasters/notesMaster1.xml" Id="R1bc481bf4aa243d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c27876baa804dd9" /><Relationship Type="http://schemas.openxmlformats.org/officeDocument/2006/relationships/notesMaster" Target="/ppt/notesMasters/notesMaster1.xml" Id="R3c7f3e172a1a4eb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5575047560e74446" /><Relationship Type="http://schemas.openxmlformats.org/officeDocument/2006/relationships/notesMaster" Target="/ppt/notesMasters/notesMaster1.xml" Id="R65f8d16937874e0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c10b177c5b7c465d" /><Relationship Type="http://schemas.openxmlformats.org/officeDocument/2006/relationships/notesMaster" Target="/ppt/notesMasters/notesMaster1.xml" Id="Rc13d6a4af422477c"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fbbba6c365554474" /><Relationship Type="http://schemas.openxmlformats.org/officeDocument/2006/relationships/notesMaster" Target="/ppt/notesMasters/notesMaster1.xml" Id="R8144f3ad48464209"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e738a56989a04603" /><Relationship Type="http://schemas.openxmlformats.org/officeDocument/2006/relationships/notesMaster" Target="/ppt/notesMasters/notesMaster1.xml" Id="Rd34868a3c72849ea" /></Relationships>
</file>

<file path=ppt/notesSlides/_rels/notesSlide67.xml.rels><?xml version='1.0' encoding='UTF-8' standalone='yes'?>
<Relationships xmlns="http://schemas.openxmlformats.org/package/2006/relationships"><Relationship Type="http://schemas.openxmlformats.org/officeDocument/2006/relationships/slide" Target="/ppt/slides/slide67.xml" Id="R3878d8801a834b75"/><Relationship Type="http://schemas.openxmlformats.org/officeDocument/2006/relationships/notesMaster" Target="/ppt/notesMasters/notesMaster1.xml" Id="Re1ee90b4986b4aa3"/></Relationships>
</file>

<file path=ppt/notesSlides/_rels/notesSlide68.xml.rels><?xml version='1.0' encoding='UTF-8' standalone='yes'?>
<Relationships xmlns="http://schemas.openxmlformats.org/package/2006/relationships"><Relationship Type="http://schemas.openxmlformats.org/officeDocument/2006/relationships/slide" Target="/ppt/slides/slide68.xml" Id="Rbba70c4b0c7f4838"/><Relationship Type="http://schemas.openxmlformats.org/officeDocument/2006/relationships/notesMaster" Target="/ppt/notesMasters/notesMaster1.xml" Id="R5936482379634f43"/></Relationships>
</file>

<file path=ppt/notesSlides/_rels/notesSlide69.xml.rels><?xml version='1.0' encoding='UTF-8' standalone='yes'?>
<Relationships xmlns="http://schemas.openxmlformats.org/package/2006/relationships"><Relationship Type="http://schemas.openxmlformats.org/officeDocument/2006/relationships/slide" Target="/ppt/slides/slide69.xml" Id="R03f6a471d33d411a"/><Relationship Type="http://schemas.openxmlformats.org/officeDocument/2006/relationships/notesMaster" Target="/ppt/notesMasters/notesMaster1.xml" Id="Rfe1d3b4c115e4949"/></Relationships>
</file>

<file path=ppt/notesSlides/_rels/notesSlide70.xml.rels><?xml version='1.0' encoding='UTF-8' standalone='yes'?>
<Relationships xmlns="http://schemas.openxmlformats.org/package/2006/relationships"><Relationship Type="http://schemas.openxmlformats.org/officeDocument/2006/relationships/slide" Target="/ppt/slides/slide70.xml" Id="R0aabe015fb77462f"/><Relationship Type="http://schemas.openxmlformats.org/officeDocument/2006/relationships/notesMaster" Target="/ppt/notesMasters/notesMaster1.xml" Id="R98c1f4bbdbfa453c"/></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1: Multimeter och mätfel</a:t>
            </a:r>
          </a:p>
          <a:p xmlns:a="http://schemas.openxmlformats.org/drawingml/2006/main">
            <a:r>
              <a:t>AVSNITT: Start</a:t>
            </a:r>
          </a:p>
          <a:p xmlns:a="http://schemas.openxmlformats.org/drawingml/2006/main">
            <a:r>
              <a:t>Börja här och använd presentationen från början. Den är en fristående ersättare för den tidigare presentationen. Introducera mål och grundbegrepp på bild 2–3 före kopplingsövningarna.</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2: Mål och upplägg</a:t>
            </a:r>
          </a:p>
          <a:p xmlns:a="http://schemas.openxmlformats.org/drawingml/2006/main">
            <a:r>
              <a:t>AVSNITT: Start</a:t>
            </a:r>
          </a:p>
          <a:p xmlns:a="http://schemas.openxmlformats.org/drawingml/2006/main">
            <a:r>
              <a:t>Materialet används från början till slut. Många bilder är korta steg i samma koppling. Låt eleven först förklara och sedan räkna. Lärarstödet ger ett förslag för två undervisningspass om cirka 60 minuter vardera.</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3: Spänning, ström och resistans</a:t>
            </a:r>
          </a:p>
          <a:p xmlns:a="http://schemas.openxmlformats.org/drawingml/2006/main">
            <a:r>
              <a:t>AVSNITT: Start</a:t>
            </a:r>
          </a:p>
          <a:p xmlns:a="http://schemas.openxmlformats.org/drawingml/2006/main">
            <a:r>
              <a:t>Introducera storhet, beteckning och enhet. Spänning gäller mellan två punkter; ström går genom en gren; resistans beskriver motståndet mot ström. V, A och Ω används också på multimeterns funktionsväljare.</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4: Mätningen börjar med rätt koppling</a:t>
            </a:r>
          </a:p>
          <a:p xmlns:a="http://schemas.openxmlformats.org/drawingml/2006/main">
            <a:r>
              <a:t>AVSNITT: Mätning</a:t>
            </a:r>
          </a:p>
          <a:p xmlns:a="http://schemas.openxmlformats.org/drawingml/2006/main">
            <a:r>
              <a:t>Visa en rad i taget med pekaren. Eleven ska ange både koppling och matningstillstånd.</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5: Delarna i vår undervisningsmodell</a:t>
            </a:r>
          </a:p>
          <a:p xmlns:a="http://schemas.openxmlformats.org/drawingml/2006/main">
            <a:r>
              <a:t>AVSNITT: Mätning</a:t>
            </a:r>
          </a:p>
          <a:p xmlns:a="http://schemas.openxmlformats.org/drawingml/2006/main">
            <a:r>
              <a:t>Illustrationen visar komponenternas utseende och har inga ledningar. Be eleven hitta matning, säkring, brytare och lampa. Nästa bild visar motsvarande symboler. SELV innebär även skyddande avskiljning, inte bara låg spänning.</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6: Samma delar som kopplingsschema</a:t>
            </a:r>
          </a:p>
          <a:p xmlns:a="http://schemas.openxmlformats.org/drawingml/2006/main">
            <a:r>
              <a:t>AVSNITT: Mätning</a:t>
            </a:r>
          </a:p>
          <a:p xmlns:a="http://schemas.openxmlformats.org/drawingml/2006/main">
            <a:r>
              <a:t>Koppla varje symbol till föregående illustration. Följ strömvägen från källans plus, genom F1 och S1, genom H1 och tillbaka till minus. S1 är sluten här.</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7: En multimeter genom hela lektionen</a:t>
            </a:r>
          </a:p>
          <a:p xmlns:a="http://schemas.openxmlformats.org/drawingml/2006/main">
            <a:r>
              <a:t>AVSNITT: Mätning</a:t>
            </a:r>
          </a:p>
          <a:p xmlns:a="http://schemas.openxmlformats.org/drawingml/2006/main">
            <a:r>
              <a:t>Mätaren är en förenklad undervisningsmodell, inte en viss produkt. Den har separata 10 A-, mA-, COM- och VΩ-uttag. Kontrollera alltid märkningen och manualen på skolans verkliga instrument. COM ska inte tolkas som skyddsjord.</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8: Tal enhet och mätläge</a:t>
            </a:r>
          </a:p>
          <a:p xmlns:a="http://schemas.openxmlformats.org/drawingml/2006/main">
            <a:r>
              <a:t>AVSNITT: Mätning</a:t>
            </a:r>
          </a:p>
          <a:p xmlns:a="http://schemas.openxmlformats.org/drawingml/2006/main">
            <a:r>
              <a:t>Peka på varje del av avläsningen. För vår rigg används DC. Förklara att autorange bara väljer område och inte rätt funktion eller uttag.</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9: Förkontroll före varje mätning</a:t>
            </a:r>
          </a:p>
          <a:p xmlns:a="http://schemas.openxmlformats.org/drawingml/2006/main">
            <a:r>
              <a:t>AVSNITT: Mätning</a:t>
            </a:r>
          </a:p>
          <a:p xmlns:a="http://schemas.openxmlformats.org/drawingml/2006/main">
            <a:r>
              <a:t>Tillämpa frågorna på H1. Förväntat ungefär 12 V när källan är på, F1 hel och S1 sluten. Undersök instrument, sladdar och spetsar. Växla koppling med matningen frånkopplad.</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10: Övning 1  Spänningen över H1</a:t>
            </a:r>
          </a:p>
          <a:p xmlns:a="http://schemas.openxmlformats.org/drawingml/2006/main">
            <a:r>
              <a:t>AVSNITT: Mätning</a:t>
            </a:r>
          </a:p>
          <a:p xmlns:a="http://schemas.openxmlformats.org/drawingml/2006/main">
            <a:r>
              <a:t>Ge 45–60 sekunder innan lösningen visas. Eleverna anger två punkter, uttag och läge. Ingen praktisk egeninkoppling i distanslektionen.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11: Spänning  Funktion och uttag</a:t>
            </a:r>
          </a:p>
          <a:p xmlns:a="http://schemas.openxmlformats.org/drawingml/2006/main">
            <a:r>
              <a:t>AVSNITT: Mätning</a:t>
            </a:r>
          </a:p>
          <a:p xmlns:a="http://schemas.openxmlformats.org/drawingml/2006/main">
            <a:r>
              <a:t>Visa först COM och VΩ. Välj V DC och ett område som täcker väntad spänning. Kretsen är avstängd vid förberedelsen.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12: Spänning  Svart spets till P2</a:t>
            </a:r>
          </a:p>
          <a:p xmlns:a="http://schemas.openxmlformats.org/drawingml/2006/main">
            <a:r>
              <a:t>AVSNITT: Mätning</a:t>
            </a:r>
          </a:p>
          <a:p xmlns:a="http://schemas.openxmlformats.org/drawingml/2006/main">
            <a:r>
              <a:t>Följ svart ledning hela vägen från COM till P2. P2 är referenspunkten i denna mätning. Det är ingen anslutning till jord eller skrov.</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13: Spänning  Röd spets till P1</a:t>
            </a:r>
          </a:p>
          <a:p xmlns:a="http://schemas.openxmlformats.org/drawingml/2006/main">
            <a:r>
              <a:t>AVSNITT: Mätning</a:t>
            </a:r>
          </a:p>
          <a:p xmlns:a="http://schemas.openxmlformats.org/drawingml/2006/main">
            <a:r>
              <a:t>Följ röd ledning från VΩ till P1. Lampans vanliga ledningar är kvar. Mätaren ligger över lampans två anslutningar.</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14: Spänning  Avläsning och facit</a:t>
            </a:r>
          </a:p>
          <a:p xmlns:a="http://schemas.openxmlformats.org/drawingml/2006/main">
            <a:r>
              <a:t>AVSNITT: Mätning</a:t>
            </a:r>
          </a:p>
          <a:p xmlns:a="http://schemas.openxmlformats.org/drawingml/2006/main">
            <a:r>
              <a:t>Kontrollera kopplingen, slå därefter på riggens matning. Den idealiserade visningen är 12,00 V. I en verklig rigg noteras faktisk avläsning. Bekräfta båda uttagen och mätpunkterna.</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15: Spänning  Om spetsarna byter plats</a:t>
            </a:r>
          </a:p>
          <a:p xmlns:a="http://schemas.openxmlformats.org/drawingml/2006/main">
            <a:r>
              <a:t>AVSNITT: Mätning</a:t>
            </a:r>
          </a:p>
          <a:p xmlns:a="http://schemas.openxmlformats.org/drawingml/2006/main">
            <a:r>
              <a:t>Frånkoppla matningen före byte av spetsarnas placering. Kontrollera kopplingen och slå sedan på igen. Förutsäg tecknet innan avläsningen visas. Samma två punkter, men omvänd jämförelse ger negativt tecken. Det gör inte DC-spänningen till AC.</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16: Varför kopplas voltmetern parallellt</a:t>
            </a:r>
          </a:p>
          <a:p xmlns:a="http://schemas.openxmlformats.org/drawingml/2006/main">
            <a:r>
              <a:t>AVSNITT: Mätning</a:t>
            </a:r>
          </a:p>
          <a:p xmlns:a="http://schemas.openxmlformats.org/drawingml/2006/main">
            <a:r>
              <a:t>Knyt regeln till mätarens funktion. En voltmeter jämför potentialen i två punkter och har hög ingångsresistans. Senare visas varför även dess lilla ström kan påverka en givarkrets.</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17: Övning 2  Strömmen genom H1</a:t>
            </a:r>
          </a:p>
          <a:p xmlns:a="http://schemas.openxmlformats.org/drawingml/2006/main">
            <a:r>
              <a:t>AVSNITT: Mätning</a:t>
            </a:r>
          </a:p>
          <a:p xmlns:a="http://schemas.openxmlformats.org/drawingml/2006/main">
            <a:r>
              <a:t>Eleven ska föreslå en seriekoppling mellan K1 och K2. Matningen är frånkopplad. Det ska finnas en enda strömväg genom instrumentet.</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18: Ström  Öppnad strömväg</a:t>
            </a:r>
          </a:p>
          <a:p xmlns:a="http://schemas.openxmlformats.org/drawingml/2006/main">
            <a:r>
              <a:t>AVSNITT: Mätning</a:t>
            </a:r>
          </a:p>
          <a:p xmlns:a="http://schemas.openxmlformats.org/drawingml/2006/main">
            <a:r>
              <a:t>Koppla från matningen före ändring. Ta bort länken K1–K2. Välj A DC. Strömingång, område, säkring och tidsgräns måste passa instrument och väntad ström. Modellen visar 10 A-ingång som exempel.</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19: Ström  Mätaren fyller öppningen</a:t>
            </a:r>
          </a:p>
          <a:p xmlns:a="http://schemas.openxmlformats.org/drawingml/2006/main">
            <a:r>
              <a:t>AVSNITT: Mätning</a:t>
            </a:r>
          </a:p>
          <a:p xmlns:a="http://schemas.openxmlformats.org/drawingml/2006/main">
            <a:r>
              <a:t>Följ den röda ledningen från K1 till strömingången, genom mätaren och från COM via svart till K2. Låt handledaren kontrollera innan riggen energiseras.</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20: Ström  Avläsning och facit</a:t>
            </a:r>
          </a:p>
          <a:p xmlns:a="http://schemas.openxmlformats.org/drawingml/2006/main">
            <a:r>
              <a:t>AVSNITT: Mätning</a:t>
            </a:r>
          </a:p>
          <a:p xmlns:a="http://schemas.openxmlformats.org/drawingml/2006/main">
            <a:r>
              <a:t>0,10 A är en illustrativ avläsning, inte ett påstående om skolans lampa. Hela lampströmmen passerar mätaren. Värdet bestäms av den aktuella lasten och driftläget.</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21: Ström  Återställning efter mätningen</a:t>
            </a:r>
          </a:p>
          <a:p xmlns:a="http://schemas.openxmlformats.org/drawingml/2006/main">
            <a:r>
              <a:t>AVSNITT: Mätning</a:t>
            </a:r>
          </a:p>
          <a:p xmlns:a="http://schemas.openxmlformats.org/drawingml/2006/main">
            <a:r>
              <a:t>Slå från före borttagning. Återställ länken K1–K2 och flytta den röda ledningen till VΩ. Visad krets är återställd men inte energiserad.</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22: Övning 3  Vad är fel före anslutning</a:t>
            </a:r>
          </a:p>
          <a:p xmlns:a="http://schemas.openxmlformats.org/drawingml/2006/main">
            <a:r>
              <a:t>AVSNITT: Mätning</a:t>
            </a:r>
          </a:p>
          <a:p xmlns:a="http://schemas.openxmlformats.org/drawingml/2006/main">
            <a:r>
              <a:t>Visa denna fråga före facit. Spetsarna är inte anslutna till kretsen. Vredet står på V DC men röd ledning sitter i strömingången.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23: Facit  Röd ledning tillbaka till VΩ</a:t>
            </a:r>
          </a:p>
          <a:p xmlns:a="http://schemas.openxmlformats.org/drawingml/2006/main">
            <a:r>
              <a:t>AVSNITT: Mätning</a:t>
            </a:r>
          </a:p>
          <a:p xmlns:a="http://schemas.openxmlformats.org/drawingml/2006/main">
            <a:r>
              <a:t>Det räcker inte att vrida till V. Strömingången kan skapa kortslutning om den kopplas över en källa. Visa rätt uttag tydligt och förklara den låga resistansen i strömvägen.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24: Resistans  Mätaren använder egen provström</a:t>
            </a:r>
          </a:p>
          <a:p xmlns:a="http://schemas.openxmlformats.org/drawingml/2006/main">
            <a:r>
              <a:t>AVSNITT: Mätning</a:t>
            </a:r>
          </a:p>
          <a:p xmlns:a="http://schemas.openxmlformats.org/drawingml/2006/main">
            <a:r>
              <a:t>Förklara varför extern spänning inte får finnas vid ohmmätning. Mätaren skickar en liten testsignal och beräknar resistansen. Lagrad energi ska hanteras enligt säker metod och under handledning. Källa: https://www.fluke.com/en-us/learn/blog/digital-multimeters/how-to-measure-resistance</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25: Resistans  En isolerad komponent</a:t>
            </a:r>
          </a:p>
          <a:p xmlns:a="http://schemas.openxmlformats.org/drawingml/2006/main">
            <a:r>
              <a:t>AVSNITT: Mätning</a:t>
            </a:r>
          </a:p>
          <a:p xmlns:a="http://schemas.openxmlformats.org/drawingml/2006/main">
            <a:r>
              <a:t>Vi lämnar nu lampan och använder en lös resistor R1 för ett tydligt siffervärde. Resistorn är separerad från övriga strömvägar. Detta är ett nytt komponentexempel, inte lampans varma resistans.</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26: Resistans  Mät över komponenten</a:t>
            </a:r>
          </a:p>
          <a:p xmlns:a="http://schemas.openxmlformats.org/drawingml/2006/main">
            <a:r>
              <a:t>AVSNITT: Mätning</a:t>
            </a:r>
          </a:p>
          <a:p xmlns:a="http://schemas.openxmlformats.org/drawingml/2006/main">
            <a:r>
              <a:t>Följ båda ledningarna. Idealiskt 1 kΩ, verkligt värde påverkas av tolerans och mätfel. Det är komponentens två anslutningar som jämförs.</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27: Kontinuitet  Kontroll av instrument och spetsar</a:t>
            </a:r>
          </a:p>
          <a:p xmlns:a="http://schemas.openxmlformats.org/drawingml/2006/main">
            <a:r>
              <a:t>AVSNITT: Mätning</a:t>
            </a:r>
          </a:p>
          <a:p xmlns:a="http://schemas.openxmlformats.org/drawingml/2006/main">
            <a:r>
              <a:t>Välj summerfunktionen på instrumentet, inte en godtycklig Ω-skala. Vissa instrument kräver funktionsknapp. Kontrollera med spetsarna mot varandra. 0,3 Ω är en illustrativ lednings- och kontaktresistans. Källa: https://www.fluke.com/en-us/learn/blog/digital-multimeters/how-to-measure-resistance</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28: Kontinuitet  En hel uttagen säkring</a:t>
            </a:r>
          </a:p>
          <a:p xmlns:a="http://schemas.openxmlformats.org/drawingml/2006/main">
            <a:r>
              <a:t>AVSNITT: Mätning</a:t>
            </a:r>
          </a:p>
          <a:p xmlns:a="http://schemas.openxmlformats.org/drawingml/2006/main">
            <a:r>
              <a:t>Säkringen är uttagen ur frånskild utrustning. Pipgränsen varierar med instrumentet. Ett pip visar låg resistans men inte att en anslutning klarar driftströmmen.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29: Kontinuitet  En bruten strömväg</a:t>
            </a:r>
          </a:p>
          <a:p xmlns:a="http://schemas.openxmlformats.org/drawingml/2006/main">
            <a:r>
              <a:t>AVSNITT: Mätning</a:t>
            </a:r>
          </a:p>
          <a:p xmlns:a="http://schemas.openxmlformats.org/drawingml/2006/main">
            <a:r>
              <a:t>Förutsäg utfallet och gå sedan vidare till OL. Inget pip behöver tolkas tillsammans med kontakt, funktion och mätområde. OL betyder att värdet ligger utanför mätområdet, inte universellt att komponenten är trasig.</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30: Övning 4  Två möjliga mätvägar</a:t>
            </a:r>
          </a:p>
          <a:p xmlns:a="http://schemas.openxmlformats.org/drawingml/2006/main">
            <a:r>
              <a:t>AVSNITT: Mätning</a:t>
            </a:r>
          </a:p>
          <a:p xmlns:a="http://schemas.openxmlformats.org/drawingml/2006/main">
            <a:r>
              <a:t>Båda resistorerna sitter kvar. Ingen yttre matning eller lagrad energi. Fråga först om resultatet blir större eller mindre än 1 kΩ. Räkna först efter förutsägelsen.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31: Facit  Två lika motstånd parallellt</a:t>
            </a:r>
          </a:p>
          <a:p xmlns:a="http://schemas.openxmlformats.org/drawingml/2006/main">
            <a:r>
              <a:t>AVSNITT: Mätning</a:t>
            </a:r>
          </a:p>
          <a:p xmlns:a="http://schemas.openxmlformats.org/drawingml/2006/main">
            <a:r>
              <a:t>Provströmmen delar sig. Rp=1000×1000/(1000+1000)=500 Ω. Koppla resultatet till varför man behöver isolera en komponent.</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32: Resistans  En gren lossas</a:t>
            </a:r>
          </a:p>
          <a:p xmlns:a="http://schemas.openxmlformats.org/drawingml/2006/main">
            <a:r>
              <a:t>AVSNITT: Mätning</a:t>
            </a:r>
          </a:p>
          <a:p xmlns:a="http://schemas.openxmlformats.org/drawingml/2006/main">
            <a:r>
              <a:t>R1 har en lossad övre anslutning och deltar inte längre i sluten mätväg. Instrumentet mäter då den kvarvarande R2, 1 kΩ. Be eleven peka på avbrottet.</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Förklara muntligt: Skärmen kan visa 230 V både vid en apparat och i en elcentral. Instrumentets skydd måste även klara mätpunktens transienter och felenergi. Kategorin tar hänsyn till var i försörjningen mätningen sker och till tillgänglig kortslutningsström. En transient kan starta ett fel som matningen fortsätter att driva. Följder kan vara elchock, ljusbåge, brand eller söndersprängt instrument. Ange inte att ett ofarligt instrumentfel är det mest sannolika utfallet. CAT anger varken mätnoggrannhet eller en garanti mot felaktig användning.</a:t>
            </a:r>
          </a:p>
          <a:p xmlns:a="http://schemas.openxmlformats.org/drawingml/2006/main">
            <a:r>
              <a:t/>
            </a:r>
          </a:p>
          <a:p xmlns:a="http://schemas.openxmlformats.org/drawingml/2006/main">
            <a:r>
              <a:t>Källor:</a:t>
            </a:r>
          </a:p>
          <a:p xmlns:a="http://schemas.openxmlformats.org/drawingml/2006/main">
            <a:r>
              <a:t>https://www.megger.com/en/safety/measurement-category</a:t>
            </a:r>
          </a:p>
          <a:p xmlns:a="http://schemas.openxmlformats.org/drawingml/2006/main">
            <a:r>
              <a:t>https://webstore.iec.ch/en/publication/75915</a:t>
            </a:r>
          </a:p>
          <a:p xmlns:a="http://schemas.openxmlformats.org/drawingml/2006/main">
            <a:r>
              <a:t>https://webstore.iec.ch/en/publication/75916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38: Övning 5  Vilken märkning räcker</a:t>
            </a:r>
          </a:p>
          <a:p xmlns:a="http://schemas.openxmlformats.org/drawingml/2006/main">
            <a:r>
              <a:t>AVSNITT: Mätning</a:t>
            </a:r>
          </a:p>
          <a:p xmlns:a="http://schemas.openxmlformats.org/drawingml/2006/main">
            <a:r>
              <a:t>Detta är en avgränsad märkningsjämförelse. Kravet är givet. Be eleverna motivera både kategori och spänning.</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39: Facit  Instrument B uppfyller kravet</a:t>
            </a:r>
          </a:p>
          <a:p xmlns:a="http://schemas.openxmlformats.org/drawingml/2006/main">
            <a:r>
              <a:t>AVSNITT: Mätning</a:t>
            </a:r>
          </a:p>
          <a:p xmlns:a="http://schemas.openxmlformats.org/drawingml/2006/main">
            <a:r>
              <a:t>A når högre märkspänning men fel kategori. B matchar det givna kravet. Detta innebär inte komplett godkännande för ett verkligt arbete. Mätpunkt, skick, sladdar och manual ska fortfarande bedömas.</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40: Kontrollpunkt  Koppling och matning</a:t>
            </a:r>
          </a:p>
          <a:p xmlns:a="http://schemas.openxmlformats.org/drawingml/2006/main">
            <a:r>
              <a:t>AVSNITT: Mätning</a:t>
            </a:r>
          </a:p>
          <a:p xmlns:a="http://schemas.openxmlformats.org/drawingml/2006/main">
            <a:r>
              <a:t>Visa en rad i taget med pekaren. Eleven ska ange både koppling och matningstillstånd.</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41: Hur tillförlitligt är mätvärdet</a:t>
            </a:r>
          </a:p>
          <a:p xmlns:a="http://schemas.openxmlformats.org/drawingml/2006/main">
            <a:r>
              <a:t>AVSNITT: Mätvärde</a:t>
            </a:r>
          </a:p>
          <a:p xmlns:a="http://schemas.openxmlformats.org/drawingml/2006/main">
            <a:r>
              <a:t>Nu hålls avläsning, felgräns, tolerans och protokoll samman. Belastningsfelet kommer i ett eget block. Låt eleverna förklara skillnaden med ord före formler. Arbetsgång i räkneexempel: Givet, samband, beräkning och rimlighetskontroll.</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42: Upplösning  Sista visade decimalen</a:t>
            </a:r>
          </a:p>
          <a:p xmlns:a="http://schemas.openxmlformats.org/drawingml/2006/main">
            <a:r>
              <a:t>AVSNITT: Mätvärde</a:t>
            </a:r>
          </a:p>
          <a:p xmlns:a="http://schemas.openxmlformats.org/drawingml/2006/main">
            <a:r>
              <a:t>Visa steget mellan två på varandra följande värden. För vårt undervisningsexempel är upplösningen 0,01 V. Fler decimaler garanterar inte bättre noggrannhet. Källa: https://www.fluke.com/en-us/learn/blog/digital-multimeters/accuracy-precision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43: Felgräns  Procentdelen</a:t>
            </a:r>
          </a:p>
          <a:p xmlns:a="http://schemas.openxmlformats.org/drawingml/2006/main">
            <a:r>
              <a:t>AVSNITT: Mätvärde</a:t>
            </a:r>
          </a:p>
          <a:p xmlns:a="http://schemas.openxmlformats.org/drawingml/2006/main">
            <a:r>
              <a:t>Behåll samma 12,00 V genom hela genomgången. Uttrycket är ±(0,5% av visning + 2 siffror), och upplösningen är 0,01 V. Börja endast med procentdelen. Procenten tas av avläsningens belopp, även om visningen har minustecken.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44: Felgräns  Två steg i sista siffran</a:t>
            </a:r>
          </a:p>
          <a:p xmlns:a="http://schemas.openxmlformats.org/drawingml/2006/main">
            <a:r>
              <a:t>AVSNITT: Mätvärde</a:t>
            </a:r>
          </a:p>
          <a:p xmlns:a="http://schemas.openxmlformats.org/drawingml/2006/main">
            <a:r>
              <a:t>Siffror eller counts betyder steg i sista visade siffran, inte antal decimaler eller två volt. Illustrera två steg med tre displayvärden. Källa: https://media.fluke.com/ade6b718-4577-4b57-903b-b10600664c67_original%20file.pdf</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45: Felgräns  Bidragen läggs ihop</a:t>
            </a:r>
          </a:p>
          <a:p xmlns:a="http://schemas.openxmlformats.org/drawingml/2006/main">
            <a:r>
              <a:t>AVSNITT: Mätvärde</a:t>
            </a:r>
          </a:p>
          <a:p xmlns:a="http://schemas.openxmlformats.org/drawingml/2006/main">
            <a:r>
              <a:t>Addera bidragen till högsta specificerade instrumentavvikelse. Detta är inte en uppmätt faktisk avvikelse. Det är inte heller en fullständig osäkerhetsbudget.</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46: Felgräns  Intervallet runt avläsningen</a:t>
            </a:r>
          </a:p>
          <a:p xmlns:a="http://schemas.openxmlformats.org/drawingml/2006/main">
            <a:r>
              <a:t>AVSNITT: Mätvärde</a:t>
            </a:r>
          </a:p>
          <a:p xmlns:a="http://schemas.openxmlformats.org/drawingml/2006/main">
            <a:r>
              <a:t>12,00 minus/plus 0,08 ger 11,92–12,08 V. Begränsa tolkningen till instrumentets specifikation. Belastningsfel och andra bidrag kan behöva bedömas separat.</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47: Övning 6  Multimetern visar 24,00 V</a:t>
            </a:r>
          </a:p>
          <a:p xmlns:a="http://schemas.openxmlformats.org/drawingml/2006/main">
            <a:r>
              <a:t>AVSNITT: Mätvärde</a:t>
            </a:r>
          </a:p>
          <a:p xmlns:a="http://schemas.openxmlformats.org/drawingml/2006/main">
            <a:r>
              <a:t>Låt eleverna räkna procentdel, sifferdel och intervall separat. Välj numerisk förståelse före formeln med a och 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48: Facit  Multimeterns felgräns</a:t>
            </a:r>
          </a:p>
          <a:p xmlns:a="http://schemas.openxmlformats.org/drawingml/2006/main">
            <a:r>
              <a:t>AVSNITT: Mätvärde</a:t>
            </a:r>
          </a:p>
          <a:p xmlns:a="http://schemas.openxmlformats.org/drawingml/2006/main">
            <a:r>
              <a:t>0,005×24=0,12; 2×0,01=0,02; summa 0,14 V. Intervallet 23,86–24,14 V. Samma villkor som i instrumentets specifikation.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49: Utrustningens tolerans och mätarens felgräns</a:t>
            </a:r>
          </a:p>
          <a:p xmlns:a="http://schemas.openxmlformats.org/drawingml/2006/main">
            <a:r>
              <a:t>AVSNITT: Mätvärde</a:t>
            </a:r>
          </a:p>
          <a:p xmlns:a="http://schemas.openxmlformats.org/drawingml/2006/main">
            <a:r>
              <a:t>Källans krav är ett annat intervall än mätarens felgräns. Kravet avser utrustningen. Mätintervallet avser vår kunskap om den uppmätta spänningen under förenklade villkor.</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50: Övning 7  Ryms hela mätintervallet</a:t>
            </a:r>
          </a:p>
          <a:p xmlns:a="http://schemas.openxmlformats.org/drawingml/2006/main">
            <a:r>
              <a:t>AVSNITT: Mätvärde</a:t>
            </a:r>
          </a:p>
          <a:p xmlns:a="http://schemas.openxmlformats.org/drawingml/2006/main">
            <a:r>
              <a:t>Eleverna arbetar två steg: kravgränser och mätgränser. I detta övningsfall är ändpunkterna inkluderade. Regler för verklig acceptans måste vara definierade för arbetet.</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51: Facit  Kravet ger 11,40 till 12,60 V</a:t>
            </a:r>
          </a:p>
          <a:p xmlns:a="http://schemas.openxmlformats.org/drawingml/2006/main">
            <a:r>
              <a:t>AVSNITT: Mätvärde</a:t>
            </a:r>
          </a:p>
          <a:p xmlns:a="http://schemas.openxmlformats.org/drawingml/2006/main">
            <a:r>
              <a:t>Fem procent av 12 V är 0,60 V. Beräkna 12 − 0,6 och 12 + 0,6. Nästa bild lägger till mätintervallet på exakt samma skala.</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52: Facit  Hela mätintervallet ryms</a:t>
            </a:r>
          </a:p>
          <a:p xmlns:a="http://schemas.openxmlformats.org/drawingml/2006/main">
            <a:r>
              <a:t>AVSNITT: Mätvärde</a:t>
            </a:r>
          </a:p>
          <a:p xmlns:a="http://schemas.openxmlformats.org/drawingml/2006/main">
            <a:r>
              <a:t>11,50±0,10 ger 11,40–11,60. Den nedre gränsen sammanfaller med kravet och accepteras enligt den uttryckliga regeln. Förklara att det är ett gränsfall.</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53: Övning 8  Nästa vakt behöver förstå mätningen</a:t>
            </a:r>
          </a:p>
          <a:p xmlns:a="http://schemas.openxmlformats.org/drawingml/2006/main">
            <a:r>
              <a:t>AVSNITT: Dokumentation</a:t>
            </a:r>
          </a:p>
          <a:p xmlns:a="http://schemas.openxmlformats.org/drawingml/2006/main">
            <a:r>
              <a:t>Visa frågan före stödtexten. Eleverna ska nämna minst fyra saknade uppgifter och förklara varför en av dem behövs. Godta fler korrekta alternativ än ett enda facit.</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54: Exempel på ett ifyllt mätprotokoll</a:t>
            </a:r>
          </a:p>
          <a:p xmlns:a="http://schemas.openxmlformats.org/drawingml/2006/main">
            <a:r>
              <a:t>AVSNITT: Dokumentation</a:t>
            </a:r>
          </a:p>
          <a:p xmlns:a="http://schemas.openxmlformats.org/drawingml/2006/main">
            <a:r>
              <a:t>Detta är ett fristående exempel med fiktiva uppgifter. De kan inte härledas ur den ofullständiga anteckningen på föregående bild. Givet: visning 11,80 V, upplösning 0,01 V och ±(0,5 % av visningen + 2 siffror). Felgränsen är 0,079 V, avrundad utåt till 0,08 V. Under dessa villkor ligger hela intervallet inom kravet. Vid verkligt arbete ska uppgifter hämtas från mätningen och instrumentunderlaget, aldrig gissas.</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55: Två motstånd delar källans spänning</a:t>
            </a:r>
          </a:p>
          <a:p xmlns:a="http://schemas.openxmlformats.org/drawingml/2006/main">
            <a:r>
              <a:t>AVSNITT: Belastningsfel</a:t>
            </a:r>
          </a:p>
          <a:p xmlns:a="http://schemas.openxmlformats.org/drawingml/2006/main">
            <a:r>
              <a:t>Övergång: nu lämnar vi lampkretsen för en givarmodell med stora resistanser. Visa först kretsen utan mätare. Lika motstånd delar 10 V lika. Gå inte vidare förrän 5 V är förstått.</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56: Mätaren tillför en parallell väg</a:t>
            </a:r>
          </a:p>
          <a:p xmlns:a="http://schemas.openxmlformats.org/drawingml/2006/main">
            <a:r>
              <a:t>AVSNITT: Belastningsfel</a:t>
            </a:r>
          </a:p>
          <a:p xmlns:a="http://schemas.openxmlformats.org/drawingml/2006/main">
            <a:r>
              <a:t>Lägg till mätarens ingångsresistans 10 MΩ parallellt med R2. Förutsäg om spänningen ökar eller minskar. Ingen beräkning behövs på denna bild. Ingången är här modellerad som en resistans vid likspänning. Källa: https://www.fluke.com/en-us/learn/blog/electrical/can-you-live-with-the-burden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57: Den nedre parallellkopplingen ersätts</a:t>
            </a:r>
          </a:p>
          <a:p xmlns:a="http://schemas.openxmlformats.org/drawingml/2006/main">
            <a:r>
              <a:t>AVSNITT: Belastningsfel</a:t>
            </a:r>
          </a:p>
          <a:p xmlns:a="http://schemas.openxmlformats.org/drawingml/2006/main">
            <a:r>
              <a:t>Rp=1×10/(1+10)=10/11MΩ≈0,909MΩ. R1 är oförändrad. Visa varför just den nedre delen ändras. Behåll enheten MΩ genom beräkningen.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58: Övning 9  Spänningen med ansluten mätare</a:t>
            </a:r>
          </a:p>
          <a:p xmlns:a="http://schemas.openxmlformats.org/drawingml/2006/main">
            <a:r>
              <a:t>AVSNITT: Belastningsfel</a:t>
            </a:r>
          </a:p>
          <a:p xmlns:a="http://schemas.openxmlformats.org/drawingml/2006/main">
            <a:r>
              <a:t>Eleven rekonstruerar det guidade exemplet. Ge formeln U=Uin×Rnedre/(Rövre+Rnedre). Använd den nyss framräknade parallellresistansen.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59: Facit  Spänningen blir cirka 4,762 V</a:t>
            </a:r>
          </a:p>
          <a:p xmlns:a="http://schemas.openxmlformats.org/drawingml/2006/main">
            <a:r>
              <a:t>AVSNITT: Belastningsfel</a:t>
            </a:r>
          </a:p>
          <a:p xmlns:a="http://schemas.openxmlformats.org/drawingml/2006/main">
            <a:r>
              <a:t>Med exakta Rp=10/11 fås 100/21 V = 4,7619 V. Den ursprungliga spänningen ändrades när mätaren anslöts. Det är belastningsfel. 4,762 V är en beräknad spänning, inte en verklig displayavläsning. Avrundat till 0,01 V blir det 4,76 V. Andra mätfel ingår inte här.</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60: Övning 10  Lägre ingångsresistans</a:t>
            </a:r>
          </a:p>
          <a:p xmlns:a="http://schemas.openxmlformats.org/drawingml/2006/main">
            <a:r>
              <a:t>AVSNITT: Belastningsfel</a:t>
            </a:r>
          </a:p>
          <a:p xmlns:a="http://schemas.openxmlformats.org/drawingml/2006/main">
            <a:r>
              <a:t>Ändra bara Rm till 1 MΩ. Fråga först om belastningen blir större. Låt eleverna beräkna parallellvärdet, ny spänning och procentfel.</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61: Facit  Parallellvärde och ny spänning</a:t>
            </a:r>
          </a:p>
          <a:p xmlns:a="http://schemas.openxmlformats.org/drawingml/2006/main">
            <a:r>
              <a:t>AVSNITT: Belastningsfel</a:t>
            </a:r>
          </a:p>
          <a:p xmlns:a="http://schemas.openxmlformats.org/drawingml/2006/main">
            <a:r>
              <a:t>1 MΩ parallellt med 1 MΩ ger 0,5 MΩ. 10 × 0,5 / (1 + 0,5) ≈ 3,333 V. Procentfelet kommer först på nästa bild.</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62: Facit  Belastningsfelet i procent</a:t>
            </a:r>
          </a:p>
          <a:p xmlns:a="http://schemas.openxmlformats.org/drawingml/2006/main">
            <a:r>
              <a:t>AVSNITT: Belastningsfel</a:t>
            </a:r>
          </a:p>
          <a:p xmlns:a="http://schemas.openxmlformats.org/drawingml/2006/main">
            <a:r>
              <a:t>Utgå från referensvärdet utan mätare, 5 V. Skillnaden −1,667 V dividerad med 5 V ger cirka −33,3 %. Minustecknet betyder lägre beräknad spänning. Behåll fler siffror under beräkningen och avrunda resultatet sist.</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63: Samma givarkrets med olika mätare</a:t>
            </a:r>
          </a:p>
          <a:p xmlns:a="http://schemas.openxmlformats.org/drawingml/2006/main">
            <a:r>
              <a:t>AVSNITT: Belastningsfel</a:t>
            </a:r>
          </a:p>
          <a:p xmlns:a="http://schemas.openxmlformats.org/drawingml/2006/main">
            <a:r>
              <a:t>Samla jämförelsen. Högre ingångsresistans ger mindre belastning i just denna modell. Detta är inte ett allmänt påstående att högimpedans alltid är rätt för alla mätuppgifter.</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64: Vad har vi mätt och vad kan påverka</a:t>
            </a:r>
          </a:p>
          <a:p xmlns:a="http://schemas.openxmlformats.org/drawingml/2006/main">
            <a:r>
              <a:t>AVSNITT: Avslut</a:t>
            </a:r>
          </a:p>
          <a:p xmlns:a="http://schemas.openxmlformats.org/drawingml/2006/main">
            <a:r>
              <a:t>Avslutande återkoppling. Facit: V jämför två punkter; A kopplas i serie; Ω kräver frånskiljning. Felgränsen gäller enligt instrumentets villkor. Belastning ändrar kretsen. Be om ett kort protokoll med mätpunkter och drifttillstånd.</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65: Avslut och eget arbete</a:t>
            </a:r>
          </a:p>
          <a:p xmlns:a="http://schemas.openxmlformats.org/drawingml/2006/main">
            <a:r>
              <a:t>AVSNITT: Avslut</a:t>
            </a:r>
          </a:p>
          <a:p xmlns:a="http://schemas.openxmlformats.org/drawingml/2006/main">
            <a:r>
              <a:t>Avsluta med ett schema och ett protokoll baserat på givna uppgifter. Ange aktuell inlämningsanvisning separat. Praktiskt utförande sker vid handledd laboration.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66: Referens  Strömmätaren påverkar också</a:t>
            </a:r>
          </a:p>
          <a:p xmlns:a="http://schemas.openxmlformats.org/drawingml/2006/main">
            <a:r>
              <a:t>AVSNITT: Referens</a:t>
            </a:r>
          </a:p>
          <a:p xmlns:a="http://schemas.openxmlformats.org/drawingml/2006/main">
            <a:r>
              <a:t>Fördjupning, inte nödvändig för första genomgången. Strömingångens shunt och säkring ger spänningsfall. Det kallas burden voltage i manualer. Värden är konstruerade undervisningsdata. Källa: https://www.fluke.com/en-us/learn/blog/electrical/can-you-live-with-the-burden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67: Referens  Ytterligare exempel på felgräns</a:t>
            </a:r>
          </a:p>
          <a:p xmlns:a="http://schemas.openxmlformats.org/drawingml/2006/main">
            <a:r>
              <a:t>AVSNITT: Referens</a:t>
            </a:r>
          </a:p>
          <a:p xmlns:a="http://schemas.openxmlformats.org/drawingml/2006/main">
            <a:r>
              <a:t>Extraövning. Visa gärna fråga muntligt innan lösningen. δ är den beräknade specificerade gränsens storlek, inte en känd faktiskt uppmätt avvikelse.</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68: Referens  Belastning vid 9 V</a:t>
            </a:r>
          </a:p>
          <a:p xmlns:a="http://schemas.openxmlformats.org/drawingml/2006/main">
            <a:r>
              <a:t>AVSNITT: Referens</a:t>
            </a:r>
          </a:p>
          <a:p xmlns:a="http://schemas.openxmlformats.org/drawingml/2006/main">
            <a:r>
              <a:t>Frivilligt fördjupningsexempel med en annan matningsspänning. R1 = R2 = Rm = 2 MΩ. Rp = 1 MΩ, Um = 3 V. Utan mätare: 4,5 V. Relativ ändring: −33,3 %.</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BILD 69: Referens  Svenska filmer</a:t>
            </a:r>
          </a:p>
          <a:p xmlns:a="http://schemas.openxmlformats.org/drawingml/2006/main">
            <a:r>
              <a:t>AVSNITT: Referens</a:t>
            </a:r>
          </a:p>
          <a:p xmlns:a="http://schemas.openxmlformats.org/drawingml/2006/main">
            <a:r>
              <a:t>Länkar och tidsavsnitt bevaras från ursprungspresentationen. Använd valda klipp som kompletterande stöd. Kontrollera uppspelning på undervisningsenheten.</a:t>
            </a:r>
          </a:p>
          <a:p xmlns:a="http://schemas.openxmlformats.org/drawingml/2006/main">
            <a:r>
              <a:t>Förutsättningarna anges för varje exempel. Lampkretsen är en strömbegränsad 12 V SELV-rigg; övriga räkneexempel använder sina egna givna värden. Praktiskt arbete sker vid handledd laboration.</a:t>
            </a:r>
          </a:p>
          <a:p xmlns:a="http://schemas.openxmlformats.org/drawingml/2006/main">
            <a:r>
              <a:t>Källor: https://nj22az.github.io/sjoskolan/vecka-39/aktuell/Multimeter_sjofart_elev_v6.pptx</a:t>
            </a:r>
          </a:p>
          <a:p xmlns:a="http://schemas.openxmlformats.org/drawingml/2006/main">
            <a:r>
              <a:t>Illustrationer skapade med bildgenerering. Kopplingsscheman, anslutningar, mätvärden och märkningar är redigerbara PowerPoint-objekt.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Källor</a:t>
            </a:r>
          </a:p>
          <a:p xmlns:a="http://schemas.openxmlformats.org/drawingml/2006/main">
            <a:r>
              <a:t>https://nj22az.github.io/sjoskolan/vecka-39/aktuell/Multimeter_sjofart_elev_v6.pptx</a:t>
            </a:r>
          </a:p>
          <a:p xmlns:a="http://schemas.openxmlformats.org/drawingml/2006/main">
            <a:r>
              <a:t>https://www.fluke.com/en-us/learn/blog/digital-multimeters/how-to-measure-resistance</a:t>
            </a:r>
          </a:p>
          <a:p xmlns:a="http://schemas.openxmlformats.org/drawingml/2006/main">
            <a:r>
              <a:t>https://www.fluke.com/en-us/learn/blog/digital-multimeters/accuracy-precision</a:t>
            </a:r>
          </a:p>
          <a:p xmlns:a="http://schemas.openxmlformats.org/drawingml/2006/main">
            <a:r>
              <a:t>https://www.fluke.com/en-us/learn/blog/safety/multimeter-guide</a:t>
            </a:r>
          </a:p>
          <a:p xmlns:a="http://schemas.openxmlformats.org/drawingml/2006/main">
            <a:r>
              <a:t>https://www.fluke.com/en-us/learn/blog/electrical/can-you-live-with-the-burden</a:t>
            </a:r>
          </a:p>
          <a:p xmlns:a="http://schemas.openxmlformats.org/drawingml/2006/main">
            <a:r>
              <a:t>https://media.fluke.com/ade6b718-4577-4b57-903b-b10600664c67_original%20file.pdf</a:t>
            </a:r>
          </a:p>
          <a:p xmlns:a="http://schemas.openxmlformats.org/drawingml/2006/main">
            <a:r>
              <a:t>Filmlänkar finns på föregående bild.</a:t>
            </a:r>
          </a:p>
          <a:p xmlns:a="http://schemas.openxmlformats.org/drawingml/2006/main">
            <a:r>
              <a:t>Förenklad undervisningsmätare: inte en avbildning av skolans bekräftade instrument. Kontrollera den verkliga manualen före praktiskt arbete.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Läs tabellen från förbrukaren mot matningen. CAT III gäller fast installation även om kretsen är enfas. CAT IV avser lågspänningsinstallationens matningspunkt, inte alla föremål som finns utomhus och inte allmän högspänningsmätning på kraftledningar. För uttag måste mätpunkten skiljas: förbrukarsidan är ett CAT II-exempel, fast installationsledning hör till CAT III.</a:t>
            </a:r>
          </a:p>
          <a:p xmlns:a="http://schemas.openxmlformats.org/drawingml/2006/main">
            <a:r>
              <a:t/>
            </a:r>
          </a:p>
          <a:p xmlns:a="http://schemas.openxmlformats.org/drawingml/2006/main">
            <a:r>
              <a:t>CAT I är en äldre mätkategoribeteckning för kretsar utan direkt nätanslutning. Modern vägledning beskriver dessa som utan angiven mätkategori. Det innebär inte att kretsen alltid har låg spänning eller låg energi. Exempel är skyddat avskilda elektronikkretsar. Ett ospecificerat instrument blir inte automatiskt lämpligt för dem.</a:t>
            </a:r>
          </a:p>
          <a:p xmlns:a="http://schemas.openxmlformats.org/drawingml/2006/main">
            <a:r>
              <a:t/>
            </a:r>
          </a:p>
          <a:p xmlns:a="http://schemas.openxmlformats.org/drawingml/2006/main">
            <a:r>
              <a:t>Källor:</a:t>
            </a:r>
          </a:p>
          <a:p xmlns:a="http://schemas.openxmlformats.org/drawingml/2006/main">
            <a:r>
              <a:t>https://manual.hioki.com/en/CM4001/manual/introduction/about_measurement_category.html</a:t>
            </a:r>
          </a:p>
          <a:p xmlns:a="http://schemas.openxmlformats.org/drawingml/2006/main">
            <a:r>
              <a:t>https://www.picotech.com/library/articles/application-note/choosing-the-right-pico-technology-active-differential-probe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Peka först på CAT III och sedan på 600 V. Båda uppgifterna ska stämma med mätpunkten. CAT-spänningen avser spänningen till jord. Kontrollera även tillåten spänning mellan uttagen, AC/DC, funktion och andra gränser i manualen. COM är inte automatiskt jord.</a:t>
            </a:r>
          </a:p>
          <a:p xmlns:a="http://schemas.openxmlformats.org/drawingml/2006/main">
            <a:r>
              <a:t/>
            </a:r>
          </a:p>
          <a:p xmlns:a="http://schemas.openxmlformats.org/drawingml/2006/main">
            <a:r>
              <a:t>Ja, ett CAT II-instrument kan ha högre angiven spänning än ett CAT IV-instrument. Det gör inte instrumenten utbytbara. Dubbel märkning anger två kombinationer som just det instrumentet klarar. Ingen allmän regel kräver lägre spänning vid högre CAT. Det finns till exempel multimetrar märkta CAT IV 1 000 V. CAT IV 600 V kan användas i lägre kategorier inom sina spänningsgränser och övriga villkor.</a:t>
            </a:r>
          </a:p>
          <a:p xmlns:a="http://schemas.openxmlformats.org/drawingml/2006/main">
            <a:r>
              <a:t/>
            </a:r>
          </a:p>
          <a:p xmlns:a="http://schemas.openxmlformats.org/drawingml/2006/main">
            <a:r>
              <a:t>Källor:</a:t>
            </a:r>
          </a:p>
          <a:p xmlns:a="http://schemas.openxmlformats.org/drawingml/2006/main">
            <a:r>
              <a:t>https://www.megger.com/en/safety/measurement-category</a:t>
            </a:r>
          </a:p>
          <a:p xmlns:a="http://schemas.openxmlformats.org/drawingml/2006/main">
            <a:r>
              <a:t>https://www.picotech.com/library/articles/application-note/choosing-the-right-pico-technology-active-differential-probe</a:t>
            </a:r>
          </a:p>
          <a:p xmlns:a="http://schemas.openxmlformats.org/drawingml/2006/main">
            <a:r>
              <a:t>https://www.fluke.com/sv-se/produkt/elektrisk-testning/digitala-multimetrar/283-fc-digital-multimeter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 bara huvudpoängen om gruppen behöver hålla tempot: 1 000 V på märkningen ersätter inte rätt kategori.</a:t>
            </a:r>
          </a:p>
          <a:p xmlns:a="http://schemas.openxmlformats.org/drawingml/2006/main">
            <a:r>
              <a:t/>
            </a:r>
          </a:p>
          <a:p xmlns:a="http://schemas.openxmlformats.org/drawingml/2006/main">
            <a:r>
              <a:t>Fördjupning: CAT II 1 000 V och CAT III 600 V har samma provimpulsspänning i tabellen, men olika provkällresistans. 2 Ω ger större möjlig provström än 12 Ω. Därför beskriver enbart provimpulsens voltal inte hela skyddet. CAT IV 600 V provas här med 8 000 V. Detta är korta specificerade provimpulser, inte spänningar som får mätas kontinuerligt. Tabellen är ett pedagogiskt urval från tillverkarens vägledning och inte en fullständig redovisning av alla krav eller prov enligt standarden.</a:t>
            </a:r>
          </a:p>
          <a:p xmlns:a="http://schemas.openxmlformats.org/drawingml/2006/main">
            <a:r>
              <a:t/>
            </a:r>
          </a:p>
          <a:p xmlns:a="http://schemas.openxmlformats.org/drawingml/2006/main">
            <a:r>
              <a:t>Källa, tabell 2 på sida 2:</a:t>
            </a:r>
          </a:p>
          <a:p xmlns:a="http://schemas.openxmlformats.org/drawingml/2006/main">
            <a:r>
              <a:t>https://media.fluke.com/26017a07-f3af-49c9-9a95-b1060068a09d_original%20file.pdf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Välj efter den mest krävande av de planerade mätpunkterna och dess spänningar. Utrustning med högre kategori kan även användas i en lägre kategori inom angivna gränser. En högre CAT gör inte mätningen mer noggrann. Kontrollera också rätt funktion och uttag, hela isoleringar samt tillverkarens föreskrivna säkringar. Provspetsar kan få lägre kategori när isolerande skydd tas bort.</a:t>
            </a:r>
          </a:p>
          <a:p xmlns:a="http://schemas.openxmlformats.org/drawingml/2006/main">
            <a:r>
              <a:t/>
            </a:r>
          </a:p>
          <a:p xmlns:a="http://schemas.openxmlformats.org/drawingml/2006/main">
            <a:r>
              <a:t>Tillämpning i Sjöskolans undervisning: Vår avskilda, strömbegränsade 12 V-rigg bedöms efter sina angivna gränser. Överför inte den bedömningen till ett stort 12/24 V-batterisystem eller en huvudtavla. För fartyg och IT-system fastställs kraven för den verkliga mätpunkten med anläggningsunderlag, arbetsplan och instrumentmanual. Låg nominell spänning betyder inte automatiskt liten kortslutningsenergi. Inga nätspänningsmätningar behöver utföras för denna teoriövning.</a:t>
            </a:r>
          </a:p>
          <a:p xmlns:a="http://schemas.openxmlformats.org/drawingml/2006/main">
            <a:r>
              <a:t/>
            </a:r>
          </a:p>
          <a:p xmlns:a="http://schemas.openxmlformats.org/drawingml/2006/main">
            <a:r>
              <a:t>Källor för instrumentval och tillbehör:</a:t>
            </a:r>
          </a:p>
          <a:p xmlns:a="http://schemas.openxmlformats.org/drawingml/2006/main">
            <a:r>
              <a:t>https://media.fluke.com/26017a07-f3af-49c9-9a95-b1060068a09d_original%20file.pdf</a:t>
            </a:r>
          </a:p>
          <a:p xmlns:a="http://schemas.openxmlformats.org/drawingml/2006/main">
            <a:r>
              <a:t>https://www.megger.com/en/safety/measurement-category</a:t>
            </a:r>
          </a:p>
          <a:p xmlns:a="http://schemas.openxmlformats.org/drawingml/2006/main">
            <a:r>
              <a:t>https://assets.fluke.com/Catalog/EN/2015-accessories-catalog/files/basic-html/page6.html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joskolan/slideLayouts/_rels/slideLayout1.xml.rels><?xml version='1.0' encoding='UTF-8' standalone='yes'?>
<Relationships xmlns="http://schemas.openxmlformats.org/package/2006/relationships"><Relationship Type="http://schemas.openxmlformats.org/officeDocument/2006/relationships/slideMaster" Target="/ppt/sjoskolan/slideMasters/slideMaster1.xml" Id="Rb23890c33d124b39"/></Relationships>
</file>

<file path=ppt/sjoskolan/slideLayouts/_rels/slideLayout2.xml.rels><?xml version='1.0' encoding='UTF-8' standalone='yes'?>
<Relationships xmlns="http://schemas.openxmlformats.org/package/2006/relationships"><Relationship Type="http://schemas.openxmlformats.org/officeDocument/2006/relationships/slideMaster" Target="/ppt/sjoskolan/slideMasters/slideMaster1.xml" Id="Rba6182e6e7284b37"/></Relationships>
</file>

<file path=ppt/sjoskolan/slideLayouts/_rels/slideLayout3.xml.rels><?xml version='1.0' encoding='UTF-8' standalone='yes'?>
<Relationships xmlns="http://schemas.openxmlformats.org/package/2006/relationships"><Relationship Type="http://schemas.openxmlformats.org/officeDocument/2006/relationships/slideMaster" Target="/ppt/sjoskolan/slideMasters/slideMaster1.xml" Id="R5824319cf624492a"/></Relationships>
</file>

<file path=ppt/sjoskolan/slideLayouts/_rels/slideLayout4.xml.rels><?xml version='1.0' encoding='UTF-8' standalone='yes'?>
<Relationships xmlns="http://schemas.openxmlformats.org/package/2006/relationships"><Relationship Type="http://schemas.openxmlformats.org/officeDocument/2006/relationships/slideMaster" Target="/ppt/sjoskolan/slideMasters/slideMaster1.xml" Id="Rdd644f62be0043f0"/></Relationships>
</file>

<file path=ppt/sjoskolan/slideLayouts/_rels/slideLayout5.xml.rels><?xml version='1.0' encoding='UTF-8' standalone='yes'?>
<Relationships xmlns="http://schemas.openxmlformats.org/package/2006/relationships"><Relationship Type="http://schemas.openxmlformats.org/officeDocument/2006/relationships/slideMaster" Target="/ppt/sjoskolan/slideMasters/slideMaster1.xml" Id="Re192fc1044ba4454"/></Relationships>
</file>

<file path=ppt/sjoskolan/slideLayouts/_rels/slideLayout6.xml.rels><?xml version='1.0' encoding='UTF-8' standalone='yes'?>
<Relationships xmlns="http://schemas.openxmlformats.org/package/2006/relationships"><Relationship Type="http://schemas.openxmlformats.org/officeDocument/2006/relationships/slideMaster" Target="/ppt/sjoskolan/slideMasters/slideMaster1.xml" Id="Rf822d7c43dd54da4"/></Relationships>
</file>

<file path=ppt/sjoskolan/slideLayouts/_rels/slideLayout7.xml.rels><?xml version='1.0' encoding='UTF-8' standalone='yes'?>
<Relationships xmlns="http://schemas.openxmlformats.org/package/2006/relationships"><Relationship Type="http://schemas.openxmlformats.org/officeDocument/2006/relationships/slideMaster" Target="/ppt/sjoskolan/slideMasters/slideMaster1.xml" Id="Rfc811d5116ef4346"/></Relationships>
</file>

<file path=ppt/sjoskolan/slideLayouts/_rels/slideLayout8.xml.rels><?xml version='1.0' encoding='UTF-8' standalone='yes'?>
<Relationships xmlns="http://schemas.openxmlformats.org/package/2006/relationships"><Relationship Type="http://schemas.openxmlformats.org/officeDocument/2006/relationships/slideMaster" Target="/ppt/sjoskolan/slideMasters/slideMaster1.xml" Id="R779062ec22654e2a"/></Relationships>
</file>

<file path=ppt/sjoskolan/slideLayouts/_rels/slideLayout9.xml.rels><?xml version='1.0' encoding='UTF-8' standalone='yes'?>
<Relationships xmlns="http://schemas.openxmlformats.org/package/2006/relationships"><Relationship Type="http://schemas.openxmlformats.org/officeDocument/2006/relationships/slideMaster" Target="/ppt/sjoskolan/slideMasters/slideMaster1.xml" Id="R3f635dc5b06044dc"/></Relationships>
</file>

<file path=ppt/sjoskolan/slideLayouts/_rels/slideLayout10.xml.rels><?xml version='1.0' encoding='UTF-8' standalone='yes'?>
<Relationships xmlns="http://schemas.openxmlformats.org/package/2006/relationships"><Relationship Type="http://schemas.openxmlformats.org/officeDocument/2006/relationships/slideMaster" Target="/ppt/sjoskolan/slideMasters/slideMaster1.xml" Id="R4d64dcb183b34e63"/></Relationships>
</file>

<file path=ppt/sjoskolan/slideLayouts/_rels/slideLayout11.xml.rels><?xml version='1.0' encoding='UTF-8' standalone='yes'?>
<Relationships xmlns="http://schemas.openxmlformats.org/package/2006/relationships"><Relationship Type="http://schemas.openxmlformats.org/officeDocument/2006/relationships/slideMaster" Target="/ppt/sjoskolan/slideMasters/slideMaster1.xml" Id="R1b67f47351cf43ed"/></Relationships>
</file>

<file path=ppt/sjoskolan/slideLayouts/slideLayout1.xml><?xml version="1.0" encoding="utf-8"?>
<p:sldLayout xmlns:p="http://schemas.openxmlformats.org/presentationml/2006/main" type="title" preserve="1">
  <p:cSld name="Rubrikbi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EF5E423-DEA8-4763-8D7E-9A08FE2396E5}"/>
              </a:ext>
            </a:extLst>
          </p:cNvPr>
          <p:cNvSpPr>
            <a:spLocks xmlns:a="http://schemas.openxmlformats.org/drawingml/2006/main" noGrp="1"/>
          </p:cNvSpPr>
          <p:nvPr>
            <p:ph type="ctrTitle" idx="0"/>
          </p:nvPr>
        </p:nvSpPr>
        <p:spPr>
          <a:xfrm xmlns:a="http://schemas.openxmlformats.org/drawingml/2006/main">
            <a:off x="685800" y="1122363"/>
            <a:ext cx="77724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4BBFEABB-640A-4A5B-A672-B2DFA008C6D9}"/>
              </a:ext>
            </a:extLst>
          </p:cNvPr>
          <p:cNvSpPr>
            <a:spLocks xmlns:a="http://schemas.openxmlformats.org/drawingml/2006/main" noGrp="1"/>
          </p:cNvSpPr>
          <p:nvPr>
            <p:ph type="subTitle" idx="1"/>
          </p:nvPr>
        </p:nvSpPr>
        <p:spPr>
          <a:xfrm xmlns:a="http://schemas.openxmlformats.org/drawingml/2006/main">
            <a:off x="1143000" y="3602038"/>
            <a:ext cx="6858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6D240531-6756-42DF-B569-5D200BDA7F5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C1F3D7D-73CF-D940-97F9-D65067452AC9}" type="datetimeFigureOut">
              <a:t>2026-08-26</a:t>
            </a:fld>
            <a:endParaRPr/>
          </a:p>
        </p:txBody>
      </p:sp>
      <p:sp>
        <p:nvSpPr>
          <p:cNvPr id="5" name="Footer Placeholder 4">
            <a:extLst xmlns:a="http://schemas.openxmlformats.org/drawingml/2006/main">
              <a:ext uri="{FF2B5EF4-FFF2-40B4-BE49-F238E27FC236}">
                <a16:creationId xmlns:a16="http://schemas.microsoft.com/office/drawing/2014/main" id="{3EA7689D-2098-4382-BC2C-112783DCF66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13F12A2-3FA4-4475-9ABF-B6190C7CE0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D56CE70-7EE1-9D47-B86A-0F053C401563}" type="slidenum">
              <a:t>‹#›</a:t>
            </a:fld>
            <a:endParaRPr/>
          </a:p>
        </p:txBody>
      </p:sp>
    </p:spTree>
  </p:cSld>
</p:sldLayout>
</file>

<file path=ppt/sjoskolan/slideLayouts/slideLayout2.xml><?xml version="1.0" encoding="utf-8"?>
<p:sldLayout xmlns:p="http://schemas.openxmlformats.org/presentationml/2006/main" type="obj" preserve="1">
  <p:cSld name="Rubrik och innehåll">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5F47A6-4DE5-49FF-9E1C-525FEB52161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8B5234D-B791-4865-8989-AEEDCA6A809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9413009-4B6F-4588-BA8F-0617E32FFB8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C1F3D7D-73CF-D940-97F9-D65067452AC9}" type="datetimeFigureOut">
              <a:t>2026-08-26</a:t>
            </a:fld>
            <a:endParaRPr/>
          </a:p>
        </p:txBody>
      </p:sp>
      <p:sp>
        <p:nvSpPr>
          <p:cNvPr id="5" name="Footer Placeholder 4">
            <a:extLst xmlns:a="http://schemas.openxmlformats.org/drawingml/2006/main">
              <a:ext uri="{FF2B5EF4-FFF2-40B4-BE49-F238E27FC236}">
                <a16:creationId xmlns:a16="http://schemas.microsoft.com/office/drawing/2014/main" id="{F0C9E82B-FFCD-4B52-AB33-CE525AA87B8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B1166E4-E1B8-46CC-A0E2-48544EC3A2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D56CE70-7EE1-9D47-B86A-0F053C401563}" type="slidenum">
              <a:t>‹#›</a:t>
            </a:fld>
            <a:endParaRPr/>
          </a:p>
        </p:txBody>
      </p:sp>
    </p:spTree>
  </p:cSld>
</p:sldLayout>
</file>

<file path=ppt/sjoskolan/slideLayouts/slideLayout3.xml><?xml version="1.0" encoding="utf-8"?>
<p:sldLayout xmlns:p="http://schemas.openxmlformats.org/presentationml/2006/main" type="secHead" preserve="1">
  <p:cSld name="Avsnittsrubrik">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A2BE766-0E34-4185-9555-0611D57206C5}"/>
              </a:ext>
            </a:extLst>
          </p:cNvPr>
          <p:cNvSpPr>
            <a:spLocks xmlns:a="http://schemas.openxmlformats.org/drawingml/2006/main" noGrp="1"/>
          </p:cNvSpPr>
          <p:nvPr>
            <p:ph type="title" idx="0"/>
          </p:nvPr>
        </p:nvSpPr>
        <p:spPr>
          <a:xfrm xmlns:a="http://schemas.openxmlformats.org/drawingml/2006/main">
            <a:off x="623888" y="1709739"/>
            <a:ext cx="78867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81E32C3-B883-429B-855B-5DC0D715B03F}"/>
              </a:ext>
            </a:extLst>
          </p:cNvPr>
          <p:cNvSpPr>
            <a:spLocks xmlns:a="http://schemas.openxmlformats.org/drawingml/2006/main" noGrp="1"/>
          </p:cNvSpPr>
          <p:nvPr>
            <p:ph type="body" idx="1"/>
          </p:nvPr>
        </p:nvSpPr>
        <p:spPr>
          <a:xfrm xmlns:a="http://schemas.openxmlformats.org/drawingml/2006/main">
            <a:off x="623888" y="4589464"/>
            <a:ext cx="7886700" cy="1500187"/>
          </a:xfrm>
        </p:spPr>
        <p:txBody>
          <a:bodyPr xmlns:a="http://schemas.openxmlformats.org/drawingml/2006/main"/>
          <a:lstStyle xmlns:a="http://schemas.openxmlformats.org/drawingml/2006/main">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322B940-0016-40A9-9499-4F27BA32FC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C1F3D7D-73CF-D940-97F9-D65067452AC9}" type="datetimeFigureOut">
              <a:t>2026-08-26</a:t>
            </a:fld>
            <a:endParaRPr/>
          </a:p>
        </p:txBody>
      </p:sp>
      <p:sp>
        <p:nvSpPr>
          <p:cNvPr id="5" name="Footer Placeholder 4">
            <a:extLst xmlns:a="http://schemas.openxmlformats.org/drawingml/2006/main">
              <a:ext uri="{FF2B5EF4-FFF2-40B4-BE49-F238E27FC236}">
                <a16:creationId xmlns:a16="http://schemas.microsoft.com/office/drawing/2014/main" id="{A31BA98C-D06F-43F3-B9F6-C25FFB6C7DD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4642B78-97D4-4B91-8C9B-B66B056903A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D56CE70-7EE1-9D47-B86A-0F053C401563}" type="slidenum">
              <a:t>‹#›</a:t>
            </a:fld>
            <a:endParaRPr/>
          </a:p>
        </p:txBody>
      </p:sp>
    </p:spTree>
  </p:cSld>
</p:sldLayout>
</file>

<file path=ppt/sjoskolan/slideLayouts/slideLayout4.xml><?xml version="1.0" encoding="utf-8"?>
<p:sldLayout xmlns:p="http://schemas.openxmlformats.org/presentationml/2006/main" type="twoObj" preserve="1">
  <p:cSld name="Två dela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6F06DB0-8B3F-4A32-AE09-CA5AE57A6F1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758E8A1-FB01-45C5-9CFB-0B77347003C8}"/>
              </a:ext>
            </a:extLst>
          </p:cNvPr>
          <p:cNvSpPr>
            <a:spLocks xmlns:a="http://schemas.openxmlformats.org/drawingml/2006/main" noGrp="1"/>
          </p:cNvSpPr>
          <p:nvPr>
            <p:ph idx="1"/>
          </p:nvPr>
        </p:nvSpPr>
        <p:spPr>
          <a:xfrm xmlns:a="http://schemas.openxmlformats.org/drawingml/2006/main">
            <a:off x="628650" y="1825625"/>
            <a:ext cx="38862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636C56B-237F-4D5B-95E5-8F8D4A8EB477}"/>
              </a:ext>
            </a:extLst>
          </p:cNvPr>
          <p:cNvSpPr>
            <a:spLocks xmlns:a="http://schemas.openxmlformats.org/drawingml/2006/main" noGrp="1"/>
          </p:cNvSpPr>
          <p:nvPr>
            <p:ph idx="2"/>
          </p:nvPr>
        </p:nvSpPr>
        <p:spPr>
          <a:xfrm xmlns:a="http://schemas.openxmlformats.org/drawingml/2006/main">
            <a:off x="4629150" y="1825625"/>
            <a:ext cx="38862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52077E38-5974-44D2-BBF2-CA47F859E2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C1F3D7D-73CF-D940-97F9-D65067452AC9}" type="datetimeFigureOut">
              <a:t>2026-08-26</a:t>
            </a:fld>
            <a:endParaRPr/>
          </a:p>
        </p:txBody>
      </p:sp>
      <p:sp>
        <p:nvSpPr>
          <p:cNvPr id="6" name="Footer Placeholder 5">
            <a:extLst xmlns:a="http://schemas.openxmlformats.org/drawingml/2006/main">
              <a:ext uri="{FF2B5EF4-FFF2-40B4-BE49-F238E27FC236}">
                <a16:creationId xmlns:a16="http://schemas.microsoft.com/office/drawing/2014/main" id="{9669FCE3-F1A2-497E-B24A-A3B3D6CB7B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F32A9EF-E039-48A9-B34D-08DFA3B0DD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D56CE70-7EE1-9D47-B86A-0F053C401563}" type="slidenum">
              <a:t>‹#›</a:t>
            </a:fld>
            <a:endParaRPr/>
          </a:p>
        </p:txBody>
      </p:sp>
    </p:spTree>
  </p:cSld>
</p:sldLayout>
</file>

<file path=ppt/sjoskolan/slideLayouts/slideLayout5.xml><?xml version="1.0" encoding="utf-8"?>
<p:sldLayout xmlns:p="http://schemas.openxmlformats.org/presentationml/2006/main" type="twoTxTwoObj" preserve="1">
  <p:cSld name="Jämförels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5AAE529-FCCA-487D-849A-E27C761F46B1}"/>
              </a:ext>
            </a:extLst>
          </p:cNvPr>
          <p:cNvSpPr>
            <a:spLocks xmlns:a="http://schemas.openxmlformats.org/drawingml/2006/main" noGrp="1"/>
          </p:cNvSpPr>
          <p:nvPr>
            <p:ph type="title" idx="0"/>
          </p:nvPr>
        </p:nvSpPr>
        <p:spPr>
          <a:xfrm xmlns:a="http://schemas.openxmlformats.org/drawingml/2006/main">
            <a:off x="629841" y="365126"/>
            <a:ext cx="78867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4CCFDEC-780B-469F-85EF-53A5F242AE2C}"/>
              </a:ext>
            </a:extLst>
          </p:cNvPr>
          <p:cNvSpPr>
            <a:spLocks xmlns:a="http://schemas.openxmlformats.org/drawingml/2006/main" noGrp="1"/>
          </p:cNvSpPr>
          <p:nvPr>
            <p:ph type="body" idx="1"/>
          </p:nvPr>
        </p:nvSpPr>
        <p:spPr>
          <a:xfrm xmlns:a="http://schemas.openxmlformats.org/drawingml/2006/main">
            <a:off x="629842" y="1681163"/>
            <a:ext cx="3868340"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E968240-06D7-481F-8B2C-6548EB6147E0}"/>
              </a:ext>
            </a:extLst>
          </p:cNvPr>
          <p:cNvSpPr>
            <a:spLocks xmlns:a="http://schemas.openxmlformats.org/drawingml/2006/main" noGrp="1"/>
          </p:cNvSpPr>
          <p:nvPr>
            <p:ph idx="2"/>
          </p:nvPr>
        </p:nvSpPr>
        <p:spPr>
          <a:xfrm xmlns:a="http://schemas.openxmlformats.org/drawingml/2006/main">
            <a:off x="629842" y="2505075"/>
            <a:ext cx="3868340"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C093C384-0E0B-4865-8415-A8915F48C626}"/>
              </a:ext>
            </a:extLst>
          </p:cNvPr>
          <p:cNvSpPr>
            <a:spLocks xmlns:a="http://schemas.openxmlformats.org/drawingml/2006/main" noGrp="1"/>
          </p:cNvSpPr>
          <p:nvPr>
            <p:ph type="body" idx="3"/>
          </p:nvPr>
        </p:nvSpPr>
        <p:spPr>
          <a:xfrm xmlns:a="http://schemas.openxmlformats.org/drawingml/2006/main">
            <a:off x="4629150" y="1681163"/>
            <a:ext cx="3887391"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B506CDE-E718-4D45-8241-1F7CA6050D9F}"/>
              </a:ext>
            </a:extLst>
          </p:cNvPr>
          <p:cNvSpPr>
            <a:spLocks xmlns:a="http://schemas.openxmlformats.org/drawingml/2006/main" noGrp="1"/>
          </p:cNvSpPr>
          <p:nvPr>
            <p:ph idx="4"/>
          </p:nvPr>
        </p:nvSpPr>
        <p:spPr>
          <a:xfrm xmlns:a="http://schemas.openxmlformats.org/drawingml/2006/main">
            <a:off x="4629150" y="2505075"/>
            <a:ext cx="3887391"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DA6960C3-D16E-4FB0-90B6-CCB16DEEB86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C1F3D7D-73CF-D940-97F9-D65067452AC9}" type="datetimeFigureOut">
              <a:t>2026-08-26</a:t>
            </a:fld>
            <a:endParaRPr/>
          </a:p>
        </p:txBody>
      </p:sp>
      <p:sp>
        <p:nvSpPr>
          <p:cNvPr id="8" name="Footer Placeholder 7">
            <a:extLst xmlns:a="http://schemas.openxmlformats.org/drawingml/2006/main">
              <a:ext uri="{FF2B5EF4-FFF2-40B4-BE49-F238E27FC236}">
                <a16:creationId xmlns:a16="http://schemas.microsoft.com/office/drawing/2014/main" id="{D265B672-4ACA-4360-AE40-8D2877A2269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73F09CAF-0E70-4B88-9902-4E37E93B74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D56CE70-7EE1-9D47-B86A-0F053C401563}" type="slidenum">
              <a:t>‹#›</a:t>
            </a:fld>
            <a:endParaRPr/>
          </a:p>
        </p:txBody>
      </p:sp>
    </p:spTree>
  </p:cSld>
</p:sldLayout>
</file>

<file path=ppt/sjoskolan/slideLayouts/slideLayout6.xml><?xml version="1.0" encoding="utf-8"?>
<p:sldLayout xmlns:p="http://schemas.openxmlformats.org/presentationml/2006/main" type="titleOnly" preserve="1">
  <p:cSld name="Endast rubrik">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A96B4B-7141-4600-A4EB-EEC729551E6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1B846077-9867-4C7C-8E95-21568B1762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C1F3D7D-73CF-D940-97F9-D65067452AC9}" type="datetimeFigureOut">
              <a:t>2026-08-26</a:t>
            </a:fld>
            <a:endParaRPr/>
          </a:p>
        </p:txBody>
      </p:sp>
      <p:sp>
        <p:nvSpPr>
          <p:cNvPr id="4" name="Footer Placeholder 3">
            <a:extLst xmlns:a="http://schemas.openxmlformats.org/drawingml/2006/main">
              <a:ext uri="{FF2B5EF4-FFF2-40B4-BE49-F238E27FC236}">
                <a16:creationId xmlns:a16="http://schemas.microsoft.com/office/drawing/2014/main" id="{D25488C2-7ED0-4728-A8E4-3B62957D3B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5CB0D093-99FD-4FC4-8453-6558E94EA3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D56CE70-7EE1-9D47-B86A-0F053C401563}" type="slidenum">
              <a:t>‹#›</a:t>
            </a:fld>
            <a:endParaRPr/>
          </a:p>
        </p:txBody>
      </p:sp>
    </p:spTree>
  </p:cSld>
</p:sldLayout>
</file>

<file path=ppt/sjoskolan/slideLayouts/slideLayout7.xml><?xml version="1.0" encoding="utf-8"?>
<p:sldLayout xmlns:p="http://schemas.openxmlformats.org/presentationml/2006/main" type="blank" preserve="1">
  <p:cSld name="Tom">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0206FAC-9F9F-4482-8F41-A71A677924A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C1F3D7D-73CF-D940-97F9-D65067452AC9}" type="datetimeFigureOut">
              <a:t>2026-08-26</a:t>
            </a:fld>
            <a:endParaRPr/>
          </a:p>
        </p:txBody>
      </p:sp>
      <p:sp>
        <p:nvSpPr>
          <p:cNvPr id="3" name="Footer Placeholder 2">
            <a:extLst xmlns:a="http://schemas.openxmlformats.org/drawingml/2006/main">
              <a:ext uri="{FF2B5EF4-FFF2-40B4-BE49-F238E27FC236}">
                <a16:creationId xmlns:a16="http://schemas.microsoft.com/office/drawing/2014/main" id="{6EA81AF4-CE6D-4E53-A4E4-CE893CB062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ABC6C2E-966F-4477-8C18-2C45CD239C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D56CE70-7EE1-9D47-B86A-0F053C401563}" type="slidenum">
              <a:t>‹#›</a:t>
            </a:fld>
            <a:endParaRPr/>
          </a:p>
        </p:txBody>
      </p:sp>
    </p:spTree>
  </p:cSld>
</p:sldLayout>
</file>

<file path=ppt/sjoskolan/slideLayouts/slideLayout8.xml><?xml version="1.0" encoding="utf-8"?>
<p:sldLayout xmlns:p="http://schemas.openxmlformats.org/presentationml/2006/main" type="objTx" preserve="1">
  <p:cSld name="Text med bild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9AE384-C2EE-4513-A357-6A9459BC2FE3}"/>
              </a:ext>
            </a:extLst>
          </p:cNvPr>
          <p:cNvSpPr>
            <a:spLocks xmlns:a="http://schemas.openxmlformats.org/drawingml/2006/main" noGrp="1"/>
          </p:cNvSpPr>
          <p:nvPr>
            <p:ph type="title" idx="0"/>
          </p:nvPr>
        </p:nvSpPr>
        <p:spPr>
          <a:xfrm xmlns:a="http://schemas.openxmlformats.org/drawingml/2006/main">
            <a:off x="629841" y="457200"/>
            <a:ext cx="2949178"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8E44115-7431-4955-AD22-89C21F99405C}"/>
              </a:ext>
            </a:extLst>
          </p:cNvPr>
          <p:cNvSpPr>
            <a:spLocks xmlns:a="http://schemas.openxmlformats.org/drawingml/2006/main" noGrp="1"/>
          </p:cNvSpPr>
          <p:nvPr>
            <p:ph idx="1"/>
          </p:nvPr>
        </p:nvSpPr>
        <p:spPr>
          <a:xfrm xmlns:a="http://schemas.openxmlformats.org/drawingml/2006/main">
            <a:off x="3887391" y="987426"/>
            <a:ext cx="462915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D03D0069-7392-414D-8652-A0D0A8763100}"/>
              </a:ext>
            </a:extLst>
          </p:cNvPr>
          <p:cNvSpPr>
            <a:spLocks xmlns:a="http://schemas.openxmlformats.org/drawingml/2006/main" noGrp="1"/>
          </p:cNvSpPr>
          <p:nvPr>
            <p:ph type="body" idx="2"/>
          </p:nvPr>
        </p:nvSpPr>
        <p:spPr>
          <a:xfrm xmlns:a="http://schemas.openxmlformats.org/drawingml/2006/main">
            <a:off x="629841" y="2057400"/>
            <a:ext cx="2949178"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81A37C2-1DE1-428F-AB16-9CB527F2DA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C1F3D7D-73CF-D940-97F9-D65067452AC9}" type="datetimeFigureOut">
              <a:t>2026-08-26</a:t>
            </a:fld>
            <a:endParaRPr/>
          </a:p>
        </p:txBody>
      </p:sp>
      <p:sp>
        <p:nvSpPr>
          <p:cNvPr id="6" name="Footer Placeholder 5">
            <a:extLst xmlns:a="http://schemas.openxmlformats.org/drawingml/2006/main">
              <a:ext uri="{FF2B5EF4-FFF2-40B4-BE49-F238E27FC236}">
                <a16:creationId xmlns:a16="http://schemas.microsoft.com/office/drawing/2014/main" id="{38AA0AA7-3E89-4486-A3EC-5706671434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418E005-6442-487A-B872-AA7A3473488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D56CE70-7EE1-9D47-B86A-0F053C401563}" type="slidenum">
              <a:t>‹#›</a:t>
            </a:fld>
            <a:endParaRPr/>
          </a:p>
        </p:txBody>
      </p:sp>
    </p:spTree>
  </p:cSld>
</p:sldLayout>
</file>

<file path=ppt/sjoskolan/slideLayouts/slideLayout9.xml><?xml version="1.0" encoding="utf-8"?>
<p:sldLayout xmlns:p="http://schemas.openxmlformats.org/presentationml/2006/main" type="picTx" preserve="1">
  <p:cSld name="Bild med bild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BBF5FE2-A849-4824-A565-D9F85AA6E9EC}"/>
              </a:ext>
            </a:extLst>
          </p:cNvPr>
          <p:cNvSpPr>
            <a:spLocks xmlns:a="http://schemas.openxmlformats.org/drawingml/2006/main" noGrp="1"/>
          </p:cNvSpPr>
          <p:nvPr>
            <p:ph type="title" idx="0"/>
          </p:nvPr>
        </p:nvSpPr>
        <p:spPr>
          <a:xfrm xmlns:a="http://schemas.openxmlformats.org/drawingml/2006/main">
            <a:off x="629841" y="457200"/>
            <a:ext cx="2949178"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BB6E45D6-6293-4D28-8E82-20BFE1313088}"/>
              </a:ext>
            </a:extLst>
          </p:cNvPr>
          <p:cNvSpPr>
            <a:spLocks xmlns:a="http://schemas.openxmlformats.org/drawingml/2006/main" noGrp="1"/>
          </p:cNvSpPr>
          <p:nvPr>
            <p:ph type="pic" idx="1"/>
          </p:nvPr>
        </p:nvSpPr>
        <p:spPr>
          <a:xfrm xmlns:a="http://schemas.openxmlformats.org/drawingml/2006/main">
            <a:off x="3887391" y="987426"/>
            <a:ext cx="4629150" cy="4873625"/>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002F281E-8598-446B-B9FF-3F93B10EFAD7}"/>
              </a:ext>
            </a:extLst>
          </p:cNvPr>
          <p:cNvSpPr>
            <a:spLocks xmlns:a="http://schemas.openxmlformats.org/drawingml/2006/main" noGrp="1"/>
          </p:cNvSpPr>
          <p:nvPr>
            <p:ph type="body" idx="2"/>
          </p:nvPr>
        </p:nvSpPr>
        <p:spPr>
          <a:xfrm xmlns:a="http://schemas.openxmlformats.org/drawingml/2006/main">
            <a:off x="629841" y="2057400"/>
            <a:ext cx="2949178"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98C49EF-EB1A-4170-BA1C-68FA70A736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C1F3D7D-73CF-D940-97F9-D65067452AC9}" type="datetimeFigureOut">
              <a:t>2026-08-26</a:t>
            </a:fld>
            <a:endParaRPr/>
          </a:p>
        </p:txBody>
      </p:sp>
      <p:sp>
        <p:nvSpPr>
          <p:cNvPr id="6" name="Footer Placeholder 5">
            <a:extLst xmlns:a="http://schemas.openxmlformats.org/drawingml/2006/main">
              <a:ext uri="{FF2B5EF4-FFF2-40B4-BE49-F238E27FC236}">
                <a16:creationId xmlns:a16="http://schemas.microsoft.com/office/drawing/2014/main" id="{2E888B7F-C0B9-4E05-8A8E-98BF161BF1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E91673D-F28E-466A-AAA0-974F59D86E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D56CE70-7EE1-9D47-B86A-0F053C401563}" type="slidenum">
              <a:t>‹#›</a:t>
            </a:fld>
            <a:endParaRPr/>
          </a:p>
        </p:txBody>
      </p:sp>
    </p:spTree>
  </p:cSld>
</p:sldLayout>
</file>

<file path=ppt/sjoskolan/slideLayouts/slideLayout10.xml><?xml version="1.0" encoding="utf-8"?>
<p:sldLayout xmlns:p="http://schemas.openxmlformats.org/presentationml/2006/main" type="vertTx" preserve="1">
  <p:cSld name="Rubrik och lodrät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DBF137-080F-4B93-8645-B3AF1261E37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76BB8626-7552-4D0E-B901-1D7817C99AE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46D0B26-78F9-40DC-9FC2-FFDAC059FE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C1F3D7D-73CF-D940-97F9-D65067452AC9}" type="datetimeFigureOut">
              <a:t>2026-08-26</a:t>
            </a:fld>
            <a:endParaRPr/>
          </a:p>
        </p:txBody>
      </p:sp>
      <p:sp>
        <p:nvSpPr>
          <p:cNvPr id="5" name="Footer Placeholder 4">
            <a:extLst xmlns:a="http://schemas.openxmlformats.org/drawingml/2006/main">
              <a:ext uri="{FF2B5EF4-FFF2-40B4-BE49-F238E27FC236}">
                <a16:creationId xmlns:a16="http://schemas.microsoft.com/office/drawing/2014/main" id="{091268B1-FC96-4E66-8894-80DF2AB5D3B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AB754FF-E414-4E41-B268-533D7CB1810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D56CE70-7EE1-9D47-B86A-0F053C401563}" type="slidenum">
              <a:t>‹#›</a:t>
            </a:fld>
            <a:endParaRPr/>
          </a:p>
        </p:txBody>
      </p:sp>
    </p:spTree>
  </p:cSld>
</p:sldLayout>
</file>

<file path=ppt/sjoskolan/slideLayouts/slideLayout11.xml><?xml version="1.0" encoding="utf-8"?>
<p:sldLayout xmlns:p="http://schemas.openxmlformats.org/presentationml/2006/main" type="vertTitleAndTx" preserve="1">
  <p:cSld name="Lodrät rubrik och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69A47A3-E6BE-49CD-8326-B9555CB0BFB6}"/>
              </a:ext>
            </a:extLst>
          </p:cNvPr>
          <p:cNvSpPr>
            <a:spLocks xmlns:a="http://schemas.openxmlformats.org/drawingml/2006/main" noGrp="1"/>
          </p:cNvSpPr>
          <p:nvPr>
            <p:ph type="title" idx="0"/>
          </p:nvPr>
        </p:nvSpPr>
        <p:spPr>
          <a:xfrm xmlns:a="http://schemas.openxmlformats.org/drawingml/2006/main">
            <a:off x="6543675" y="365125"/>
            <a:ext cx="1971675"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C1DD7D3-C045-4CD5-8E8F-8CCAB085DFCE}"/>
              </a:ext>
            </a:extLst>
          </p:cNvPr>
          <p:cNvSpPr>
            <a:spLocks xmlns:a="http://schemas.openxmlformats.org/drawingml/2006/main" noGrp="1"/>
          </p:cNvSpPr>
          <p:nvPr>
            <p:ph type="body" idx="1"/>
          </p:nvPr>
        </p:nvSpPr>
        <p:spPr>
          <a:xfrm xmlns:a="http://schemas.openxmlformats.org/drawingml/2006/main">
            <a:off x="628650" y="365125"/>
            <a:ext cx="5800725"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DCCA83B-DF8B-4CE3-82AD-DDF7A3C229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CC1F3D7D-73CF-D940-97F9-D65067452AC9}" type="datetimeFigureOut">
              <a:t>2026-08-26</a:t>
            </a:fld>
            <a:endParaRPr/>
          </a:p>
        </p:txBody>
      </p:sp>
      <p:sp>
        <p:nvSpPr>
          <p:cNvPr id="5" name="Footer Placeholder 4">
            <a:extLst xmlns:a="http://schemas.openxmlformats.org/drawingml/2006/main">
              <a:ext uri="{FF2B5EF4-FFF2-40B4-BE49-F238E27FC236}">
                <a16:creationId xmlns:a16="http://schemas.microsoft.com/office/drawing/2014/main" id="{AB346AE1-59E9-4770-A3A8-C5A13C49E6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BC58082-C368-4090-9D00-8E0B380D66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D56CE70-7EE1-9D47-B86A-0F053C401563}" type="slidenum">
              <a:t>‹#›</a:t>
            </a:fld>
            <a:endParaRPr/>
          </a:p>
        </p:txBody>
      </p:sp>
    </p:spTree>
  </p:cSld>
</p:sldLayout>
</file>

<file path=ppt/sjoskolan/slideMasters/_rels/slideMaster1.xml.rels><?xml version='1.0' encoding='UTF-8' standalone='yes'?>
<Relationships xmlns="http://schemas.openxmlformats.org/package/2006/relationships"><Relationship Type="http://schemas.openxmlformats.org/officeDocument/2006/relationships/theme" Target="/ppt/sjoskolan/slideMasters/theme/theme2.xml" Id="R96880482265d4ded"/><Relationship Type="http://schemas.openxmlformats.org/officeDocument/2006/relationships/slideLayout" Target="/ppt/sjoskolan/slideLayouts/slideLayout1.xml" Id="Rb1008e6c419b4d31"/><Relationship Type="http://schemas.openxmlformats.org/officeDocument/2006/relationships/slideLayout" Target="/ppt/sjoskolan/slideLayouts/slideLayout2.xml" Id="R79f44f46da02453a"/><Relationship Type="http://schemas.openxmlformats.org/officeDocument/2006/relationships/slideLayout" Target="/ppt/sjoskolan/slideLayouts/slideLayout3.xml" Id="Ra70fa6594db44daf"/><Relationship Type="http://schemas.openxmlformats.org/officeDocument/2006/relationships/slideLayout" Target="/ppt/sjoskolan/slideLayouts/slideLayout4.xml" Id="Red1953607b484ac0"/><Relationship Type="http://schemas.openxmlformats.org/officeDocument/2006/relationships/slideLayout" Target="/ppt/sjoskolan/slideLayouts/slideLayout5.xml" Id="R04884a3760d6408d"/><Relationship Type="http://schemas.openxmlformats.org/officeDocument/2006/relationships/slideLayout" Target="/ppt/sjoskolan/slideLayouts/slideLayout6.xml" Id="Rccba19b118594d11"/><Relationship Type="http://schemas.openxmlformats.org/officeDocument/2006/relationships/slideLayout" Target="/ppt/sjoskolan/slideLayouts/slideLayout7.xml" Id="R1ebb3617efb845eb"/><Relationship Type="http://schemas.openxmlformats.org/officeDocument/2006/relationships/slideLayout" Target="/ppt/sjoskolan/slideLayouts/slideLayout8.xml" Id="R44b4e053ce274524"/><Relationship Type="http://schemas.openxmlformats.org/officeDocument/2006/relationships/slideLayout" Target="/ppt/sjoskolan/slideLayouts/slideLayout9.xml" Id="R8f40a9a1f57a42f3"/><Relationship Type="http://schemas.openxmlformats.org/officeDocument/2006/relationships/slideLayout" Target="/ppt/sjoskolan/slideLayouts/slideLayout10.xml" Id="R2c6e5b7356d94a18"/><Relationship Type="http://schemas.openxmlformats.org/officeDocument/2006/relationships/slideLayout" Target="/ppt/sjoskolan/slideLayouts/slideLayout11.xml" Id="R0ddeb9e3d2674793"/></Relationships>
</file>

<file path=ppt/sjoskolan/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1F70398-9888-46F9-A5CF-1BB30F846532}"/>
              </a:ext>
            </a:extLst>
          </p:cNvPr>
          <p:cNvSpPr>
            <a:spLocks xmlns:a="http://schemas.openxmlformats.org/drawingml/2006/main" noGrp="1"/>
          </p:cNvSpPr>
          <p:nvPr>
            <p:ph type="title" idx="0"/>
          </p:nvPr>
        </p:nvSpPr>
        <p:spPr>
          <a:xfrm xmlns:a="http://schemas.openxmlformats.org/drawingml/2006/main">
            <a:off x="628650" y="365126"/>
            <a:ext cx="78867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Klicka här för att ändra mall för rubrikformat</a:t>
            </a:r>
            <a:endParaRPr/>
          </a:p>
        </p:txBody>
      </p:sp>
      <p:sp>
        <p:nvSpPr>
          <p:cNvPr id="3" name="Text Placeholder 2">
            <a:extLst xmlns:a="http://schemas.openxmlformats.org/drawingml/2006/main">
              <a:ext uri="{FF2B5EF4-FFF2-40B4-BE49-F238E27FC236}">
                <a16:creationId xmlns:a16="http://schemas.microsoft.com/office/drawing/2014/main" id="{419B2911-700D-42DC-9399-C81CE0D7FB88}"/>
              </a:ext>
            </a:extLst>
          </p:cNvPr>
          <p:cNvSpPr>
            <a:spLocks xmlns:a="http://schemas.openxmlformats.org/drawingml/2006/main" noGrp="1"/>
          </p:cNvSpPr>
          <p:nvPr>
            <p:ph type="body" idx="1"/>
          </p:nvPr>
        </p:nvSpPr>
        <p:spPr>
          <a:xfrm xmlns:a="http://schemas.openxmlformats.org/drawingml/2006/main">
            <a:off x="628650" y="1825625"/>
            <a:ext cx="78867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Klicka här för att ändra format på bakgrundstexten</a:t>
            </a:r>
          </a:p>
          <a:p xmlns:a="http://schemas.openxmlformats.org/drawingml/2006/main">
            <a:pPr lvl="1">
              <a:buNone/>
            </a:pPr>
            <a:r>
              <a:t>Nivå två</a:t>
            </a:r>
          </a:p>
          <a:p xmlns:a="http://schemas.openxmlformats.org/drawingml/2006/main">
            <a:pPr lvl="2">
              <a:buNone/>
            </a:pPr>
            <a:r>
              <a:t>Nivå tre</a:t>
            </a:r>
          </a:p>
          <a:p xmlns:a="http://schemas.openxmlformats.org/drawingml/2006/main">
            <a:pPr lvl="3">
              <a:buNone/>
            </a:pPr>
            <a:r>
              <a:t>Nivå fyra</a:t>
            </a:r>
          </a:p>
          <a:p xmlns:a="http://schemas.openxmlformats.org/drawingml/2006/main">
            <a:pPr lvl="4">
              <a:buNone/>
            </a:pPr>
            <a:r>
              <a:t>Nivå fem</a:t>
            </a:r>
            <a:endParaRPr/>
          </a:p>
        </p:txBody>
      </p:sp>
      <p:sp>
        <p:nvSpPr>
          <p:cNvPr id="4" name="Date Placeholder 3">
            <a:extLst xmlns:a="http://schemas.openxmlformats.org/drawingml/2006/main">
              <a:ext uri="{FF2B5EF4-FFF2-40B4-BE49-F238E27FC236}">
                <a16:creationId xmlns:a16="http://schemas.microsoft.com/office/drawing/2014/main" id="{E6B68009-9557-4027-AC63-F935857E356C}"/>
              </a:ext>
            </a:extLst>
          </p:cNvPr>
          <p:cNvSpPr>
            <a:spLocks xmlns:a="http://schemas.openxmlformats.org/drawingml/2006/main" noGrp="1"/>
          </p:cNvSpPr>
          <p:nvPr>
            <p:ph type="dt" idx="2"/>
          </p:nvPr>
        </p:nvSpPr>
        <p:spPr>
          <a:xfrm xmlns:a="http://schemas.openxmlformats.org/drawingml/2006/main">
            <a:off x="628650" y="6356351"/>
            <a:ext cx="20574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CC1F3D7D-73CF-D940-97F9-D65067452AC9}" type="datetimeFigureOut">
              <a:t>2026-08-26</a:t>
            </a:fld>
            <a:endParaRPr/>
          </a:p>
        </p:txBody>
      </p:sp>
      <p:sp>
        <p:nvSpPr>
          <p:cNvPr id="5" name="Footer Placeholder 4">
            <a:extLst xmlns:a="http://schemas.openxmlformats.org/drawingml/2006/main">
              <a:ext uri="{FF2B5EF4-FFF2-40B4-BE49-F238E27FC236}">
                <a16:creationId xmlns:a16="http://schemas.microsoft.com/office/drawing/2014/main" id="{3FFE218E-F473-4909-9B35-ED539790D647}"/>
              </a:ext>
            </a:extLst>
          </p:cNvPr>
          <p:cNvSpPr>
            <a:spLocks xmlns:a="http://schemas.openxmlformats.org/drawingml/2006/main" noGrp="1"/>
          </p:cNvSpPr>
          <p:nvPr>
            <p:ph type="ftr" idx="3"/>
          </p:nvPr>
        </p:nvSpPr>
        <p:spPr>
          <a:xfrm xmlns:a="http://schemas.openxmlformats.org/drawingml/2006/main">
            <a:off x="3028950" y="6356351"/>
            <a:ext cx="30861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EEB8032-3F0B-4BF2-B983-2DD1B470AB87}"/>
              </a:ext>
            </a:extLst>
          </p:cNvPr>
          <p:cNvSpPr>
            <a:spLocks xmlns:a="http://schemas.openxmlformats.org/drawingml/2006/main" noGrp="1"/>
          </p:cNvSpPr>
          <p:nvPr>
            <p:ph type="sldNum" idx="4"/>
          </p:nvPr>
        </p:nvSpPr>
        <p:spPr>
          <a:xfrm xmlns:a="http://schemas.openxmlformats.org/drawingml/2006/main">
            <a:off x="6457950" y="6356351"/>
            <a:ext cx="20574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6D56CE70-7EE1-9D47-B86A-0F053C401563}"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1008e6c419b4d31"/>
    <p:sldLayoutId xmlns:r="http://schemas.openxmlformats.org/officeDocument/2006/relationships" id="2147483650" r:id="R79f44f46da02453a"/>
    <p:sldLayoutId xmlns:r="http://schemas.openxmlformats.org/officeDocument/2006/relationships" id="2147483651" r:id="Ra70fa6594db44daf"/>
    <p:sldLayoutId xmlns:r="http://schemas.openxmlformats.org/officeDocument/2006/relationships" id="2147483652" r:id="Red1953607b484ac0"/>
    <p:sldLayoutId xmlns:r="http://schemas.openxmlformats.org/officeDocument/2006/relationships" id="2147483653" r:id="R04884a3760d6408d"/>
    <p:sldLayoutId xmlns:r="http://schemas.openxmlformats.org/officeDocument/2006/relationships" id="2147483654" r:id="Rccba19b118594d11"/>
    <p:sldLayoutId xmlns:r="http://schemas.openxmlformats.org/officeDocument/2006/relationships" id="2147483655" r:id="R1ebb3617efb845eb"/>
    <p:sldLayoutId xmlns:r="http://schemas.openxmlformats.org/officeDocument/2006/relationships" id="2147483656" r:id="R44b4e053ce274524"/>
    <p:sldLayoutId xmlns:r="http://schemas.openxmlformats.org/officeDocument/2006/relationships" id="2147483657" r:id="R8f40a9a1f57a42f3"/>
    <p:sldLayoutId xmlns:r="http://schemas.openxmlformats.org/officeDocument/2006/relationships" id="2147483658" r:id="R2c6e5b7356d94a18"/>
    <p:sldLayoutId xmlns:r="http://schemas.openxmlformats.org/officeDocument/2006/relationships" id="2147483659" r:id="R0ddeb9e3d2674793"/>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joskolan/slideMasters/theme/theme2.xml><?xml version="1.0" encoding="utf-8"?>
<a:theme xmlns:a="http://schemas.openxmlformats.org/drawingml/2006/main" name="Office-tema">
  <a:themeElements>
    <a:clrScheme name="Office-tema">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tema">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tema">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72f3ad5eb149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a7041b9dd84f4e" /><Relationship Type="http://schemas.openxmlformats.org/officeDocument/2006/relationships/slideLayout" Target="/ppt/slideLayouts/slideLayout1.xml" Id="R76f15c4e180d41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f15c4e180d41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ns0:Relationships xmlns:ns0="http://schemas.openxmlformats.org/package/2006/relationships"><ns0:Relationship Type="http://schemas.openxmlformats.org/officeDocument/2006/relationships/slideLayout" Target="/ppt/sjoskolan/slideLayouts/slideLayout1.xml" Id="R2b01f7bfa83c4720"/><ns0:Relationship Type="http://schemas.openxmlformats.org/officeDocument/2006/relationships/image" Target="/ppt/sjoskolan/media/image.jpeg" Id="Rb73a4bd38ffa4ef2"/><ns0:Relationship Type="http://schemas.openxmlformats.org/officeDocument/2006/relationships/image" Target="/ppt/sjoskolan/media/image.png" Id="R7dc1ce989a6948c6"/><ns0:Relationship Type="http://schemas.openxmlformats.org/officeDocument/2006/relationships/notesSlide" Target="/ppt/notesSlides/notesSlide1.xml" Id="rIdSjoskolanNotes"/></ns0:Relationships>
</file>

<file path=ppt/slides/_rels/slide2.xml.rels><?xml version='1.0' encoding='UTF-8' standalone='yes'?>
<Relationships xmlns="http://schemas.openxmlformats.org/package/2006/relationships"><Relationship Type="http://schemas.openxmlformats.org/officeDocument/2006/relationships/slideLayout" Target="/ppt/sjoskolan/slideLayouts/slideLayout1.xml" Id="R79a32c74b45447f5"/><Relationship Type="http://schemas.openxmlformats.org/officeDocument/2006/relationships/notesSlide" Target="/ppt/notesSlides/notesSlide2.xml" Id="Rb400da2420934317"/><Relationship Id="rIdSjoskolanFooter" Type="http://schemas.openxmlformats.org/officeDocument/2006/relationships/image" Target="/ppt/sjoskolan/media/image.jpeg"/></Relationships>
</file>

<file path=ppt/slides/_rels/slide3.xml.rels><?xml version='1.0' encoding='UTF-8' standalone='yes'?>
<Relationships xmlns="http://schemas.openxmlformats.org/package/2006/relationships"><Relationship Type="http://schemas.openxmlformats.org/officeDocument/2006/relationships/slideLayout" Target="/ppt/sjoskolan/slideLayouts/slideLayout1.xml" Id="R705cd886b33648ed"/><Relationship Type="http://schemas.openxmlformats.org/officeDocument/2006/relationships/notesSlide" Target="/ppt/notesSlides/notesSlide3.xml" Id="R1f83f529deee467e"/><Relationship Id="rIdSjoskolanFooter" Type="http://schemas.openxmlformats.org/officeDocument/2006/relationships/image" Target="/ppt/sjoskolan/media/image.jpeg"/></Relationships>
</file>

<file path=ppt/slides/_rels/slide4.xml.rels><?xml version='1.0' encoding='UTF-8' standalone='yes'?>
<Relationships xmlns="http://schemas.openxmlformats.org/package/2006/relationships"><Relationship Type="http://schemas.openxmlformats.org/officeDocument/2006/relationships/slideLayout" Target="/ppt/sjoskolan/slideLayouts/slideLayout1.xml" Id="R1de956a9a13d4f48"/><Relationship Type="http://schemas.openxmlformats.org/officeDocument/2006/relationships/notesSlide" Target="/ppt/notesSlides/notesSlide4.xml" Id="Rabed5a9811414f3f"/><Relationship Id="rIdSjoskolanFooter" Type="http://schemas.openxmlformats.org/officeDocument/2006/relationships/image" Target="/ppt/sjoskolan/media/image.jpeg"/></Relationships>
</file>

<file path=ppt/slides/_rels/slide5.xml.rels><?xml version='1.0' encoding='UTF-8' standalone='yes'?>
<Relationships xmlns="http://schemas.openxmlformats.org/package/2006/relationships"><Relationship Type="http://schemas.openxmlformats.org/officeDocument/2006/relationships/slideLayout" Target="/ppt/sjoskolan/slideLayouts/slideLayout1.xml" Id="R1a7989e9d8ce467e"/><Relationship Type="http://schemas.openxmlformats.org/officeDocument/2006/relationships/image" Target="/ppt/media/image2.png" Id="R0950bdfb5c324e24"/><Relationship Type="http://schemas.openxmlformats.org/officeDocument/2006/relationships/notesSlide" Target="/ppt/notesSlides/notesSlide5.xml" Id="R24dd46d5649b4f48"/><Relationship Id="rIdSjoskolanFooter" Type="http://schemas.openxmlformats.org/officeDocument/2006/relationships/image" Target="/ppt/sjoskolan/media/image.jpeg"/></Relationships>
</file>

<file path=ppt/slides/_rels/slide6.xml.rels><?xml version='1.0' encoding='UTF-8' standalone='yes'?>
<Relationships xmlns="http://schemas.openxmlformats.org/package/2006/relationships"><Relationship Type="http://schemas.openxmlformats.org/officeDocument/2006/relationships/slideLayout" Target="/ppt/sjoskolan/slideLayouts/slideLayout1.xml" Id="Ra7e85fba065949d2"/><Relationship Type="http://schemas.openxmlformats.org/officeDocument/2006/relationships/notesSlide" Target="/ppt/notesSlides/notesSlide6.xml" Id="Rb02499e27c934cda"/><Relationship Id="rIdSjoskolanFooter" Type="http://schemas.openxmlformats.org/officeDocument/2006/relationships/image" Target="/ppt/sjoskolan/media/image.jpeg"/></Relationships>
</file>

<file path=ppt/slides/_rels/slide7.xml.rels><?xml version='1.0' encoding='UTF-8' standalone='yes'?>
<Relationships xmlns="http://schemas.openxmlformats.org/package/2006/relationships"><Relationship Type="http://schemas.openxmlformats.org/officeDocument/2006/relationships/slideLayout" Target="/ppt/sjoskolan/slideLayouts/slideLayout1.xml" Id="Re411f8023bc9478e"/><Relationship Type="http://schemas.openxmlformats.org/officeDocument/2006/relationships/image" Target="/ppt/media/image3.png" Id="Rb57d38cd39104cad"/><Relationship Type="http://schemas.openxmlformats.org/officeDocument/2006/relationships/notesSlide" Target="/ppt/notesSlides/notesSlide7.xml" Id="Rabcb6db3a05d48fd"/><Relationship Id="rIdSjoskolanFooter" Type="http://schemas.openxmlformats.org/officeDocument/2006/relationships/image" Target="/ppt/sjoskolan/media/image.jpeg"/></Relationships>
</file>

<file path=ppt/slides/_rels/slide8.xml.rels><?xml version='1.0' encoding='UTF-8' standalone='yes'?>
<Relationships xmlns="http://schemas.openxmlformats.org/package/2006/relationships"><Relationship Type="http://schemas.openxmlformats.org/officeDocument/2006/relationships/slideLayout" Target="/ppt/sjoskolan/slideLayouts/slideLayout1.xml" Id="Rcaffdd58811648be"/><Relationship Type="http://schemas.openxmlformats.org/officeDocument/2006/relationships/notesSlide" Target="/ppt/notesSlides/notesSlide8.xml" Id="R9864992874754eb5"/><Relationship Id="rIdSjoskolanFooter" Type="http://schemas.openxmlformats.org/officeDocument/2006/relationships/image" Target="/ppt/sjoskolan/media/image.jpeg"/></Relationships>
</file>

<file path=ppt/slides/_rels/slide9.xml.rels><?xml version='1.0' encoding='UTF-8' standalone='yes'?>
<Relationships xmlns="http://schemas.openxmlformats.org/package/2006/relationships"><Relationship Type="http://schemas.openxmlformats.org/officeDocument/2006/relationships/slideLayout" Target="/ppt/sjoskolan/slideLayouts/slideLayout1.xml" Id="Rb1a9300a16e24e24"/><Relationship Type="http://schemas.openxmlformats.org/officeDocument/2006/relationships/notesSlide" Target="/ppt/notesSlides/notesSlide9.xml" Id="R8cc77d7e159a4644"/><Relationship Id="rIdSjoskolanFooter" Type="http://schemas.openxmlformats.org/officeDocument/2006/relationships/image" Target="/ppt/sjoskolan/media/image.jpeg"/></Relationships>
</file>

<file path=ppt/slides/_rels/slide10.xml.rels><?xml version='1.0' encoding='UTF-8' standalone='yes'?>
<Relationships xmlns="http://schemas.openxmlformats.org/package/2006/relationships"><Relationship Type="http://schemas.openxmlformats.org/officeDocument/2006/relationships/slideLayout" Target="/ppt/sjoskolan/slideLayouts/slideLayout1.xml" Id="R1104a2a22c1d449c"/><Relationship Type="http://schemas.openxmlformats.org/officeDocument/2006/relationships/notesSlide" Target="/ppt/notesSlides/notesSlide10.xml" Id="Rda492743501a4038"/><Relationship Id="rIdSjoskolanFooter" Type="http://schemas.openxmlformats.org/officeDocument/2006/relationships/image" Target="/ppt/sjoskolan/media/image.jpeg"/></Relationships>
</file>

<file path=ppt/slides/_rels/slide11.xml.rels><?xml version='1.0' encoding='UTF-8' standalone='yes'?>
<Relationships xmlns="http://schemas.openxmlformats.org/package/2006/relationships"><Relationship Type="http://schemas.openxmlformats.org/officeDocument/2006/relationships/slideLayout" Target="/ppt/sjoskolan/slideLayouts/slideLayout1.xml" Id="R7955ecaf92a44c53"/><Relationship Type="http://schemas.openxmlformats.org/officeDocument/2006/relationships/image" Target="/ppt/media/image4.png" Id="Rb4b5e08c81a94996"/><Relationship Type="http://schemas.openxmlformats.org/officeDocument/2006/relationships/notesSlide" Target="/ppt/notesSlides/notesSlide11.xml" Id="R772289e6312f47a8"/><Relationship Id="rIdSjoskolanFooter" Type="http://schemas.openxmlformats.org/officeDocument/2006/relationships/image" Target="/ppt/sjoskolan/media/image.jpeg"/></Relationships>
</file>

<file path=ppt/slides/_rels/slide12.xml.rels><?xml version='1.0' encoding='UTF-8' standalone='yes'?>
<Relationships xmlns="http://schemas.openxmlformats.org/package/2006/relationships"><Relationship Type="http://schemas.openxmlformats.org/officeDocument/2006/relationships/slideLayout" Target="/ppt/sjoskolan/slideLayouts/slideLayout1.xml" Id="Rd312212f42a046e7"/><Relationship Type="http://schemas.openxmlformats.org/officeDocument/2006/relationships/image" Target="/ppt/media/image5.png" Id="Rcc09e1277dc74f26"/><Relationship Type="http://schemas.openxmlformats.org/officeDocument/2006/relationships/notesSlide" Target="/ppt/notesSlides/notesSlide12.xml" Id="Rf7063e1f6b5942de"/><Relationship Id="rIdSjoskolanFooter" Type="http://schemas.openxmlformats.org/officeDocument/2006/relationships/image" Target="/ppt/sjoskolan/media/image.jpeg"/></Relationships>
</file>

<file path=ppt/slides/_rels/slide13.xml.rels><?xml version='1.0' encoding='UTF-8' standalone='yes'?>
<Relationships xmlns="http://schemas.openxmlformats.org/package/2006/relationships"><Relationship Type="http://schemas.openxmlformats.org/officeDocument/2006/relationships/slideLayout" Target="/ppt/sjoskolan/slideLayouts/slideLayout1.xml" Id="Rb3491e8270ff49df"/><Relationship Type="http://schemas.openxmlformats.org/officeDocument/2006/relationships/image" Target="/ppt/media/image6.png" Id="Rdc4bb20a80094b67"/><Relationship Type="http://schemas.openxmlformats.org/officeDocument/2006/relationships/notesSlide" Target="/ppt/notesSlides/notesSlide13.xml" Id="R7537b986571d4a9e"/><Relationship Id="rIdSjoskolanFooter" Type="http://schemas.openxmlformats.org/officeDocument/2006/relationships/image" Target="/ppt/sjoskolan/media/image.jpeg"/></Relationships>
</file>

<file path=ppt/slides/_rels/slide14.xml.rels><?xml version='1.0' encoding='UTF-8' standalone='yes'?>
<Relationships xmlns="http://schemas.openxmlformats.org/package/2006/relationships"><Relationship Type="http://schemas.openxmlformats.org/officeDocument/2006/relationships/slideLayout" Target="/ppt/sjoskolan/slideLayouts/slideLayout1.xml" Id="Rf4c5dee2fdc84f03"/><Relationship Type="http://schemas.openxmlformats.org/officeDocument/2006/relationships/image" Target="/ppt/media/image7.png" Id="R5d52f44d986b4729"/><Relationship Type="http://schemas.openxmlformats.org/officeDocument/2006/relationships/notesSlide" Target="/ppt/notesSlides/notesSlide14.xml" Id="Re15dd0643012421c"/><Relationship Id="rIdSjoskolanFooter" Type="http://schemas.openxmlformats.org/officeDocument/2006/relationships/image" Target="/ppt/sjoskolan/media/image.jpeg"/></Relationships>
</file>

<file path=ppt/slides/_rels/slide15.xml.rels><?xml version='1.0' encoding='UTF-8' standalone='yes'?>
<Relationships xmlns="http://schemas.openxmlformats.org/package/2006/relationships"><Relationship Type="http://schemas.openxmlformats.org/officeDocument/2006/relationships/slideLayout" Target="/ppt/sjoskolan/slideLayouts/slideLayout1.xml" Id="Rfb14bbaa4e924cab"/><Relationship Type="http://schemas.openxmlformats.org/officeDocument/2006/relationships/image" Target="/ppt/media/image8.png" Id="R7a49d1dc18b0450c"/><Relationship Type="http://schemas.openxmlformats.org/officeDocument/2006/relationships/notesSlide" Target="/ppt/notesSlides/notesSlide15.xml" Id="Rd69463e0fb5640ea"/><Relationship Id="rIdSjoskolanFooter" Type="http://schemas.openxmlformats.org/officeDocument/2006/relationships/image" Target="/ppt/sjoskolan/media/image.jpeg"/></Relationships>
</file>

<file path=ppt/slides/_rels/slide16.xml.rels><?xml version='1.0' encoding='UTF-8' standalone='yes'?>
<Relationships xmlns="http://schemas.openxmlformats.org/package/2006/relationships"><Relationship Type="http://schemas.openxmlformats.org/officeDocument/2006/relationships/slideLayout" Target="/ppt/sjoskolan/slideLayouts/slideLayout1.xml" Id="R4899e52ad3ae400e"/><Relationship Type="http://schemas.openxmlformats.org/officeDocument/2006/relationships/notesSlide" Target="/ppt/notesSlides/notesSlide16.xml" Id="Rdd14158c265043b3"/><Relationship Id="rIdSjoskolanFooter" Type="http://schemas.openxmlformats.org/officeDocument/2006/relationships/image" Target="/ppt/sjoskolan/media/image.jpeg"/></Relationships>
</file>

<file path=ppt/slides/_rels/slide17.xml.rels><?xml version='1.0' encoding='UTF-8' standalone='yes'?>
<Relationships xmlns="http://schemas.openxmlformats.org/package/2006/relationships"><Relationship Type="http://schemas.openxmlformats.org/officeDocument/2006/relationships/slideLayout" Target="/ppt/sjoskolan/slideLayouts/slideLayout1.xml" Id="Rf787c8e4ba324553"/><Relationship Type="http://schemas.openxmlformats.org/officeDocument/2006/relationships/notesSlide" Target="/ppt/notesSlides/notesSlide17.xml" Id="Rc2465d06637a4d09"/><Relationship Id="rIdSjoskolanFooter" Type="http://schemas.openxmlformats.org/officeDocument/2006/relationships/image" Target="/ppt/sjoskolan/media/image.jpeg"/></Relationships>
</file>

<file path=ppt/slides/_rels/slide18.xml.rels><?xml version='1.0' encoding='UTF-8' standalone='yes'?>
<Relationships xmlns="http://schemas.openxmlformats.org/package/2006/relationships"><Relationship Type="http://schemas.openxmlformats.org/officeDocument/2006/relationships/slideLayout" Target="/ppt/sjoskolan/slideLayouts/slideLayout1.xml" Id="R8786ccd7537a4fcd"/><Relationship Type="http://schemas.openxmlformats.org/officeDocument/2006/relationships/image" Target="/ppt/media/image9.png" Id="R5de3a3e595174515"/><Relationship Type="http://schemas.openxmlformats.org/officeDocument/2006/relationships/notesSlide" Target="/ppt/notesSlides/notesSlide18.xml" Id="R13282e09e75a4e32"/><Relationship Id="rIdSjoskolanFooter" Type="http://schemas.openxmlformats.org/officeDocument/2006/relationships/image" Target="/ppt/sjoskolan/media/image.jpeg"/></Relationships>
</file>

<file path=ppt/slides/_rels/slide19.xml.rels><?xml version='1.0' encoding='UTF-8' standalone='yes'?>
<Relationships xmlns="http://schemas.openxmlformats.org/package/2006/relationships"><Relationship Type="http://schemas.openxmlformats.org/officeDocument/2006/relationships/slideLayout" Target="/ppt/sjoskolan/slideLayouts/slideLayout1.xml" Id="R7b10c9df09a14410"/><Relationship Type="http://schemas.openxmlformats.org/officeDocument/2006/relationships/image" Target="/ppt/media/image10.png" Id="R5d6b683891374e09"/><Relationship Type="http://schemas.openxmlformats.org/officeDocument/2006/relationships/notesSlide" Target="/ppt/notesSlides/notesSlide19.xml" Id="R15af736393f34572"/><Relationship Id="rIdSjoskolanFooter" Type="http://schemas.openxmlformats.org/officeDocument/2006/relationships/image" Target="/ppt/sjoskolan/media/image.jpeg"/></Relationships>
</file>

<file path=ppt/slides/_rels/slide20.xml.rels><?xml version='1.0' encoding='UTF-8' standalone='yes'?>
<Relationships xmlns="http://schemas.openxmlformats.org/package/2006/relationships"><Relationship Type="http://schemas.openxmlformats.org/officeDocument/2006/relationships/slideLayout" Target="/ppt/sjoskolan/slideLayouts/slideLayout1.xml" Id="Raecabba8b9604db8"/><Relationship Type="http://schemas.openxmlformats.org/officeDocument/2006/relationships/image" Target="/ppt/media/image11.png" Id="R35a3153092bf4a9d"/><Relationship Type="http://schemas.openxmlformats.org/officeDocument/2006/relationships/notesSlide" Target="/ppt/notesSlides/notesSlide20.xml" Id="Rfe83733d45774ecd"/><Relationship Id="rIdSjoskolanFooter" Type="http://schemas.openxmlformats.org/officeDocument/2006/relationships/image" Target="/ppt/sjoskolan/media/image.jpeg"/></Relationships>
</file>

<file path=ppt/slides/_rels/slide21.xml.rels><?xml version='1.0' encoding='UTF-8' standalone='yes'?>
<Relationships xmlns="http://schemas.openxmlformats.org/package/2006/relationships"><Relationship Type="http://schemas.openxmlformats.org/officeDocument/2006/relationships/slideLayout" Target="/ppt/sjoskolan/slideLayouts/slideLayout1.xml" Id="R38585c75da074c41"/><Relationship Type="http://schemas.openxmlformats.org/officeDocument/2006/relationships/image" Target="/ppt/media/image12.png" Id="Re807ac11bb6e4ab4"/><Relationship Type="http://schemas.openxmlformats.org/officeDocument/2006/relationships/notesSlide" Target="/ppt/notesSlides/notesSlide21.xml" Id="R1afdc5b05de843df"/><Relationship Id="rIdSjoskolanFooter" Type="http://schemas.openxmlformats.org/officeDocument/2006/relationships/image" Target="/ppt/sjoskolan/media/image.jpeg"/></Relationships>
</file>

<file path=ppt/slides/_rels/slide22.xml.rels><?xml version='1.0' encoding='UTF-8' standalone='yes'?>
<Relationships xmlns="http://schemas.openxmlformats.org/package/2006/relationships"><Relationship Type="http://schemas.openxmlformats.org/officeDocument/2006/relationships/slideLayout" Target="/ppt/sjoskolan/slideLayouts/slideLayout1.xml" Id="R285f9a31420b441d"/><Relationship Type="http://schemas.openxmlformats.org/officeDocument/2006/relationships/image" Target="/ppt/media/image13.png" Id="R3a8025fface04cb4"/><Relationship Type="http://schemas.openxmlformats.org/officeDocument/2006/relationships/notesSlide" Target="/ppt/notesSlides/notesSlide22.xml" Id="R7201aa6f18974aa2"/><Relationship Id="rIdSjoskolanFooter" Type="http://schemas.openxmlformats.org/officeDocument/2006/relationships/image" Target="/ppt/sjoskolan/media/image.jpeg"/></Relationships>
</file>

<file path=ppt/slides/_rels/slide23.xml.rels><?xml version='1.0' encoding='UTF-8' standalone='yes'?>
<Relationships xmlns="http://schemas.openxmlformats.org/package/2006/relationships"><Relationship Type="http://schemas.openxmlformats.org/officeDocument/2006/relationships/slideLayout" Target="/ppt/sjoskolan/slideLayouts/slideLayout1.xml" Id="Rd1c08d5f02a24740"/><Relationship Type="http://schemas.openxmlformats.org/officeDocument/2006/relationships/image" Target="/ppt/media/image14.png" Id="R73dadfd2878f457b"/><Relationship Type="http://schemas.openxmlformats.org/officeDocument/2006/relationships/notesSlide" Target="/ppt/notesSlides/notesSlide23.xml" Id="Rf716a47435ca4f32"/><Relationship Id="rIdSjoskolanFooter" Type="http://schemas.openxmlformats.org/officeDocument/2006/relationships/image" Target="/ppt/sjoskolan/media/image.jpeg"/></Relationships>
</file>

<file path=ppt/slides/_rels/slide24.xml.rels><?xml version='1.0' encoding='UTF-8' standalone='yes'?>
<Relationships xmlns="http://schemas.openxmlformats.org/package/2006/relationships"><Relationship Type="http://schemas.openxmlformats.org/officeDocument/2006/relationships/slideLayout" Target="/ppt/sjoskolan/slideLayouts/slideLayout1.xml" Id="R1eb8f3a6cd224968"/><Relationship Type="http://schemas.openxmlformats.org/officeDocument/2006/relationships/notesSlide" Target="/ppt/notesSlides/notesSlide24.xml" Id="R0d3062d1078b4dde"/><Relationship Id="rIdSjoskolanFooter" Type="http://schemas.openxmlformats.org/officeDocument/2006/relationships/image" Target="/ppt/sjoskolan/media/image.jpeg"/></Relationships>
</file>

<file path=ppt/slides/_rels/slide25.xml.rels><?xml version='1.0' encoding='UTF-8' standalone='yes'?>
<Relationships xmlns="http://schemas.openxmlformats.org/package/2006/relationships"><Relationship Type="http://schemas.openxmlformats.org/officeDocument/2006/relationships/slideLayout" Target="/ppt/sjoskolan/slideLayouts/slideLayout1.xml" Id="R3347b8ad48a74a49"/><Relationship Type="http://schemas.openxmlformats.org/officeDocument/2006/relationships/image" Target="/ppt/media/image15.png" Id="R7e9754d3f64149b9"/><Relationship Type="http://schemas.openxmlformats.org/officeDocument/2006/relationships/notesSlide" Target="/ppt/notesSlides/notesSlide25.xml" Id="Rd4e64d2d3ca44d7a"/><Relationship Id="rIdSjoskolanFooter" Type="http://schemas.openxmlformats.org/officeDocument/2006/relationships/image" Target="/ppt/sjoskolan/media/image.jpeg"/></Relationships>
</file>

<file path=ppt/slides/_rels/slide26.xml.rels><?xml version='1.0' encoding='UTF-8' standalone='yes'?>
<Relationships xmlns="http://schemas.openxmlformats.org/package/2006/relationships"><Relationship Type="http://schemas.openxmlformats.org/officeDocument/2006/relationships/slideLayout" Target="/ppt/sjoskolan/slideLayouts/slideLayout1.xml" Id="R1ab626344ff34e88"/><Relationship Type="http://schemas.openxmlformats.org/officeDocument/2006/relationships/image" Target="/ppt/media/image16.png" Id="Rc9c6ff93efdc4852"/><Relationship Type="http://schemas.openxmlformats.org/officeDocument/2006/relationships/notesSlide" Target="/ppt/notesSlides/notesSlide26.xml" Id="Rbdb44cef8222403d"/><Relationship Id="rIdSjoskolanFooter" Type="http://schemas.openxmlformats.org/officeDocument/2006/relationships/image" Target="/ppt/sjoskolan/media/image.jpeg"/></Relationships>
</file>

<file path=ppt/slides/_rels/slide27.xml.rels><?xml version='1.0' encoding='UTF-8' standalone='yes'?>
<Relationships xmlns="http://schemas.openxmlformats.org/package/2006/relationships"><Relationship Type="http://schemas.openxmlformats.org/officeDocument/2006/relationships/slideLayout" Target="/ppt/sjoskolan/slideLayouts/slideLayout1.xml" Id="Rb0400ef882214649"/><Relationship Type="http://schemas.openxmlformats.org/officeDocument/2006/relationships/image" Target="/ppt/media/image17.png" Id="Rac4c1405bec7443e"/><Relationship Type="http://schemas.openxmlformats.org/officeDocument/2006/relationships/notesSlide" Target="/ppt/notesSlides/notesSlide27.xml" Id="Rfc2c28a2c0964038"/><Relationship Id="rIdSjoskolanFooter" Type="http://schemas.openxmlformats.org/officeDocument/2006/relationships/image" Target="/ppt/sjoskolan/media/image.jpeg"/></Relationships>
</file>

<file path=ppt/slides/_rels/slide28.xml.rels><?xml version='1.0' encoding='UTF-8' standalone='yes'?>
<Relationships xmlns="http://schemas.openxmlformats.org/package/2006/relationships"><Relationship Type="http://schemas.openxmlformats.org/officeDocument/2006/relationships/slideLayout" Target="/ppt/sjoskolan/slideLayouts/slideLayout1.xml" Id="R6d937bc0e24a483d"/><Relationship Type="http://schemas.openxmlformats.org/officeDocument/2006/relationships/image" Target="/ppt/media/image18.png" Id="Re9516eab57ee4688"/><Relationship Type="http://schemas.openxmlformats.org/officeDocument/2006/relationships/notesSlide" Target="/ppt/notesSlides/notesSlide28.xml" Id="R79fdaa87370446a3"/><Relationship Id="rIdSjoskolanFooter" Type="http://schemas.openxmlformats.org/officeDocument/2006/relationships/image" Target="/ppt/sjoskolan/media/image.jpeg"/></Relationships>
</file>

<file path=ppt/slides/_rels/slide29.xml.rels><?xml version='1.0' encoding='UTF-8' standalone='yes'?>
<Relationships xmlns="http://schemas.openxmlformats.org/package/2006/relationships"><Relationship Type="http://schemas.openxmlformats.org/officeDocument/2006/relationships/slideLayout" Target="/ppt/sjoskolan/slideLayouts/slideLayout1.xml" Id="R57c8160bf5c340f8"/><Relationship Type="http://schemas.openxmlformats.org/officeDocument/2006/relationships/image" Target="/ppt/media/image19.png" Id="R8f69f0ffae114069"/><Relationship Type="http://schemas.openxmlformats.org/officeDocument/2006/relationships/notesSlide" Target="/ppt/notesSlides/notesSlide29.xml" Id="Rd63de06252094b92"/><Relationship Id="rIdSjoskolanFooter" Type="http://schemas.openxmlformats.org/officeDocument/2006/relationships/image" Target="/ppt/sjoskolan/media/image.jpeg"/></Relationships>
</file>

<file path=ppt/slides/_rels/slide30.xml.rels><?xml version='1.0' encoding='UTF-8' standalone='yes'?>
<Relationships xmlns="http://schemas.openxmlformats.org/package/2006/relationships"><Relationship Type="http://schemas.openxmlformats.org/officeDocument/2006/relationships/slideLayout" Target="/ppt/sjoskolan/slideLayouts/slideLayout1.xml" Id="R12f87a25152d48ee"/><Relationship Type="http://schemas.openxmlformats.org/officeDocument/2006/relationships/notesSlide" Target="/ppt/notesSlides/notesSlide30.xml" Id="R0b6c878388e84602"/><Relationship Id="rIdSjoskolanFooter" Type="http://schemas.openxmlformats.org/officeDocument/2006/relationships/image" Target="/ppt/sjoskolan/media/image.jpeg"/></Relationships>
</file>

<file path=ppt/slides/_rels/slide31.xml.rels><?xml version='1.0' encoding='UTF-8' standalone='yes'?>
<Relationships xmlns="http://schemas.openxmlformats.org/package/2006/relationships"><Relationship Type="http://schemas.openxmlformats.org/officeDocument/2006/relationships/slideLayout" Target="/ppt/sjoskolan/slideLayouts/slideLayout1.xml" Id="R43b323b9203944a7"/><Relationship Type="http://schemas.openxmlformats.org/officeDocument/2006/relationships/notesSlide" Target="/ppt/notesSlides/notesSlide31.xml" Id="R718c2db71de543d9"/><Relationship Id="rIdSjoskolanFooter" Type="http://schemas.openxmlformats.org/officeDocument/2006/relationships/image" Target="/ppt/sjoskolan/media/image.jpeg"/></Relationships>
</file>

<file path=ppt/slides/_rels/slide32.xml.rels><?xml version='1.0' encoding='UTF-8' standalone='yes'?>
<Relationships xmlns="http://schemas.openxmlformats.org/package/2006/relationships"><Relationship Type="http://schemas.openxmlformats.org/officeDocument/2006/relationships/slideLayout" Target="/ppt/sjoskolan/slideLayouts/slideLayout1.xml" Id="Rf3b871306fc5463e"/><Relationship Type="http://schemas.openxmlformats.org/officeDocument/2006/relationships/notesSlide" Target="/ppt/notesSlides/notesSlide32.xml" Id="R7a09698b00094680"/><Relationship Id="rIdSjoskolanFooter" Type="http://schemas.openxmlformats.org/officeDocument/2006/relationships/image" Target="/ppt/sjoskolan/media/image.jpeg"/></Relationships>
</file>

<file path=ppt/slides/_rels/slide33.xml.rels><?xml version='1.0' encoding='UTF-8' standalone='yes'?>
<Relationships xmlns="http://schemas.openxmlformats.org/package/2006/relationships"><Relationship Type="http://schemas.openxmlformats.org/officeDocument/2006/relationships/slideLayout" Target="/ppt/sjoskolan/slideLayouts/slideLayout1.xml" Id="Ra47eea4fda254831"/><Relationship Type="http://schemas.openxmlformats.org/officeDocument/2006/relationships/image" Target="/ppt/sjoskolan/media/image.jpeg" Id="Receb9b569c8341d1"/><Relationship Type="http://schemas.openxmlformats.org/officeDocument/2006/relationships/notesSlide" Target="/ppt/notesSlides/notesSlide33.xml" Id="Rb1e3b50edf834449"/></Relationships>
</file>

<file path=ppt/slides/_rels/slide34.xml.rels><?xml version='1.0' encoding='UTF-8' standalone='yes'?>
<Relationships xmlns="http://schemas.openxmlformats.org/package/2006/relationships"><Relationship Type="http://schemas.openxmlformats.org/officeDocument/2006/relationships/slideLayout" Target="/ppt/sjoskolan/slideLayouts/slideLayout1.xml" Id="R58b4bf95cd6847a7"/><Relationship Type="http://schemas.openxmlformats.org/officeDocument/2006/relationships/notesSlide" Target="/ppt/notesSlides/notesSlide34.xml" Id="R19040eff365f47e6"/><Relationship Id="rIdSjoskolanFooter" Type="http://schemas.openxmlformats.org/officeDocument/2006/relationships/image" Target="/ppt/sjoskolan/media/image.jpeg"/></Relationships>
</file>

<file path=ppt/slides/_rels/slide35.xml.rels><?xml version='1.0' encoding='UTF-8' standalone='yes'?>
<Relationships xmlns="http://schemas.openxmlformats.org/package/2006/relationships"><Relationship Type="http://schemas.openxmlformats.org/officeDocument/2006/relationships/slideLayout" Target="/ppt/sjoskolan/slideLayouts/slideLayout1.xml" Id="R2c4912d316964745"/><Relationship Type="http://schemas.openxmlformats.org/officeDocument/2006/relationships/notesSlide" Target="/ppt/notesSlides/notesSlide35.xml" Id="Ra386f0cdf9b640cd"/><Relationship Id="rIdSjoskolanFooter" Type="http://schemas.openxmlformats.org/officeDocument/2006/relationships/image" Target="/ppt/sjoskolan/media/image.jpeg"/></Relationships>
</file>

<file path=ppt/slides/_rels/slide36.xml.rels><?xml version='1.0' encoding='UTF-8' standalone='yes'?>
<Relationships xmlns="http://schemas.openxmlformats.org/package/2006/relationships"><Relationship Type="http://schemas.openxmlformats.org/officeDocument/2006/relationships/slideLayout" Target="/ppt/sjoskolan/slideLayouts/slideLayout1.xml" Id="R65374dd655e54ae7"/><Relationship Type="http://schemas.openxmlformats.org/officeDocument/2006/relationships/notesSlide" Target="/ppt/notesSlides/notesSlide36.xml" Id="Rc189a9135c5b4985"/><Relationship Id="rIdSjoskolanFooter" Type="http://schemas.openxmlformats.org/officeDocument/2006/relationships/image" Target="/ppt/sjoskolan/media/image.jpeg"/></Relationships>
</file>

<file path=ppt/slides/_rels/slide37.xml.rels><?xml version='1.0' encoding='UTF-8' standalone='yes'?>
<Relationships xmlns="http://schemas.openxmlformats.org/package/2006/relationships"><Relationship Type="http://schemas.openxmlformats.org/officeDocument/2006/relationships/slideLayout" Target="/ppt/sjoskolan/slideLayouts/slideLayout1.xml" Id="R21d5dee165b74a1d"/><Relationship Type="http://schemas.openxmlformats.org/officeDocument/2006/relationships/notesSlide" Target="/ppt/notesSlides/notesSlide37.xml" Id="R8fe76e4c604f48b0"/><Relationship Id="rIdSjoskolanFooter" Type="http://schemas.openxmlformats.org/officeDocument/2006/relationships/image" Target="/ppt/sjoskolan/media/image.jpeg"/></Relationships>
</file>

<file path=ppt/slides/_rels/slide38.xml.rels><?xml version='1.0' encoding='UTF-8' standalone='yes'?>
<Relationships xmlns="http://schemas.openxmlformats.org/package/2006/relationships"><Relationship Type="http://schemas.openxmlformats.org/officeDocument/2006/relationships/slideLayout" Target="/ppt/sjoskolan/slideLayouts/slideLayout1.xml" Id="R67b4fdcbed3a4280"/><Relationship Type="http://schemas.openxmlformats.org/officeDocument/2006/relationships/notesSlide" Target="/ppt/notesSlides/notesSlide38.xml" Id="Rd9f4883a455e4213"/><Relationship Id="rIdSjoskolanFooter" Type="http://schemas.openxmlformats.org/officeDocument/2006/relationships/image" Target="/ppt/sjoskolan/media/image.jpeg"/></Relationships>
</file>

<file path=ppt/slides/_rels/slide39.xml.rels><?xml version='1.0' encoding='UTF-8' standalone='yes'?>
<Relationships xmlns="http://schemas.openxmlformats.org/package/2006/relationships"><Relationship Type="http://schemas.openxmlformats.org/officeDocument/2006/relationships/slideLayout" Target="/ppt/sjoskolan/slideLayouts/slideLayout1.xml" Id="Rab63e48a831b43af"/><Relationship Type="http://schemas.openxmlformats.org/officeDocument/2006/relationships/notesSlide" Target="/ppt/notesSlides/notesSlide39.xml" Id="R1595808dfd9d4bb0"/><Relationship Id="rIdSjoskolanFooter" Type="http://schemas.openxmlformats.org/officeDocument/2006/relationships/image" Target="/ppt/sjoskolan/media/image.jpeg"/></Relationships>
</file>

<file path=ppt/slides/_rels/slide40.xml.rels><?xml version='1.0' encoding='UTF-8' standalone='yes'?>
<Relationships xmlns="http://schemas.openxmlformats.org/package/2006/relationships"><Relationship Type="http://schemas.openxmlformats.org/officeDocument/2006/relationships/slideLayout" Target="/ppt/sjoskolan/slideLayouts/slideLayout1.xml" Id="Rdc2db62e51bf4420"/><Relationship Type="http://schemas.openxmlformats.org/officeDocument/2006/relationships/notesSlide" Target="/ppt/notesSlides/notesSlide40.xml" Id="Rbc058e789dbc49f5"/><Relationship Id="rIdSjoskolanFooter" Type="http://schemas.openxmlformats.org/officeDocument/2006/relationships/image" Target="/ppt/sjoskolan/media/image.jpeg"/></Relationships>
</file>

<file path=ppt/slides/_rels/slide41.xml.rels><?xml version='1.0' encoding='UTF-8' standalone='yes'?>
<Relationships xmlns="http://schemas.openxmlformats.org/package/2006/relationships"><Relationship Type="http://schemas.openxmlformats.org/officeDocument/2006/relationships/slideLayout" Target="/ppt/sjoskolan/slideLayouts/slideLayout1.xml" Id="R4376974d9e184c5e"/><Relationship Type="http://schemas.openxmlformats.org/officeDocument/2006/relationships/notesSlide" Target="/ppt/notesSlides/notesSlide41.xml" Id="R50ec2fd74916474b"/><Relationship Id="rIdSjoskolanFooter" Type="http://schemas.openxmlformats.org/officeDocument/2006/relationships/image" Target="/ppt/sjoskolan/media/image.jpeg"/></Relationships>
</file>

<file path=ppt/slides/_rels/slide42.xml.rels><?xml version='1.0' encoding='UTF-8' standalone='yes'?>
<Relationships xmlns="http://schemas.openxmlformats.org/package/2006/relationships"><Relationship Type="http://schemas.openxmlformats.org/officeDocument/2006/relationships/slideLayout" Target="/ppt/sjoskolan/slideLayouts/slideLayout1.xml" Id="R8c3f6ef0a2864209"/><Relationship Type="http://schemas.openxmlformats.org/officeDocument/2006/relationships/notesSlide" Target="/ppt/notesSlides/notesSlide42.xml" Id="Rc2f92ff1ddae48e4"/><Relationship Id="rIdSjoskolanFooter" Type="http://schemas.openxmlformats.org/officeDocument/2006/relationships/image" Target="/ppt/sjoskolan/media/image.jpeg"/></Relationships>
</file>

<file path=ppt/slides/_rels/slide43.xml.rels><?xml version='1.0' encoding='UTF-8' standalone='yes'?>
<Relationships xmlns="http://schemas.openxmlformats.org/package/2006/relationships"><Relationship Type="http://schemas.openxmlformats.org/officeDocument/2006/relationships/slideLayout" Target="/ppt/sjoskolan/slideLayouts/slideLayout1.xml" Id="R598c104f8ceb4a9a"/><Relationship Type="http://schemas.openxmlformats.org/officeDocument/2006/relationships/image" Target="/ppt/media/image20.png" Id="Rfad7459d6900409f"/><Relationship Type="http://schemas.openxmlformats.org/officeDocument/2006/relationships/notesSlide" Target="/ppt/notesSlides/notesSlide43.xml" Id="Rc6bd0c1704f94a9e"/><Relationship Id="rIdSjoskolanFooter" Type="http://schemas.openxmlformats.org/officeDocument/2006/relationships/image" Target="/ppt/sjoskolan/media/image.jpeg"/></Relationships>
</file>

<file path=ppt/slides/_rels/slide44.xml.rels><?xml version='1.0' encoding='UTF-8' standalone='yes'?>
<Relationships xmlns="http://schemas.openxmlformats.org/package/2006/relationships"><Relationship Type="http://schemas.openxmlformats.org/officeDocument/2006/relationships/slideLayout" Target="/ppt/sjoskolan/slideLayouts/slideLayout1.xml" Id="R01afb3a209a44900"/><Relationship Type="http://schemas.openxmlformats.org/officeDocument/2006/relationships/notesSlide" Target="/ppt/notesSlides/notesSlide44.xml" Id="R66d80e130d37477d"/><Relationship Id="rIdSjoskolanFooter" Type="http://schemas.openxmlformats.org/officeDocument/2006/relationships/image" Target="/ppt/sjoskolan/media/image.jpeg"/></Relationships>
</file>

<file path=ppt/slides/_rels/slide45.xml.rels><?xml version='1.0' encoding='UTF-8' standalone='yes'?>
<Relationships xmlns="http://schemas.openxmlformats.org/package/2006/relationships"><Relationship Type="http://schemas.openxmlformats.org/officeDocument/2006/relationships/slideLayout" Target="/ppt/sjoskolan/slideLayouts/slideLayout1.xml" Id="R3b270baac15d47b4"/><Relationship Type="http://schemas.openxmlformats.org/officeDocument/2006/relationships/notesSlide" Target="/ppt/notesSlides/notesSlide45.xml" Id="R3154aab1a03f4265"/><Relationship Id="rIdSjoskolanFooter" Type="http://schemas.openxmlformats.org/officeDocument/2006/relationships/image" Target="/ppt/sjoskolan/media/image.jpeg"/></Relationships>
</file>

<file path=ppt/slides/_rels/slide46.xml.rels><?xml version='1.0' encoding='UTF-8' standalone='yes'?>
<Relationships xmlns="http://schemas.openxmlformats.org/package/2006/relationships"><Relationship Type="http://schemas.openxmlformats.org/officeDocument/2006/relationships/slideLayout" Target="/ppt/sjoskolan/slideLayouts/slideLayout1.xml" Id="R843b046dea754e57"/><Relationship Type="http://schemas.openxmlformats.org/officeDocument/2006/relationships/notesSlide" Target="/ppt/notesSlides/notesSlide46.xml" Id="Re46c7b1656164535"/><Relationship Id="rIdSjoskolanFooter" Type="http://schemas.openxmlformats.org/officeDocument/2006/relationships/image" Target="/ppt/sjoskolan/media/image.jpeg"/></Relationships>
</file>

<file path=ppt/slides/_rels/slide47.xml.rels><?xml version='1.0' encoding='UTF-8' standalone='yes'?>
<Relationships xmlns="http://schemas.openxmlformats.org/package/2006/relationships"><Relationship Type="http://schemas.openxmlformats.org/officeDocument/2006/relationships/slideLayout" Target="/ppt/sjoskolan/slideLayouts/slideLayout1.xml" Id="R6e8e2aed11bd4892"/><Relationship Type="http://schemas.openxmlformats.org/officeDocument/2006/relationships/notesSlide" Target="/ppt/notesSlides/notesSlide47.xml" Id="R818df87b41ac4b0b"/><Relationship Id="rIdSjoskolanFooter" Type="http://schemas.openxmlformats.org/officeDocument/2006/relationships/image" Target="/ppt/sjoskolan/media/image.jpeg"/></Relationships>
</file>

<file path=ppt/slides/_rels/slide48.xml.rels><?xml version='1.0' encoding='UTF-8' standalone='yes'?>
<Relationships xmlns="http://schemas.openxmlformats.org/package/2006/relationships"><Relationship Type="http://schemas.openxmlformats.org/officeDocument/2006/relationships/slideLayout" Target="/ppt/sjoskolan/slideLayouts/slideLayout1.xml" Id="R0e0ed03442e14356"/><Relationship Type="http://schemas.openxmlformats.org/officeDocument/2006/relationships/notesSlide" Target="/ppt/notesSlides/notesSlide48.xml" Id="R6d1b9b6131574614"/><Relationship Id="rIdSjoskolanFooter" Type="http://schemas.openxmlformats.org/officeDocument/2006/relationships/image" Target="/ppt/sjoskolan/media/image.jpeg"/></Relationships>
</file>

<file path=ppt/slides/_rels/slide49.xml.rels><?xml version='1.0' encoding='UTF-8' standalone='yes'?>
<Relationships xmlns="http://schemas.openxmlformats.org/package/2006/relationships"><Relationship Type="http://schemas.openxmlformats.org/officeDocument/2006/relationships/slideLayout" Target="/ppt/sjoskolan/slideLayouts/slideLayout1.xml" Id="R8c9ad07483b44652"/><Relationship Type="http://schemas.openxmlformats.org/officeDocument/2006/relationships/notesSlide" Target="/ppt/notesSlides/notesSlide49.xml" Id="R6ee880e87104451b"/><Relationship Id="rIdSjoskolanFooter" Type="http://schemas.openxmlformats.org/officeDocument/2006/relationships/image" Target="/ppt/sjoskolan/media/image.jpeg"/></Relationships>
</file>

<file path=ppt/slides/_rels/slide50.xml.rels><?xml version='1.0' encoding='UTF-8' standalone='yes'?>
<Relationships xmlns="http://schemas.openxmlformats.org/package/2006/relationships"><Relationship Type="http://schemas.openxmlformats.org/officeDocument/2006/relationships/slideLayout" Target="/ppt/sjoskolan/slideLayouts/slideLayout1.xml" Id="R5d76f6fbd53b4bde"/><Relationship Type="http://schemas.openxmlformats.org/officeDocument/2006/relationships/notesSlide" Target="/ppt/notesSlides/notesSlide50.xml" Id="R0e1e401be9834832"/><Relationship Id="rIdSjoskolanFooter" Type="http://schemas.openxmlformats.org/officeDocument/2006/relationships/image" Target="/ppt/sjoskolan/media/image.jpeg"/></Relationships>
</file>

<file path=ppt/slides/_rels/slide51.xml.rels><?xml version='1.0' encoding='UTF-8' standalone='yes'?>
<Relationships xmlns="http://schemas.openxmlformats.org/package/2006/relationships"><Relationship Type="http://schemas.openxmlformats.org/officeDocument/2006/relationships/slideLayout" Target="/ppt/sjoskolan/slideLayouts/slideLayout1.xml" Id="R50fce77e681e48b1"/><Relationship Type="http://schemas.openxmlformats.org/officeDocument/2006/relationships/notesSlide" Target="/ppt/notesSlides/notesSlide51.xml" Id="R979f086e13014fcf"/><Relationship Id="rIdSjoskolanFooter" Type="http://schemas.openxmlformats.org/officeDocument/2006/relationships/image" Target="/ppt/sjoskolan/media/image.jpeg"/></Relationships>
</file>

<file path=ppt/slides/_rels/slide52.xml.rels><?xml version='1.0' encoding='UTF-8' standalone='yes'?>
<Relationships xmlns="http://schemas.openxmlformats.org/package/2006/relationships"><Relationship Type="http://schemas.openxmlformats.org/officeDocument/2006/relationships/slideLayout" Target="/ppt/sjoskolan/slideLayouts/slideLayout1.xml" Id="R5b3b8ec1db7f4647"/><Relationship Type="http://schemas.openxmlformats.org/officeDocument/2006/relationships/notesSlide" Target="/ppt/notesSlides/notesSlide52.xml" Id="R97084c6dfee84d2f"/><Relationship Id="rIdSjoskolanFooter" Type="http://schemas.openxmlformats.org/officeDocument/2006/relationships/image" Target="/ppt/sjoskolan/media/image.jpeg"/></Relationships>
</file>

<file path=ppt/slides/_rels/slide53.xml.rels><?xml version='1.0' encoding='UTF-8' standalone='yes'?>
<Relationships xmlns="http://schemas.openxmlformats.org/package/2006/relationships"><Relationship Type="http://schemas.openxmlformats.org/officeDocument/2006/relationships/slideLayout" Target="/ppt/sjoskolan/slideLayouts/slideLayout1.xml" Id="Rb19388d049ef4ac8"/><Relationship Type="http://schemas.openxmlformats.org/officeDocument/2006/relationships/notesSlide" Target="/ppt/notesSlides/notesSlide53.xml" Id="Rc134652d96374e77"/><Relationship Id="rIdSjoskolanFooter" Type="http://schemas.openxmlformats.org/officeDocument/2006/relationships/image" Target="/ppt/sjoskolan/media/image.jpeg"/></Relationships>
</file>

<file path=ppt/slides/_rels/slide54.xml.rels><?xml version='1.0' encoding='UTF-8' standalone='yes'?>
<Relationships xmlns="http://schemas.openxmlformats.org/package/2006/relationships"><Relationship Type="http://schemas.openxmlformats.org/officeDocument/2006/relationships/slideLayout" Target="/ppt/sjoskolan/slideLayouts/slideLayout1.xml" Id="R67f5cfe6a288438a"/><Relationship Type="http://schemas.openxmlformats.org/officeDocument/2006/relationships/notesSlide" Target="/ppt/notesSlides/notesSlide54.xml" Id="R7788d54562a74a77"/><Relationship Id="rIdSjoskolanFooter" Type="http://schemas.openxmlformats.org/officeDocument/2006/relationships/image" Target="/ppt/sjoskolan/media/image.jpeg"/></Relationships>
</file>

<file path=ppt/slides/_rels/slide55.xml.rels><?xml version='1.0' encoding='UTF-8' standalone='yes'?>
<Relationships xmlns="http://schemas.openxmlformats.org/package/2006/relationships"><Relationship Type="http://schemas.openxmlformats.org/officeDocument/2006/relationships/slideLayout" Target="/ppt/sjoskolan/slideLayouts/slideLayout1.xml" Id="R0d1ef8e8e93c45d5"/><Relationship Type="http://schemas.openxmlformats.org/officeDocument/2006/relationships/notesSlide" Target="/ppt/notesSlides/notesSlide55.xml" Id="Ra52b5455fb77448c"/><Relationship Id="rIdSjoskolanFooter" Type="http://schemas.openxmlformats.org/officeDocument/2006/relationships/image" Target="/ppt/sjoskolan/media/image.jpeg"/></Relationships>
</file>

<file path=ppt/slides/_rels/slide56.xml.rels><?xml version='1.0' encoding='UTF-8' standalone='yes'?>
<Relationships xmlns="http://schemas.openxmlformats.org/package/2006/relationships"><Relationship Type="http://schemas.openxmlformats.org/officeDocument/2006/relationships/slideLayout" Target="/ppt/sjoskolan/slideLayouts/slideLayout1.xml" Id="R56a1dcd7c46a404d"/><Relationship Type="http://schemas.openxmlformats.org/officeDocument/2006/relationships/notesSlide" Target="/ppt/notesSlides/notesSlide56.xml" Id="R178d1d6b990f48d6"/><Relationship Id="rIdSjoskolanFooter" Type="http://schemas.openxmlformats.org/officeDocument/2006/relationships/image" Target="/ppt/sjoskolan/media/image.jpeg"/></Relationships>
</file>

<file path=ppt/slides/_rels/slide57.xml.rels><?xml version='1.0' encoding='UTF-8' standalone='yes'?>
<Relationships xmlns="http://schemas.openxmlformats.org/package/2006/relationships"><Relationship Type="http://schemas.openxmlformats.org/officeDocument/2006/relationships/slideLayout" Target="/ppt/sjoskolan/slideLayouts/slideLayout1.xml" Id="Rf9713c52258e4bce"/><Relationship Type="http://schemas.openxmlformats.org/officeDocument/2006/relationships/notesSlide" Target="/ppt/notesSlides/notesSlide57.xml" Id="R8bd76eaf3a994916"/><Relationship Id="rIdSjoskolanFooter" Type="http://schemas.openxmlformats.org/officeDocument/2006/relationships/image" Target="/ppt/sjoskolan/media/image.jpeg"/></Relationships>
</file>

<file path=ppt/slides/_rels/slide58.xml.rels><?xml version='1.0' encoding='UTF-8' standalone='yes'?>
<Relationships xmlns="http://schemas.openxmlformats.org/package/2006/relationships"><Relationship Type="http://schemas.openxmlformats.org/officeDocument/2006/relationships/slideLayout" Target="/ppt/sjoskolan/slideLayouts/slideLayout1.xml" Id="Rece5baca74754b7d"/><Relationship Type="http://schemas.openxmlformats.org/officeDocument/2006/relationships/notesSlide" Target="/ppt/notesSlides/notesSlide58.xml" Id="R79e1c5f318b44964"/><Relationship Id="rIdSjoskolanFooter" Type="http://schemas.openxmlformats.org/officeDocument/2006/relationships/image" Target="/ppt/sjoskolan/media/image.jpeg"/></Relationships>
</file>

<file path=ppt/slides/_rels/slide59.xml.rels><?xml version='1.0' encoding='UTF-8' standalone='yes'?>
<Relationships xmlns="http://schemas.openxmlformats.org/package/2006/relationships"><Relationship Type="http://schemas.openxmlformats.org/officeDocument/2006/relationships/slideLayout" Target="/ppt/sjoskolan/slideLayouts/slideLayout1.xml" Id="Rfa8bf4f414d64fde"/><Relationship Type="http://schemas.openxmlformats.org/officeDocument/2006/relationships/notesSlide" Target="/ppt/notesSlides/notesSlide59.xml" Id="R8f2a60cb04c24f2e"/><Relationship Id="rIdSjoskolanFooter" Type="http://schemas.openxmlformats.org/officeDocument/2006/relationships/image" Target="/ppt/sjoskolan/media/image.jpeg"/></Relationships>
</file>

<file path=ppt/slides/_rels/slide60.xml.rels><?xml version='1.0' encoding='UTF-8' standalone='yes'?>
<Relationships xmlns="http://schemas.openxmlformats.org/package/2006/relationships"><Relationship Type="http://schemas.openxmlformats.org/officeDocument/2006/relationships/slideLayout" Target="/ppt/sjoskolan/slideLayouts/slideLayout1.xml" Id="R6107c6904f524d39"/><Relationship Type="http://schemas.openxmlformats.org/officeDocument/2006/relationships/notesSlide" Target="/ppt/notesSlides/notesSlide60.xml" Id="Rc870dae94bfe4785"/><Relationship Id="rIdSjoskolanFooter" Type="http://schemas.openxmlformats.org/officeDocument/2006/relationships/image" Target="/ppt/sjoskolan/media/image.jpeg"/></Relationships>
</file>

<file path=ppt/slides/_rels/slide61.xml.rels><?xml version='1.0' encoding='UTF-8' standalone='yes'?>
<Relationships xmlns="http://schemas.openxmlformats.org/package/2006/relationships"><Relationship Type="http://schemas.openxmlformats.org/officeDocument/2006/relationships/slideLayout" Target="/ppt/sjoskolan/slideLayouts/slideLayout1.xml" Id="R927db8ed05734059"/><Relationship Type="http://schemas.openxmlformats.org/officeDocument/2006/relationships/notesSlide" Target="/ppt/notesSlides/notesSlide61.xml" Id="Rc5f46d076cdb49a9"/><Relationship Id="rIdSjoskolanFooter" Type="http://schemas.openxmlformats.org/officeDocument/2006/relationships/image" Target="/ppt/sjoskolan/media/image.jpeg"/></Relationships>
</file>

<file path=ppt/slides/_rels/slide62.xml.rels><?xml version='1.0' encoding='UTF-8' standalone='yes'?>
<Relationships xmlns="http://schemas.openxmlformats.org/package/2006/relationships"><Relationship Type="http://schemas.openxmlformats.org/officeDocument/2006/relationships/slideLayout" Target="/ppt/sjoskolan/slideLayouts/slideLayout1.xml" Id="Red02773d343245dc"/><Relationship Type="http://schemas.openxmlformats.org/officeDocument/2006/relationships/notesSlide" Target="/ppt/notesSlides/notesSlide62.xml" Id="R41307f151ee94f89"/><Relationship Id="rIdSjoskolanFooter" Type="http://schemas.openxmlformats.org/officeDocument/2006/relationships/image" Target="/ppt/sjoskolan/media/image.jpeg"/></Relationships>
</file>

<file path=ppt/slides/_rels/slide63.xml.rels><?xml version='1.0' encoding='UTF-8' standalone='yes'?>
<Relationships xmlns="http://schemas.openxmlformats.org/package/2006/relationships"><Relationship Type="http://schemas.openxmlformats.org/officeDocument/2006/relationships/slideLayout" Target="/ppt/sjoskolan/slideLayouts/slideLayout1.xml" Id="Rdfc3aeb3ea0f46e5"/><Relationship Type="http://schemas.openxmlformats.org/officeDocument/2006/relationships/notesSlide" Target="/ppt/notesSlides/notesSlide63.xml" Id="R33943cc04ffb4207"/><Relationship Id="rIdSjoskolanFooter" Type="http://schemas.openxmlformats.org/officeDocument/2006/relationships/image" Target="/ppt/sjoskolan/media/image.jpeg"/></Relationships>
</file>

<file path=ppt/slides/_rels/slide64.xml.rels><?xml version='1.0' encoding='UTF-8' standalone='yes'?>
<Relationships xmlns="http://schemas.openxmlformats.org/package/2006/relationships"><Relationship Type="http://schemas.openxmlformats.org/officeDocument/2006/relationships/slideLayout" Target="/ppt/sjoskolan/slideLayouts/slideLayout1.xml" Id="Ra7ee15ab02e14ef9"/><Relationship Type="http://schemas.openxmlformats.org/officeDocument/2006/relationships/notesSlide" Target="/ppt/notesSlides/notesSlide64.xml" Id="R63c0162d75804371"/><Relationship Id="rIdSjoskolanFooter" Type="http://schemas.openxmlformats.org/officeDocument/2006/relationships/image" Target="/ppt/sjoskolan/media/image.jpeg"/></Relationships>
</file>

<file path=ppt/slides/_rels/slide65.xml.rels><?xml version='1.0' encoding='UTF-8' standalone='yes'?>
<Relationships xmlns="http://schemas.openxmlformats.org/package/2006/relationships"><Relationship Type="http://schemas.openxmlformats.org/officeDocument/2006/relationships/slideLayout" Target="/ppt/sjoskolan/slideLayouts/slideLayout1.xml" Id="R4792a5cbf22943a4"/><Relationship Type="http://schemas.openxmlformats.org/officeDocument/2006/relationships/hyperlink" Target="https://www.youtube.com/watch?v=TJXMJzultS4" TargetMode="External" Id="Rc0441ce8cbb54861"/><Relationship Type="http://schemas.openxmlformats.org/officeDocument/2006/relationships/hyperlink" Target="https://www.youtube.com/watch?v=DtuvYcMKyuc&amp;t=70s" TargetMode="External" Id="Rc04e0e0034534906"/><Relationship Type="http://schemas.openxmlformats.org/officeDocument/2006/relationships/hyperlink" Target="https://www.youtube.com/watch?v=ZNZCAecEcsc&amp;t=345s" TargetMode="External" Id="Rbba83db730dc4087"/><Relationship Type="http://schemas.openxmlformats.org/officeDocument/2006/relationships/hyperlink" Target="https://www.youtube.com/watch?v=ZNZCAecEcsc&amp;t=479s" TargetMode="External" Id="Rca31977a3bae43d2"/><Relationship Type="http://schemas.openxmlformats.org/officeDocument/2006/relationships/notesSlide" Target="/ppt/notesSlides/notesSlide65.xml" Id="Re54e19cfaca54cd5"/><Relationship Id="rIdSjoskolanFooter" Type="http://schemas.openxmlformats.org/officeDocument/2006/relationships/image" Target="/ppt/sjoskolan/media/image.jpeg"/></Relationships>
</file>

<file path=ppt/slides/_rels/slide66.xml.rels><?xml version='1.0' encoding='UTF-8' standalone='yes'?>
<Relationships xmlns="http://schemas.openxmlformats.org/package/2006/relationships"><Relationship Type="http://schemas.openxmlformats.org/officeDocument/2006/relationships/slideLayout" Target="/ppt/sjoskolan/slideLayouts/slideLayout1.xml" Id="R01d0e198309c4a59"/><Relationship Type="http://schemas.openxmlformats.org/officeDocument/2006/relationships/notesSlide" Target="/ppt/notesSlides/notesSlide66.xml" Id="Rb9e3b4c0a53c47f3"/><Relationship Id="rIdSjoskolanFooter" Type="http://schemas.openxmlformats.org/officeDocument/2006/relationships/image" Target="/ppt/sjoskolan/media/image.jpeg"/></Relationships>
</file>

<file path=ppt/slides/_rels/slide67.xml.rels><?xml version='1.0' encoding='UTF-8' standalone='yes'?>
<Relationships xmlns="http://schemas.openxmlformats.org/package/2006/relationships"><Relationship Type="http://schemas.openxmlformats.org/officeDocument/2006/relationships/slideLayout" Target="/ppt/sjoskolan/slideLayouts/slideLayout1.xml" Id="R62f7547ae0ec4c04"/><Relationship Type="http://schemas.openxmlformats.org/officeDocument/2006/relationships/image" Target="/ppt/sjoskolan/media/image.jpeg" Id="Rf29615f254604dbd"/><Relationship Type="http://schemas.openxmlformats.org/officeDocument/2006/relationships/notesSlide" Target="/ppt/notesSlides/notesSlide67.xml" Id="R3bb18c66a4db420c"/></Relationships>
</file>

<file path=ppt/slides/_rels/slide68.xml.rels><?xml version='1.0' encoding='UTF-8' standalone='yes'?>
<Relationships xmlns="http://schemas.openxmlformats.org/package/2006/relationships"><Relationship Type="http://schemas.openxmlformats.org/officeDocument/2006/relationships/slideLayout" Target="/ppt/sjoskolan/slideLayouts/slideLayout1.xml" Id="R9ba13c4f9d8b442b"/><Relationship Type="http://schemas.openxmlformats.org/officeDocument/2006/relationships/image" Target="/ppt/sjoskolan/media/image.jpeg" Id="R79c617e0e86e4332"/><Relationship Type="http://schemas.openxmlformats.org/officeDocument/2006/relationships/notesSlide" Target="/ppt/notesSlides/notesSlide68.xml" Id="Rb4e3ca04e2444e93"/></Relationships>
</file>

<file path=ppt/slides/_rels/slide69.xml.rels><?xml version='1.0' encoding='UTF-8' standalone='yes'?>
<Relationships xmlns="http://schemas.openxmlformats.org/package/2006/relationships"><Relationship Type="http://schemas.openxmlformats.org/officeDocument/2006/relationships/slideLayout" Target="/ppt/sjoskolan/slideLayouts/slideLayout1.xml" Id="R9e73ee0785c54092"/><Relationship Type="http://schemas.openxmlformats.org/officeDocument/2006/relationships/image" Target="/ppt/sjoskolan/media/image.jpeg" Id="R5cb55b596de94375"/><Relationship Type="http://schemas.openxmlformats.org/officeDocument/2006/relationships/notesSlide" Target="/ppt/notesSlides/notesSlide69.xml" Id="R91052c297c484b7b"/></Relationships>
</file>

<file path=ppt/slides/_rels/slide70.xml.rels><?xml version='1.0' encoding='UTF-8' standalone='yes'?>
<Relationships xmlns="http://schemas.openxmlformats.org/package/2006/relationships"><Relationship Type="http://schemas.openxmlformats.org/officeDocument/2006/relationships/slideLayout" Target="/ppt/sjoskolan/slideLayouts/slideLayout1.xml" Id="R8715e5789c67484f"/><Relationship Type="http://schemas.openxmlformats.org/officeDocument/2006/relationships/image" Target="/ppt/sjoskolan/media/image.jpeg" Id="R804c4f12bfe848db"/><Relationship Type="http://schemas.openxmlformats.org/officeDocument/2006/relationships/notesSlide" Target="/ppt/notesSlides/notesSlide70.xml" Id="R7c810d801c4d43a9"/></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7" name="Bildobjekt 2"/>
          <p:cNvPicPr>
            <a:picLocks xmlns:a="http://schemas.openxmlformats.org/drawingml/2006/main" noChangeAspect="1"/>
          </p:cNvPicPr>
          <p:nvPr/>
        </p:nvPicPr>
        <p:blipFill>
          <a:blip xmlns:r="http://schemas.openxmlformats.org/officeDocument/2006/relationships" xmlns:a="http://schemas.openxmlformats.org/drawingml/2006/main" r:embed="Rb73a4bd38ffa4ef2"/>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pic>
        <p:nvPicPr>
          <p:cNvPr id="18" name="Bildobjekt 1"/>
          <p:cNvPicPr>
            <a:picLocks xmlns:a="http://schemas.openxmlformats.org/drawingml/2006/main" noChangeAspect="1"/>
          </p:cNvPicPr>
          <p:nvPr/>
        </p:nvPicPr>
        <p:blipFill>
          <a:blip xmlns:r="http://schemas.openxmlformats.org/officeDocument/2006/relationships" xmlns:a="http://schemas.openxmlformats.org/drawingml/2006/main" r:embed="R7dc1ce989a6948c6"/>
          <a:srcRect xmlns:a="http://schemas.openxmlformats.org/drawingml/2006/main" l="0" t="194" r="0" b="194"/>
          <a:stretch xmlns:a="http://schemas.openxmlformats.org/drawingml/2006/main">
            <a:fillRect l="0" t="0" r="0" b="0"/>
          </a:stretch>
        </p:blipFill>
        <p:spPr>
          <a:xfrm xmlns:a="http://schemas.openxmlformats.org/drawingml/2006/main">
            <a:off x="0" y="-185460"/>
            <a:ext cx="9138501" cy="6068674"/>
          </a:xfrm>
          <a:prstGeom xmlns:a="http://schemas.openxmlformats.org/drawingml/2006/main" prst="rect">
            <a:avLst/>
          </a:prstGeom>
        </p:spPr>
      </p:pic>
      <p:sp>
        <p:nvSpPr>
          <p:cNvPr id="11" name="Kontrast för omslagets rubrik">
            <a:extLst xmlns:a="http://schemas.openxmlformats.org/drawingml/2006/main">
              <a:ext uri="{FF2B5EF4-FFF2-40B4-BE49-F238E27FC236}">
                <a16:creationId xmlns:a16="http://schemas.microsoft.com/office/drawing/2014/main" id="{F6D18842-EB00-4715-8EDF-AB0472DAD9BF}"/>
              </a:ext>
            </a:extLst>
          </p:cNvPr>
          <p:cNvSpPr>
            <a:spLocks xmlns:a="http://schemas.openxmlformats.org/drawingml/2006/main" noGrp="1"/>
          </p:cNvSpPr>
          <p:nvPr/>
        </p:nvSpPr>
        <p:spPr>
          <a:xfrm xmlns:a="http://schemas.openxmlformats.org/drawingml/2006/main">
            <a:off x="0" y="0"/>
            <a:ext cx="9138501" cy="5883214"/>
          </a:xfrm>
          <a:prstGeom xmlns:a="http://schemas.openxmlformats.org/drawingml/2006/main" prst="rect">
            <a:avLst/>
          </a:prstGeom>
          <a:gradFill xmlns:a="http://schemas.openxmlformats.org/drawingml/2006/main">
            <a:gsLst>
              <a:gs pos="0">
                <a:srgbClr val="001427">
                  <a:alpha val="38000"/>
                </a:srgbClr>
              </a:gs>
              <a:gs pos="42000">
                <a:srgbClr val="001427">
                  <a:alpha val="45000"/>
                </a:srgbClr>
              </a:gs>
              <a:gs pos="68000">
                <a:srgbClr val="001427">
                  <a:alpha val="0"/>
                </a:srgbClr>
              </a:gs>
              <a:gs pos="100000">
                <a:srgbClr val="001427">
                  <a:alpha val="0"/>
                </a:srgbClr>
              </a:gs>
            </a:gsLst>
            <a:lin ang="5400000"/>
          </a:gradFill>
          <a:ln xmlns:a="http://schemas.openxmlformats.org/drawingml/2006/main" w="0">
            <a:noFill/>
          </a:ln>
        </p:spPr>
      </p:sp>
      <p:sp>
        <p:nvSpPr>
          <p:cNvPr id="12" name="textruta 3">
            <a:extLst xmlns:a="http://schemas.openxmlformats.org/drawingml/2006/main">
              <a:ext uri="{FF2B5EF4-FFF2-40B4-BE49-F238E27FC236}">
                <a16:creationId xmlns:a16="http://schemas.microsoft.com/office/drawing/2014/main" id="{84D96000-CC94-4D5A-BAF7-B321DA477702}"/>
              </a:ext>
            </a:extLst>
          </p:cNvPr>
          <p:cNvSpPr>
            <a:spLocks xmlns:a="http://schemas.openxmlformats.org/drawingml/2006/main" noGrp="1"/>
          </p:cNvSpPr>
          <p:nvPr/>
        </p:nvSpPr>
        <p:spPr>
          <a:xfrm xmlns:a="http://schemas.openxmlformats.org/drawingml/2006/main">
            <a:off x="2243995" y="704850"/>
            <a:ext cx="6334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buNone/>
              <a:defRPr sz="3000" b="1">
                <a:solidFill>
                  <a:srgbClr val="FFFFFF"/>
                </a:solidFill>
                <a:latin typeface="Calibri"/>
                <a:ea typeface="Calibri"/>
                <a:cs typeface="Calibri"/>
              </a:defRPr>
            </a:pPr>
            <a:r>
              <a:rPr sz="3000" b="1">
                <a:solidFill>
                  <a:srgbClr val="FFFFFF"/>
                </a:solidFill>
                <a:latin typeface="Calibri"/>
                <a:ea typeface="Calibri"/>
                <a:cs typeface="Calibri"/>
              </a:rPr>
              <a:t>Multimeter och mätfel</a:t>
            </a:r>
          </a:p>
        </p:txBody>
      </p:sp>
      <p:sp>
        <p:nvSpPr>
          <p:cNvPr id="13" name="Mätområden, inre resistans och CAT-kategorier">
            <a:extLst xmlns:a="http://schemas.openxmlformats.org/drawingml/2006/main">
              <a:ext uri="{FF2B5EF4-FFF2-40B4-BE49-F238E27FC236}">
                <a16:creationId xmlns:a16="http://schemas.microsoft.com/office/drawing/2014/main" id="{90B9D1FB-EDB8-4216-8A31-65BF835DF730}"/>
              </a:ext>
            </a:extLst>
          </p:cNvPr>
          <p:cNvSpPr>
            <a:spLocks xmlns:a="http://schemas.openxmlformats.org/drawingml/2006/main" noGrp="1"/>
          </p:cNvSpPr>
          <p:nvPr/>
        </p:nvSpPr>
        <p:spPr>
          <a:xfrm xmlns:a="http://schemas.openxmlformats.org/drawingml/2006/main">
            <a:off x="2243995" y="1809750"/>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a:solidFill>
                  <a:srgbClr val="FFFFFF"/>
                </a:solidFill>
                <a:latin typeface="Calibri"/>
                <a:ea typeface="Calibri"/>
                <a:cs typeface="Calibri"/>
              </a:defRPr>
            </a:pPr>
            <a:r>
              <a:rPr sz="2100">
                <a:solidFill>
                  <a:srgbClr val="FFFFFF"/>
                </a:solidFill>
                <a:latin typeface="Calibri"/>
                <a:ea typeface="Calibri"/>
                <a:cs typeface="Calibri"/>
              </a:rPr>
              <a:t>Mätteknik med enkla fartygsexempel</a:t>
            </a:r>
          </a:p>
        </p:txBody>
      </p:sp>
      <p:sp>
        <p:nvSpPr>
          <p:cNvPr id="14" name="1">
            <a:extLst xmlns:a="http://schemas.openxmlformats.org/drawingml/2006/main">
              <a:ext uri="{FF2B5EF4-FFF2-40B4-BE49-F238E27FC236}">
                <a16:creationId xmlns:a16="http://schemas.microsoft.com/office/drawing/2014/main" id="{54099204-F782-4FDE-A467-115BB0999E9C}"/>
              </a:ext>
            </a:extLst>
          </p:cNvPr>
          <p:cNvSpPr>
            <a:spLocks xmlns:a="http://schemas.openxmlformats.org/drawingml/2006/main" noGrp="1"/>
          </p:cNvSpPr>
          <p:nvPr/>
        </p:nvSpPr>
        <p:spPr>
          <a:xfrm xmlns:a="http://schemas.openxmlformats.org/drawingml/2006/main">
            <a:off x="8191500" y="64389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500">
                <a:solidFill>
                  <a:srgbClr val="FFFFFF"/>
                </a:solidFill>
                <a:latin typeface="Calibri"/>
                <a:ea typeface="Calibri"/>
                <a:cs typeface="Calibri"/>
              </a:defRPr>
            </a:pPr>
            <a:r>
              <a:rPr sz="1500">
                <a:solidFill>
                  <a:srgbClr val="FFFFFF"/>
                </a:solidFill>
                <a:latin typeface="Calibri"/>
                <a:ea typeface="Calibri"/>
                <a:cs typeface="Calibri"/>
              </a:rPr>
              <a:t>1</a:t>
            </a:r>
          </a:p>
        </p:txBody>
      </p:sp>
    </p:spTree>
    <p:extLst>
      <p:ext uri="{BB962C8B-B14F-4D97-AF65-F5344CB8AC3E}">
        <p14:creationId xmlns:p14="http://schemas.microsoft.com/office/powerpoint/2010/main" val="11593738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Välj funktion, uttag och mätpunkter för V, A och Ω.">
            <a:extLst xmlns:a="http://schemas.openxmlformats.org/drawingml/2006/main">
              <a:ext uri="{FF2B5EF4-FFF2-40B4-BE49-F238E27FC236}">
                <a16:creationId xmlns:a16="http://schemas.microsoft.com/office/drawing/2014/main" id="{933E3952-2190-4F77-9978-B7E2534D8379}"/>
              </a:ext>
            </a:extLst>
          </p:cNvPr>
          <p:cNvSpPr>
            <a:spLocks xmlns:a="http://schemas.openxmlformats.org/drawingml/2006/main" noGrp="1"/>
          </p:cNvSpPr>
          <p:nvPr/>
        </p:nvSpPr>
        <p:spPr>
          <a:xfrm xmlns:a="http://schemas.openxmlformats.org/drawingml/2006/main">
            <a:off x="500062" y="2119312"/>
            <a:ext cx="8072438" cy="83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Välj funktion, uttag och mätpunkter för V, A och Ω.</a:t>
            </a:r>
          </a:p>
        </p:txBody>
      </p:sp>
      <p:sp>
        <p:nvSpPr>
          <p:cNvPr id="5" name="Beräkna felgräns och jämför med utrustningens krav.">
            <a:extLst xmlns:a="http://schemas.openxmlformats.org/drawingml/2006/main">
              <a:ext uri="{FF2B5EF4-FFF2-40B4-BE49-F238E27FC236}">
                <a16:creationId xmlns:a16="http://schemas.microsoft.com/office/drawing/2014/main" id="{C04E4DF1-6B68-4F9E-A338-584223C3BEF7}"/>
              </a:ext>
            </a:extLst>
          </p:cNvPr>
          <p:cNvSpPr>
            <a:spLocks xmlns:a="http://schemas.openxmlformats.org/drawingml/2006/main" noGrp="1"/>
          </p:cNvSpPr>
          <p:nvPr/>
        </p:nvSpPr>
        <p:spPr>
          <a:xfrm xmlns:a="http://schemas.openxmlformats.org/drawingml/2006/main">
            <a:off x="500062" y="2976562"/>
            <a:ext cx="8072438" cy="83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Beräkna felgräns och jämför med utrustningens krav.</a:t>
            </a:r>
          </a:p>
        </p:txBody>
      </p:sp>
      <p:sp>
        <p:nvSpPr>
          <p:cNvPr id="6" name="Förklara mätarens påverkan och dokumentera resultatet.">
            <a:extLst xmlns:a="http://schemas.openxmlformats.org/drawingml/2006/main">
              <a:ext uri="{FF2B5EF4-FFF2-40B4-BE49-F238E27FC236}">
                <a16:creationId xmlns:a16="http://schemas.microsoft.com/office/drawing/2014/main" id="{7C7BB5DA-3461-42AC-AF69-448C2EB57259}"/>
              </a:ext>
            </a:extLst>
          </p:cNvPr>
          <p:cNvSpPr>
            <a:spLocks xmlns:a="http://schemas.openxmlformats.org/drawingml/2006/main" noGrp="1"/>
          </p:cNvSpPr>
          <p:nvPr/>
        </p:nvSpPr>
        <p:spPr>
          <a:xfrm xmlns:a="http://schemas.openxmlformats.org/drawingml/2006/main">
            <a:off x="500062" y="3833812"/>
            <a:ext cx="8072438" cy="83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Förklara mätarens påverkan och dokumentera resultatet.</a:t>
            </a:r>
          </a:p>
        </p:txBody>
      </p:sp>
      <p:sp>
        <p:nvSpPr>
          <p:cNvPr id="7" name="Praktisk inkoppling tränas vid den handledda laboration">
            <a:extLst xmlns:a="http://schemas.openxmlformats.org/drawingml/2006/main">
              <a:ext uri="{FF2B5EF4-FFF2-40B4-BE49-F238E27FC236}">
                <a16:creationId xmlns:a16="http://schemas.microsoft.com/office/drawing/2014/main" id="{B7490100-A7B5-438B-82B8-4F071F712390}"/>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Praktisk inkoppling tränas vid den handledda laborationen.</a:t>
            </a:r>
          </a:p>
        </p:txBody>
      </p:sp>
      <p:sp>
        <p:nvSpPr>
          <p:cNvPr id="9001" name="Mål och upplägg">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Mål och upplägg</a:t>
            </a:r>
          </a:p>
        </p:txBody>
      </p:sp>
      <p:sp>
        <p:nvSpPr>
          <p:cNvPr id="9002" name="2">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2</a:t>
            </a:r>
          </a:p>
        </p:txBody>
      </p:sp>
    </p:spTree>
    <p:extLst>
      <p:ext uri="{BB962C8B-B14F-4D97-AF65-F5344CB8AC3E}">
        <p14:creationId xmlns:p14="http://schemas.microsoft.com/office/powerpoint/2010/main" val="11385932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Spänning U: potentialskillnad mellan två punkter. Enhet">
            <a:extLst xmlns:a="http://schemas.openxmlformats.org/drawingml/2006/main">
              <a:ext uri="{FF2B5EF4-FFF2-40B4-BE49-F238E27FC236}">
                <a16:creationId xmlns:a16="http://schemas.microsoft.com/office/drawing/2014/main" id="{865EC79C-F268-4FA5-BDED-EC40B84E7E0F}"/>
              </a:ext>
            </a:extLst>
          </p:cNvPr>
          <p:cNvSpPr>
            <a:spLocks xmlns:a="http://schemas.openxmlformats.org/drawingml/2006/main" noGrp="1"/>
          </p:cNvSpPr>
          <p:nvPr/>
        </p:nvSpPr>
        <p:spPr>
          <a:xfrm xmlns:a="http://schemas.openxmlformats.org/drawingml/2006/main">
            <a:off x="500062" y="2083594"/>
            <a:ext cx="8072438" cy="848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76" b="0">
                <a:solidFill>
                  <a:srgbClr val="111111"/>
                </a:solidFill>
                <a:latin typeface="Calibri"/>
                <a:ea typeface="Calibri"/>
                <a:cs typeface="Calibri"/>
              </a:defRPr>
            </a:pPr>
            <a:r>
              <a:rPr sz="1976" b="0">
                <a:solidFill>
                  <a:srgbClr val="111111"/>
                </a:solidFill>
                <a:latin typeface="Calibri"/>
                <a:ea typeface="Calibri"/>
                <a:cs typeface="Calibri"/>
              </a:rPr>
              <a:t>Spänning U: potentialskillnad mellan två punkter. Enhet volt (V).</a:t>
            </a:r>
          </a:p>
        </p:txBody>
      </p:sp>
      <p:sp>
        <p:nvSpPr>
          <p:cNvPr id="5" name="Ström I: elektrisk laddning per sekund. Enhet ampere (A">
            <a:extLst xmlns:a="http://schemas.openxmlformats.org/drawingml/2006/main">
              <a:ext uri="{FF2B5EF4-FFF2-40B4-BE49-F238E27FC236}">
                <a16:creationId xmlns:a16="http://schemas.microsoft.com/office/drawing/2014/main" id="{825CF315-C8BE-4597-BBE8-C1AF73EE83E7}"/>
              </a:ext>
            </a:extLst>
          </p:cNvPr>
          <p:cNvSpPr>
            <a:spLocks xmlns:a="http://schemas.openxmlformats.org/drawingml/2006/main" noGrp="1"/>
          </p:cNvSpPr>
          <p:nvPr/>
        </p:nvSpPr>
        <p:spPr>
          <a:xfrm xmlns:a="http://schemas.openxmlformats.org/drawingml/2006/main">
            <a:off x="500062" y="2955131"/>
            <a:ext cx="8072438" cy="848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76" b="0">
                <a:solidFill>
                  <a:srgbClr val="111111"/>
                </a:solidFill>
                <a:latin typeface="Calibri"/>
                <a:ea typeface="Calibri"/>
                <a:cs typeface="Calibri"/>
              </a:defRPr>
            </a:pPr>
            <a:r>
              <a:rPr sz="1976" b="0">
                <a:solidFill>
                  <a:srgbClr val="111111"/>
                </a:solidFill>
                <a:latin typeface="Calibri"/>
                <a:ea typeface="Calibri"/>
                <a:cs typeface="Calibri"/>
              </a:rPr>
              <a:t>Ström I: elektrisk laddning per sekund. Enhet ampere (A).</a:t>
            </a:r>
          </a:p>
        </p:txBody>
      </p:sp>
      <p:sp>
        <p:nvSpPr>
          <p:cNvPr id="6" name="Resistans R: motstånd mot ström. Enhet ohm (Ω).">
            <a:extLst xmlns:a="http://schemas.openxmlformats.org/drawingml/2006/main">
              <a:ext uri="{FF2B5EF4-FFF2-40B4-BE49-F238E27FC236}">
                <a16:creationId xmlns:a16="http://schemas.microsoft.com/office/drawing/2014/main" id="{000FA411-F85D-426A-8506-F5284043F732}"/>
              </a:ext>
            </a:extLst>
          </p:cNvPr>
          <p:cNvSpPr>
            <a:spLocks xmlns:a="http://schemas.openxmlformats.org/drawingml/2006/main" noGrp="1"/>
          </p:cNvSpPr>
          <p:nvPr/>
        </p:nvSpPr>
        <p:spPr>
          <a:xfrm xmlns:a="http://schemas.openxmlformats.org/drawingml/2006/main">
            <a:off x="500062" y="3826669"/>
            <a:ext cx="8072438" cy="8486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76" b="0">
                <a:solidFill>
                  <a:srgbClr val="111111"/>
                </a:solidFill>
                <a:latin typeface="Calibri"/>
                <a:ea typeface="Calibri"/>
                <a:cs typeface="Calibri"/>
              </a:defRPr>
            </a:pPr>
            <a:r>
              <a:rPr sz="1976" b="0">
                <a:solidFill>
                  <a:srgbClr val="111111"/>
                </a:solidFill>
                <a:latin typeface="Calibri"/>
                <a:ea typeface="Calibri"/>
                <a:cs typeface="Calibri"/>
              </a:rPr>
              <a:t>Resistans R: motstånd mot ström. Enhet ohm (Ω).</a:t>
            </a:r>
          </a:p>
        </p:txBody>
      </p:sp>
      <p:sp>
        <p:nvSpPr>
          <p:cNvPr id="7" name="Vad du vill mäta avgör hur mätaren ska kopplas.">
            <a:extLst xmlns:a="http://schemas.openxmlformats.org/drawingml/2006/main">
              <a:ext uri="{FF2B5EF4-FFF2-40B4-BE49-F238E27FC236}">
                <a16:creationId xmlns:a16="http://schemas.microsoft.com/office/drawing/2014/main" id="{A0ECD735-A08E-458F-A19B-F6028AB31689}"/>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Vad du vill mäta avgör hur mätaren ska kopplas.</a:t>
            </a:r>
          </a:p>
        </p:txBody>
      </p:sp>
      <p:sp>
        <p:nvSpPr>
          <p:cNvPr id="9001" name="Spänning, ström och resistans">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Spänning, ström och resistans</a:t>
            </a:r>
          </a:p>
        </p:txBody>
      </p:sp>
      <p:sp>
        <p:nvSpPr>
          <p:cNvPr id="9002" name="3">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3</a:t>
            </a:r>
          </a:p>
        </p:txBody>
      </p:sp>
    </p:spTree>
    <p:extLst>
      <p:ext uri="{BB962C8B-B14F-4D97-AF65-F5344CB8AC3E}">
        <p14:creationId xmlns:p14="http://schemas.microsoft.com/office/powerpoint/2010/main" val="11584704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graphicFrame>
        <p:nvGraphicFramePr>
          <p:cNvPr id="9" name=""/>
          <p:cNvGraphicFramePr/>
          <p:nvPr/>
        </p:nvGraphicFramePr>
        <p:xfrm>
          <a:off xmlns:a="http://schemas.openxmlformats.org/drawingml/2006/main" x="400050" y="2083594"/>
          <a:ext xmlns:a="http://schemas.openxmlformats.org/drawingml/2006/main" cx="8343900" cy="2643188"/>
        </p:xfrm>
        <a:graphic xmlns:a="http://schemas.openxmlformats.org/drawingml/2006/main">
          <a:graphicData uri="http://schemas.openxmlformats.org/drawingml/2006/table">
            <a:tbl>
              <a:tblPr/>
              <a:tblGrid>
                <a:gridCol w="1157288"/>
                <a:gridCol w="1235869"/>
                <a:gridCol w="1800225"/>
                <a:gridCol w="2021681"/>
                <a:gridCol w="2128838"/>
              </a:tblGrid>
              <a:tr h="528638">
                <a:tc>
                  <a:txBody>
                    <a:bodyPr lIns="85725" tIns="71438" rIns="85725" bIns="71438"/>
                    <a:lstStyle/>
                    <a:p>
                      <a:r>
                        <a:rPr sz="1294" b="1">
                          <a:solidFill>
                            <a:srgbClr val="111111"/>
                          </a:solidFill>
                          <a:latin typeface="Calibri"/>
                          <a:ea typeface="Calibri"/>
                          <a:cs typeface="Calibri"/>
                        </a:rPr>
                        <a:t>Storhet</a:t>
                      </a:r>
                    </a:p>
                  </a:txBody>
                  <a:tcPr marL="68580" marR="68580" marT="34290" marB="34290" anchor="ctr">
                    <a:solidFill>
                      <a:srgbClr val="EAF1F7"/>
                    </a:solidFill>
                  </a:tcPr>
                </a:tc>
                <a:tc>
                  <a:txBody>
                    <a:bodyPr lIns="85725" tIns="71438" rIns="85725" bIns="71438"/>
                    <a:lstStyle/>
                    <a:p>
                      <a:r>
                        <a:rPr sz="1294" b="1">
                          <a:solidFill>
                            <a:srgbClr val="111111"/>
                          </a:solidFill>
                          <a:latin typeface="Calibri"/>
                          <a:ea typeface="Calibri"/>
                          <a:cs typeface="Calibri"/>
                        </a:rPr>
                        <a:t>Läge</a:t>
                      </a:r>
                    </a:p>
                  </a:txBody>
                  <a:tcPr marL="68580" marR="68580" marT="34290" marB="34290" anchor="ctr">
                    <a:solidFill>
                      <a:srgbClr val="EAF1F7"/>
                    </a:solidFill>
                  </a:tcPr>
                </a:tc>
                <a:tc>
                  <a:txBody>
                    <a:bodyPr lIns="85725" tIns="71438" rIns="85725" bIns="71438"/>
                    <a:lstStyle/>
                    <a:p>
                      <a:r>
                        <a:rPr sz="1294" b="1">
                          <a:solidFill>
                            <a:srgbClr val="111111"/>
                          </a:solidFill>
                          <a:latin typeface="Calibri"/>
                          <a:ea typeface="Calibri"/>
                          <a:cs typeface="Calibri"/>
                        </a:rPr>
                        <a:t>Uttag</a:t>
                      </a:r>
                    </a:p>
                  </a:txBody>
                  <a:tcPr marL="68580" marR="68580" marT="34290" marB="34290" anchor="ctr">
                    <a:solidFill>
                      <a:srgbClr val="EAF1F7"/>
                    </a:solidFill>
                  </a:tcPr>
                </a:tc>
                <a:tc>
                  <a:txBody>
                    <a:bodyPr lIns="85725" tIns="71438" rIns="85725" bIns="71438"/>
                    <a:lstStyle/>
                    <a:p>
                      <a:r>
                        <a:rPr sz="1294" b="1">
                          <a:solidFill>
                            <a:srgbClr val="111111"/>
                          </a:solidFill>
                          <a:latin typeface="Calibri"/>
                          <a:ea typeface="Calibri"/>
                          <a:cs typeface="Calibri"/>
                        </a:rPr>
                        <a:t>Koppling</a:t>
                      </a:r>
                    </a:p>
                  </a:txBody>
                  <a:tcPr marL="68580" marR="68580" marT="34290" marB="34290" anchor="ctr">
                    <a:solidFill>
                      <a:srgbClr val="EAF1F7"/>
                    </a:solidFill>
                  </a:tcPr>
                </a:tc>
                <a:tc>
                  <a:txBody>
                    <a:bodyPr lIns="85725" tIns="71438" rIns="85725" bIns="71438"/>
                    <a:lstStyle/>
                    <a:p>
                      <a:r>
                        <a:rPr sz="1294" b="1">
                          <a:solidFill>
                            <a:srgbClr val="111111"/>
                          </a:solidFill>
                          <a:latin typeface="Calibri"/>
                          <a:ea typeface="Calibri"/>
                          <a:cs typeface="Calibri"/>
                        </a:rPr>
                        <a:t>Matning</a:t>
                      </a:r>
                    </a:p>
                  </a:txBody>
                  <a:tcPr marL="68580" marR="68580" marT="34290" marB="34290" anchor="ctr">
                    <a:solidFill>
                      <a:srgbClr val="EAF1F7"/>
                    </a:solidFill>
                  </a:tcPr>
                </a:tc>
              </a:tr>
              <a:tr h="528638">
                <a:tc>
                  <a:txBody>
                    <a:bodyPr lIns="85725" tIns="71438" rIns="85725" bIns="71438"/>
                    <a:lstStyle/>
                    <a:p>
                      <a:r>
                        <a:rPr sz="1294" b="0">
                          <a:solidFill>
                            <a:srgbClr val="111111"/>
                          </a:solidFill>
                          <a:latin typeface="Calibri"/>
                          <a:ea typeface="Calibri"/>
                          <a:cs typeface="Calibri"/>
                        </a:rPr>
                        <a:t>Spänning</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V DC / AC</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COM + VΩ</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Över två punkter</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Av vid omkoppling.</a:t>
                      </a:r>
                    </a:p>
                    <a:p>
                      <a:r>
                        <a:rPr sz="1294" b="0">
                          <a:solidFill>
                            <a:srgbClr val="111111"/>
                          </a:solidFill>
                          <a:latin typeface="Calibri"/>
                          <a:ea typeface="Calibri"/>
                          <a:cs typeface="Calibri"/>
                        </a:rPr>
                        <a:t>På vid avläsning.</a:t>
                      </a:r>
                    </a:p>
                  </a:txBody>
                  <a:tcPr marL="68580" marR="68580" marT="34290" marB="34290" anchor="ctr">
                    <a:solidFill>
                      <a:srgbClr val="FFFFFF"/>
                    </a:solidFill>
                  </a:tcPr>
                </a:tc>
              </a:tr>
              <a:tr h="528638">
                <a:tc>
                  <a:txBody>
                    <a:bodyPr lIns="85725" tIns="71438" rIns="85725" bIns="71438"/>
                    <a:lstStyle/>
                    <a:p>
                      <a:r>
                        <a:rPr sz="1294" b="0">
                          <a:solidFill>
                            <a:srgbClr val="111111"/>
                          </a:solidFill>
                          <a:latin typeface="Calibri"/>
                          <a:ea typeface="Calibri"/>
                          <a:cs typeface="Calibri"/>
                        </a:rPr>
                        <a:t>Ström</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A DC / AC</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COM + rätt A-ingång</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I öppnad strömväg</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Av vid omkoppling.</a:t>
                      </a:r>
                    </a:p>
                    <a:p>
                      <a:r>
                        <a:rPr sz="1294" b="0">
                          <a:solidFill>
                            <a:srgbClr val="111111"/>
                          </a:solidFill>
                          <a:latin typeface="Calibri"/>
                          <a:ea typeface="Calibri"/>
                          <a:cs typeface="Calibri"/>
                        </a:rPr>
                        <a:t>På vid avläsning.</a:t>
                      </a:r>
                    </a:p>
                  </a:txBody>
                  <a:tcPr marL="68580" marR="68580" marT="34290" marB="34290" anchor="ctr">
                    <a:solidFill>
                      <a:srgbClr val="FFFFFF"/>
                    </a:solidFill>
                  </a:tcPr>
                </a:tc>
              </a:tr>
              <a:tr h="528638">
                <a:tc>
                  <a:txBody>
                    <a:bodyPr lIns="85725" tIns="71438" rIns="85725" bIns="71438"/>
                    <a:lstStyle/>
                    <a:p>
                      <a:r>
                        <a:rPr sz="1294" b="0">
                          <a:solidFill>
                            <a:srgbClr val="111111"/>
                          </a:solidFill>
                          <a:latin typeface="Calibri"/>
                          <a:ea typeface="Calibri"/>
                          <a:cs typeface="Calibri"/>
                        </a:rPr>
                        <a:t>Resistans</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Ω</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COM + VΩ</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Över isolerad del</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Frånskild, urladdad</a:t>
                      </a:r>
                    </a:p>
                  </a:txBody>
                  <a:tcPr marL="68580" marR="68580" marT="34290" marB="34290" anchor="ctr">
                    <a:solidFill>
                      <a:srgbClr val="FFFFFF"/>
                    </a:solidFill>
                  </a:tcPr>
                </a:tc>
              </a:tr>
              <a:tr h="528638">
                <a:tc>
                  <a:txBody>
                    <a:bodyPr lIns="85725" tIns="71438" rIns="85725" bIns="71438"/>
                    <a:lstStyle/>
                    <a:p>
                      <a:r>
                        <a:rPr sz="1294" b="0">
                          <a:solidFill>
                            <a:srgbClr val="111111"/>
                          </a:solidFill>
                          <a:latin typeface="Calibri"/>
                          <a:ea typeface="Calibri"/>
                          <a:cs typeface="Calibri"/>
                        </a:rPr>
                        <a:t>Kontinuitet</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Summer (pip)</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COM + VΩ</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Över säkring/ledning</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Frånskild, urladdad</a:t>
                      </a:r>
                    </a:p>
                  </a:txBody>
                  <a:tcPr marL="68580" marR="68580" marT="34290" marB="34290" anchor="ctr">
                    <a:solidFill>
                      <a:srgbClr val="FFFFFF"/>
                    </a:solidFill>
                  </a:tcPr>
                </a:tc>
              </a:tr>
            </a:tbl>
          </a:graphicData>
        </a:graphic>
      </p:graphicFrame>
      <p:sp>
        <p:nvSpPr>
          <p:cNvPr id="5" name="Mätläge, uttag och anslutning måste stämma överens.">
            <a:extLst xmlns:a="http://schemas.openxmlformats.org/drawingml/2006/main">
              <a:ext uri="{FF2B5EF4-FFF2-40B4-BE49-F238E27FC236}">
                <a16:creationId xmlns:a16="http://schemas.microsoft.com/office/drawing/2014/main" id="{E1EA11D2-7741-469C-8DF4-5F4455248738}"/>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Mätläge, uttag och anslutning måste stämma överens.</a:t>
            </a:r>
          </a:p>
        </p:txBody>
      </p:sp>
      <p:sp>
        <p:nvSpPr>
          <p:cNvPr id="9001" name="Mätningen börjar med rätt koppling">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Mätningen börjar med rätt koppling</a:t>
            </a:r>
          </a:p>
        </p:txBody>
      </p:sp>
      <p:sp>
        <p:nvSpPr>
          <p:cNvPr id="9002" name="4">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4</a:t>
            </a:r>
          </a:p>
        </p:txBody>
      </p:sp>
    </p:spTree>
    <p:extLst>
      <p:ext uri="{BB962C8B-B14F-4D97-AF65-F5344CB8AC3E}">
        <p14:creationId xmlns:p14="http://schemas.microsoft.com/office/powerpoint/2010/main" val="7758439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950bdfb5c324e24"/>
          <a:stretch xmlns:a="http://schemas.openxmlformats.org/drawingml/2006/main"/>
        </p:blipFill>
        <p:spPr>
          <a:xfrm xmlns:a="http://schemas.openxmlformats.org/drawingml/2006/main">
            <a:off x="1811218" y="1997869"/>
            <a:ext cx="5521564" cy="3107531"/>
          </a:xfrm>
          <a:prstGeom xmlns:a="http://schemas.openxmlformats.org/drawingml/2006/main" prst="rect">
            <a:avLst/>
          </a:prstGeom>
        </p:spPr>
      </p:pic>
      <p:sp>
        <p:nvSpPr>
          <p:cNvPr id="5" name="12 V-källa">
            <a:extLst xmlns:a="http://schemas.openxmlformats.org/drawingml/2006/main">
              <a:ext uri="{FF2B5EF4-FFF2-40B4-BE49-F238E27FC236}">
                <a16:creationId xmlns:a16="http://schemas.microsoft.com/office/drawing/2014/main" id="{FEDD8DC9-DA7F-4679-B9FE-20AFCD963978}"/>
              </a:ext>
            </a:extLst>
          </p:cNvPr>
          <p:cNvSpPr>
            <a:spLocks xmlns:a="http://schemas.openxmlformats.org/drawingml/2006/main" noGrp="1"/>
          </p:cNvSpPr>
          <p:nvPr/>
        </p:nvSpPr>
        <p:spPr>
          <a:xfrm xmlns:a="http://schemas.openxmlformats.org/drawingml/2006/main">
            <a:off x="2286000" y="4912519"/>
            <a:ext cx="1571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12 V-källa</a:t>
            </a:r>
          </a:p>
        </p:txBody>
      </p:sp>
      <p:sp>
        <p:nvSpPr>
          <p:cNvPr id="6" name="F1 · säkring">
            <a:extLst xmlns:a="http://schemas.openxmlformats.org/drawingml/2006/main">
              <a:ext uri="{FF2B5EF4-FFF2-40B4-BE49-F238E27FC236}">
                <a16:creationId xmlns:a16="http://schemas.microsoft.com/office/drawing/2014/main" id="{FD318180-92D1-4B59-A288-632110E2F123}"/>
              </a:ext>
            </a:extLst>
          </p:cNvPr>
          <p:cNvSpPr>
            <a:spLocks xmlns:a="http://schemas.openxmlformats.org/drawingml/2006/main" noGrp="1"/>
          </p:cNvSpPr>
          <p:nvPr/>
        </p:nvSpPr>
        <p:spPr>
          <a:xfrm xmlns:a="http://schemas.openxmlformats.org/drawingml/2006/main">
            <a:off x="3614738" y="1912144"/>
            <a:ext cx="1714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F1 · säkring</a:t>
            </a:r>
          </a:p>
        </p:txBody>
      </p:sp>
      <p:sp>
        <p:nvSpPr>
          <p:cNvPr id="7" name="S1 · brytare">
            <a:extLst xmlns:a="http://schemas.openxmlformats.org/drawingml/2006/main">
              <a:ext uri="{FF2B5EF4-FFF2-40B4-BE49-F238E27FC236}">
                <a16:creationId xmlns:a16="http://schemas.microsoft.com/office/drawing/2014/main" id="{47F94095-6D94-471C-A817-4C80BD353E6A}"/>
              </a:ext>
            </a:extLst>
          </p:cNvPr>
          <p:cNvSpPr>
            <a:spLocks xmlns:a="http://schemas.openxmlformats.org/drawingml/2006/main" noGrp="1"/>
          </p:cNvSpPr>
          <p:nvPr/>
        </p:nvSpPr>
        <p:spPr>
          <a:xfrm xmlns:a="http://schemas.openxmlformats.org/drawingml/2006/main">
            <a:off x="6822281" y="1912144"/>
            <a:ext cx="1750219"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S1 · brytare</a:t>
            </a:r>
          </a:p>
        </p:txBody>
      </p:sp>
      <p:sp>
        <p:nvSpPr>
          <p:cNvPr id="8" name="H1 · hyttlampa">
            <a:extLst xmlns:a="http://schemas.openxmlformats.org/drawingml/2006/main">
              <a:ext uri="{FF2B5EF4-FFF2-40B4-BE49-F238E27FC236}">
                <a16:creationId xmlns:a16="http://schemas.microsoft.com/office/drawing/2014/main" id="{0FD650DF-5A68-4342-831A-12CA3A9000C6}"/>
              </a:ext>
            </a:extLst>
          </p:cNvPr>
          <p:cNvSpPr>
            <a:spLocks xmlns:a="http://schemas.openxmlformats.org/drawingml/2006/main" noGrp="1"/>
          </p:cNvSpPr>
          <p:nvPr/>
        </p:nvSpPr>
        <p:spPr>
          <a:xfrm xmlns:a="http://schemas.openxmlformats.org/drawingml/2006/main">
            <a:off x="6622256" y="4912519"/>
            <a:ext cx="2035969"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H1 · hyttlampa</a:t>
            </a:r>
          </a:p>
        </p:txBody>
      </p:sp>
      <p:sp>
        <p:nvSpPr>
          <p:cNvPr id="9" name="SELV: 12 V med skyddande avskiljning. Källan är strömbe">
            <a:extLst xmlns:a="http://schemas.openxmlformats.org/drawingml/2006/main">
              <a:ext uri="{FF2B5EF4-FFF2-40B4-BE49-F238E27FC236}">
                <a16:creationId xmlns:a16="http://schemas.microsoft.com/office/drawing/2014/main" id="{B6FAF73E-D174-42AC-BF79-ACE621C71374}"/>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SELV: 12 V med skyddande avskiljning. Källan är strömbegränsad.</a:t>
            </a:r>
          </a:p>
        </p:txBody>
      </p:sp>
      <p:sp>
        <p:nvSpPr>
          <p:cNvPr id="9001" name="Delarna i vår undervisningsmodell">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Delarna i vår undervisningsmodell</a:t>
            </a:r>
          </a:p>
        </p:txBody>
      </p:sp>
      <p:sp>
        <p:nvSpPr>
          <p:cNvPr id="9002" name="5">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5</a:t>
            </a:r>
          </a:p>
        </p:txBody>
      </p:sp>
    </p:spTree>
    <p:extLst>
      <p:ext uri="{BB962C8B-B14F-4D97-AF65-F5344CB8AC3E}">
        <p14:creationId xmlns:p14="http://schemas.microsoft.com/office/powerpoint/2010/main" val="18924821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Ledning">
            <a:extLst xmlns:a="http://schemas.openxmlformats.org/drawingml/2006/main">
              <a:ext uri="{FF2B5EF4-FFF2-40B4-BE49-F238E27FC236}">
                <a16:creationId xmlns:a16="http://schemas.microsoft.com/office/drawing/2014/main" id="{818D0369-7803-4EB9-A4FA-6E12117C945F}"/>
              </a:ext>
            </a:extLst>
          </p:cNvPr>
          <p:cNvSpPr>
            <a:spLocks xmlns:a="http://schemas.openxmlformats.org/drawingml/2006/main" noGrp="1"/>
          </p:cNvSpPr>
          <p:nvPr/>
        </p:nvSpPr>
        <p:spPr>
          <a:xfrm xmlns:a="http://schemas.openxmlformats.org/drawingml/2006/main">
            <a:off x="892969" y="2547938"/>
            <a:ext cx="715" cy="878681"/>
          </a:xfrm>
          <a:custGeom xmlns:a="http://schemas.openxmlformats.org/drawingml/2006/main">
            <a:pathLst>
              <a:path w="953" h="1171575">
                <a:moveTo>
                  <a:pt x="0" y="1171575"/>
                </a:moveTo>
                <a:lnTo>
                  <a:pt x="0" y="0"/>
                </a:lnTo>
              </a:path>
            </a:pathLst>
          </a:custGeom>
          <a:noFill xmlns:a="http://schemas.openxmlformats.org/drawingml/2006/main"/>
          <a:ln xmlns:a="http://schemas.openxmlformats.org/drawingml/2006/main" w="28575">
            <a:solidFill>
              <a:srgbClr val="111111"/>
            </a:solidFill>
          </a:ln>
        </p:spPr>
      </p:sp>
      <p:sp>
        <p:nvSpPr>
          <p:cNvPr id="5" name="Ledning">
            <a:extLst xmlns:a="http://schemas.openxmlformats.org/drawingml/2006/main">
              <a:ext uri="{FF2B5EF4-FFF2-40B4-BE49-F238E27FC236}">
                <a16:creationId xmlns:a16="http://schemas.microsoft.com/office/drawing/2014/main" id="{1CC490E7-8727-4465-8BB5-95C3BB43307B}"/>
              </a:ext>
            </a:extLst>
          </p:cNvPr>
          <p:cNvSpPr>
            <a:spLocks xmlns:a="http://schemas.openxmlformats.org/drawingml/2006/main" noGrp="1"/>
          </p:cNvSpPr>
          <p:nvPr/>
        </p:nvSpPr>
        <p:spPr>
          <a:xfrm xmlns:a="http://schemas.openxmlformats.org/drawingml/2006/main">
            <a:off x="892969" y="2547938"/>
            <a:ext cx="785812" cy="715"/>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28575">
            <a:solidFill>
              <a:srgbClr val="111111"/>
            </a:solidFill>
          </a:ln>
        </p:spPr>
      </p:sp>
      <p:sp>
        <p:nvSpPr>
          <p:cNvPr id="6" name="">
            <a:extLst xmlns:a="http://schemas.openxmlformats.org/drawingml/2006/main">
              <a:ext uri="{FF2B5EF4-FFF2-40B4-BE49-F238E27FC236}">
                <a16:creationId xmlns:a16="http://schemas.microsoft.com/office/drawing/2014/main" id="{39E4438F-5777-4A21-9426-D7C621751800}"/>
              </a:ext>
            </a:extLst>
          </p:cNvPr>
          <p:cNvSpPr>
            <a:spLocks xmlns:a="http://schemas.openxmlformats.org/drawingml/2006/main" noGrp="1"/>
          </p:cNvSpPr>
          <p:nvPr/>
        </p:nvSpPr>
        <p:spPr>
          <a:xfrm xmlns:a="http://schemas.openxmlformats.org/drawingml/2006/main">
            <a:off x="1678781" y="2462212"/>
            <a:ext cx="571500" cy="171450"/>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7" name="Ledning">
            <a:extLst xmlns:a="http://schemas.openxmlformats.org/drawingml/2006/main">
              <a:ext uri="{FF2B5EF4-FFF2-40B4-BE49-F238E27FC236}">
                <a16:creationId xmlns:a16="http://schemas.microsoft.com/office/drawing/2014/main" id="{AD3DF3C5-ED93-40E7-A400-7E772C61CA9D}"/>
              </a:ext>
            </a:extLst>
          </p:cNvPr>
          <p:cNvSpPr>
            <a:spLocks xmlns:a="http://schemas.openxmlformats.org/drawingml/2006/main" noGrp="1"/>
          </p:cNvSpPr>
          <p:nvPr/>
        </p:nvSpPr>
        <p:spPr>
          <a:xfrm xmlns:a="http://schemas.openxmlformats.org/drawingml/2006/main">
            <a:off x="1678781" y="2547938"/>
            <a:ext cx="571500" cy="715"/>
          </a:xfrm>
          <a:custGeom xmlns:a="http://schemas.openxmlformats.org/drawingml/2006/main">
            <a:pathLst>
              <a:path w="762000" h="953">
                <a:moveTo>
                  <a:pt x="0" y="0"/>
                </a:moveTo>
                <a:lnTo>
                  <a:pt x="762000" y="0"/>
                </a:lnTo>
              </a:path>
            </a:pathLst>
          </a:custGeom>
          <a:noFill xmlns:a="http://schemas.openxmlformats.org/drawingml/2006/main"/>
          <a:ln xmlns:a="http://schemas.openxmlformats.org/drawingml/2006/main" w="14288">
            <a:solidFill>
              <a:srgbClr val="111111"/>
            </a:solidFill>
          </a:ln>
        </p:spPr>
      </p:sp>
      <p:sp>
        <p:nvSpPr>
          <p:cNvPr id="8" name="F1">
            <a:extLst xmlns:a="http://schemas.openxmlformats.org/drawingml/2006/main">
              <a:ext uri="{FF2B5EF4-FFF2-40B4-BE49-F238E27FC236}">
                <a16:creationId xmlns:a16="http://schemas.microsoft.com/office/drawing/2014/main" id="{905AAC4C-F778-4461-BB6D-9C053AADB7E4}"/>
              </a:ext>
            </a:extLst>
          </p:cNvPr>
          <p:cNvSpPr>
            <a:spLocks xmlns:a="http://schemas.openxmlformats.org/drawingml/2006/main" noGrp="1"/>
          </p:cNvSpPr>
          <p:nvPr/>
        </p:nvSpPr>
        <p:spPr>
          <a:xfrm xmlns:a="http://schemas.openxmlformats.org/drawingml/2006/main">
            <a:off x="1778794"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F1</a:t>
            </a:r>
          </a:p>
        </p:txBody>
      </p:sp>
      <p:sp>
        <p:nvSpPr>
          <p:cNvPr id="9" name="Ledning">
            <a:extLst xmlns:a="http://schemas.openxmlformats.org/drawingml/2006/main">
              <a:ext uri="{FF2B5EF4-FFF2-40B4-BE49-F238E27FC236}">
                <a16:creationId xmlns:a16="http://schemas.microsoft.com/office/drawing/2014/main" id="{04F06BC0-8BAD-407E-9796-04BE9162DB1B}"/>
              </a:ext>
            </a:extLst>
          </p:cNvPr>
          <p:cNvSpPr>
            <a:spLocks xmlns:a="http://schemas.openxmlformats.org/drawingml/2006/main" noGrp="1"/>
          </p:cNvSpPr>
          <p:nvPr/>
        </p:nvSpPr>
        <p:spPr>
          <a:xfrm xmlns:a="http://schemas.openxmlformats.org/drawingml/2006/main">
            <a:off x="2250281" y="2547938"/>
            <a:ext cx="392906" cy="715"/>
          </a:xfrm>
          <a:custGeom xmlns:a="http://schemas.openxmlformats.org/drawingml/2006/main">
            <a:pathLst>
              <a:path w="523875" h="953">
                <a:moveTo>
                  <a:pt x="0" y="0"/>
                </a:moveTo>
                <a:lnTo>
                  <a:pt x="523875" y="0"/>
                </a:lnTo>
              </a:path>
            </a:pathLst>
          </a:custGeom>
          <a:noFill xmlns:a="http://schemas.openxmlformats.org/drawingml/2006/main"/>
          <a:ln xmlns:a="http://schemas.openxmlformats.org/drawingml/2006/main" w="28575">
            <a:solidFill>
              <a:srgbClr val="111111"/>
            </a:solidFill>
          </a:ln>
        </p:spPr>
      </p:sp>
      <p:sp>
        <p:nvSpPr>
          <p:cNvPr id="10" name="">
            <a:extLst xmlns:a="http://schemas.openxmlformats.org/drawingml/2006/main">
              <a:ext uri="{FF2B5EF4-FFF2-40B4-BE49-F238E27FC236}">
                <a16:creationId xmlns:a16="http://schemas.microsoft.com/office/drawing/2014/main" id="{25DF96BF-5F82-47C1-9FBF-EA5124013678}"/>
              </a:ext>
            </a:extLst>
          </p:cNvPr>
          <p:cNvSpPr>
            <a:spLocks xmlns:a="http://schemas.openxmlformats.org/drawingml/2006/main" noGrp="1"/>
          </p:cNvSpPr>
          <p:nvPr/>
        </p:nvSpPr>
        <p:spPr>
          <a:xfrm xmlns:a="http://schemas.openxmlformats.org/drawingml/2006/main">
            <a:off x="26074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1" name="">
            <a:extLst xmlns:a="http://schemas.openxmlformats.org/drawingml/2006/main">
              <a:ext uri="{FF2B5EF4-FFF2-40B4-BE49-F238E27FC236}">
                <a16:creationId xmlns:a16="http://schemas.microsoft.com/office/drawing/2014/main" id="{3ED3321F-275A-452C-B2E9-CD2E25D293CD}"/>
              </a:ext>
            </a:extLst>
          </p:cNvPr>
          <p:cNvSpPr>
            <a:spLocks xmlns:a="http://schemas.openxmlformats.org/drawingml/2006/main" noGrp="1"/>
          </p:cNvSpPr>
          <p:nvPr/>
        </p:nvSpPr>
        <p:spPr>
          <a:xfrm xmlns:a="http://schemas.openxmlformats.org/drawingml/2006/main">
            <a:off x="29503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Ledning">
            <a:extLst xmlns:a="http://schemas.openxmlformats.org/drawingml/2006/main">
              <a:ext uri="{FF2B5EF4-FFF2-40B4-BE49-F238E27FC236}">
                <a16:creationId xmlns:a16="http://schemas.microsoft.com/office/drawing/2014/main" id="{B9D31832-5423-474B-89D4-69FFA5D9440B}"/>
              </a:ext>
            </a:extLst>
          </p:cNvPr>
          <p:cNvSpPr>
            <a:spLocks xmlns:a="http://schemas.openxmlformats.org/drawingml/2006/main" noGrp="1"/>
          </p:cNvSpPr>
          <p:nvPr/>
        </p:nvSpPr>
        <p:spPr>
          <a:xfrm xmlns:a="http://schemas.openxmlformats.org/drawingml/2006/main">
            <a:off x="2643188" y="2547938"/>
            <a:ext cx="342900" cy="715"/>
          </a:xfrm>
          <a:custGeom xmlns:a="http://schemas.openxmlformats.org/drawingml/2006/main">
            <a:pathLst>
              <a:path w="457200" h="953">
                <a:moveTo>
                  <a:pt x="0" y="0"/>
                </a:moveTo>
                <a:lnTo>
                  <a:pt x="457200" y="0"/>
                </a:lnTo>
              </a:path>
            </a:pathLst>
          </a:custGeom>
          <a:noFill xmlns:a="http://schemas.openxmlformats.org/drawingml/2006/main"/>
          <a:ln xmlns:a="http://schemas.openxmlformats.org/drawingml/2006/main" w="28575">
            <a:solidFill>
              <a:srgbClr val="111111"/>
            </a:solidFill>
          </a:ln>
        </p:spPr>
      </p:sp>
      <p:sp>
        <p:nvSpPr>
          <p:cNvPr id="13" name="S1">
            <a:extLst xmlns:a="http://schemas.openxmlformats.org/drawingml/2006/main">
              <a:ext uri="{FF2B5EF4-FFF2-40B4-BE49-F238E27FC236}">
                <a16:creationId xmlns:a16="http://schemas.microsoft.com/office/drawing/2014/main" id="{30CE489E-31BE-4E53-81D6-EDD97D154011}"/>
              </a:ext>
            </a:extLst>
          </p:cNvPr>
          <p:cNvSpPr>
            <a:spLocks xmlns:a="http://schemas.openxmlformats.org/drawingml/2006/main" noGrp="1"/>
          </p:cNvSpPr>
          <p:nvPr/>
        </p:nvSpPr>
        <p:spPr>
          <a:xfrm xmlns:a="http://schemas.openxmlformats.org/drawingml/2006/main">
            <a:off x="2628900"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S1</a:t>
            </a:r>
          </a:p>
        </p:txBody>
      </p:sp>
      <p:sp>
        <p:nvSpPr>
          <p:cNvPr id="14" name="Ledning">
            <a:extLst xmlns:a="http://schemas.openxmlformats.org/drawingml/2006/main">
              <a:ext uri="{FF2B5EF4-FFF2-40B4-BE49-F238E27FC236}">
                <a16:creationId xmlns:a16="http://schemas.microsoft.com/office/drawing/2014/main" id="{FF1ED27D-1A46-4E6F-995F-8FE8513E4237}"/>
              </a:ext>
            </a:extLst>
          </p:cNvPr>
          <p:cNvSpPr>
            <a:spLocks xmlns:a="http://schemas.openxmlformats.org/drawingml/2006/main" noGrp="1"/>
          </p:cNvSpPr>
          <p:nvPr/>
        </p:nvSpPr>
        <p:spPr>
          <a:xfrm xmlns:a="http://schemas.openxmlformats.org/drawingml/2006/main">
            <a:off x="2986088" y="2547938"/>
            <a:ext cx="264319" cy="715"/>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28575">
            <a:solidFill>
              <a:srgbClr val="111111"/>
            </a:solidFill>
          </a:ln>
        </p:spPr>
      </p:sp>
      <p:sp>
        <p:nvSpPr>
          <p:cNvPr id="15" name="Ledning">
            <a:extLst xmlns:a="http://schemas.openxmlformats.org/drawingml/2006/main">
              <a:ext uri="{FF2B5EF4-FFF2-40B4-BE49-F238E27FC236}">
                <a16:creationId xmlns:a16="http://schemas.microsoft.com/office/drawing/2014/main" id="{695B0E05-5816-4E9D-B131-D081372F1670}"/>
              </a:ext>
            </a:extLst>
          </p:cNvPr>
          <p:cNvSpPr>
            <a:spLocks xmlns:a="http://schemas.openxmlformats.org/drawingml/2006/main" noGrp="1"/>
          </p:cNvSpPr>
          <p:nvPr/>
        </p:nvSpPr>
        <p:spPr>
          <a:xfrm xmlns:a="http://schemas.openxmlformats.org/drawingml/2006/main">
            <a:off x="3250406"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6" name="Ledning">
            <a:extLst xmlns:a="http://schemas.openxmlformats.org/drawingml/2006/main">
              <a:ext uri="{FF2B5EF4-FFF2-40B4-BE49-F238E27FC236}">
                <a16:creationId xmlns:a16="http://schemas.microsoft.com/office/drawing/2014/main" id="{D3615900-E192-4D74-99D6-327B3CB818CF}"/>
              </a:ext>
            </a:extLst>
          </p:cNvPr>
          <p:cNvSpPr>
            <a:spLocks xmlns:a="http://schemas.openxmlformats.org/drawingml/2006/main" noGrp="1"/>
          </p:cNvSpPr>
          <p:nvPr/>
        </p:nvSpPr>
        <p:spPr>
          <a:xfrm xmlns:a="http://schemas.openxmlformats.org/drawingml/2006/main">
            <a:off x="3893344"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7" name="Ledning">
            <a:extLst xmlns:a="http://schemas.openxmlformats.org/drawingml/2006/main">
              <a:ext uri="{FF2B5EF4-FFF2-40B4-BE49-F238E27FC236}">
                <a16:creationId xmlns:a16="http://schemas.microsoft.com/office/drawing/2014/main" id="{2DA78149-8B82-48B8-8849-F043C2C00F79}"/>
              </a:ext>
            </a:extLst>
          </p:cNvPr>
          <p:cNvSpPr>
            <a:spLocks xmlns:a="http://schemas.openxmlformats.org/drawingml/2006/main" noGrp="1"/>
          </p:cNvSpPr>
          <p:nvPr/>
        </p:nvSpPr>
        <p:spPr>
          <a:xfrm xmlns:a="http://schemas.openxmlformats.org/drawingml/2006/main">
            <a:off x="4536281" y="2547938"/>
            <a:ext cx="715" cy="892969"/>
          </a:xfrm>
          <a:custGeom xmlns:a="http://schemas.openxmlformats.org/drawingml/2006/main">
            <a:pathLst>
              <a:path w="953" h="1190625">
                <a:moveTo>
                  <a:pt x="0" y="0"/>
                </a:moveTo>
                <a:lnTo>
                  <a:pt x="0" y="1190625"/>
                </a:lnTo>
              </a:path>
            </a:pathLst>
          </a:custGeom>
          <a:noFill xmlns:a="http://schemas.openxmlformats.org/drawingml/2006/main"/>
          <a:ln xmlns:a="http://schemas.openxmlformats.org/drawingml/2006/main" w="28575">
            <a:solidFill>
              <a:srgbClr val="111111"/>
            </a:solidFill>
          </a:ln>
        </p:spPr>
      </p:sp>
      <p:sp>
        <p:nvSpPr>
          <p:cNvPr id="18" name="">
            <a:extLst xmlns:a="http://schemas.openxmlformats.org/drawingml/2006/main">
              <a:ext uri="{FF2B5EF4-FFF2-40B4-BE49-F238E27FC236}">
                <a16:creationId xmlns:a16="http://schemas.microsoft.com/office/drawing/2014/main" id="{DA96D044-20D2-4EA5-93F9-9F0449E267AC}"/>
              </a:ext>
            </a:extLst>
          </p:cNvPr>
          <p:cNvSpPr>
            <a:spLocks xmlns:a="http://schemas.openxmlformats.org/drawingml/2006/main" noGrp="1"/>
          </p:cNvSpPr>
          <p:nvPr/>
        </p:nvSpPr>
        <p:spPr>
          <a:xfrm xmlns:a="http://schemas.openxmlformats.org/drawingml/2006/main">
            <a:off x="4321969" y="3440906"/>
            <a:ext cx="428625" cy="428625"/>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19" name="Ledning">
            <a:extLst xmlns:a="http://schemas.openxmlformats.org/drawingml/2006/main">
              <a:ext uri="{FF2B5EF4-FFF2-40B4-BE49-F238E27FC236}">
                <a16:creationId xmlns:a16="http://schemas.microsoft.com/office/drawing/2014/main" id="{2EA1C7A3-E8CB-4698-AF11-701BEF1F5B8F}"/>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0" y="0"/>
                </a:moveTo>
                <a:lnTo>
                  <a:pt x="388620" y="388620"/>
                </a:lnTo>
              </a:path>
            </a:pathLst>
          </a:custGeom>
          <a:noFill xmlns:a="http://schemas.openxmlformats.org/drawingml/2006/main"/>
          <a:ln xmlns:a="http://schemas.openxmlformats.org/drawingml/2006/main" w="28575">
            <a:solidFill>
              <a:srgbClr val="111111"/>
            </a:solidFill>
          </a:ln>
        </p:spPr>
      </p:sp>
      <p:sp>
        <p:nvSpPr>
          <p:cNvPr id="20" name="Ledning">
            <a:extLst xmlns:a="http://schemas.openxmlformats.org/drawingml/2006/main">
              <a:ext uri="{FF2B5EF4-FFF2-40B4-BE49-F238E27FC236}">
                <a16:creationId xmlns:a16="http://schemas.microsoft.com/office/drawing/2014/main" id="{ABB57587-A8E8-4D7C-9F31-A1D8106E955F}"/>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388620" y="0"/>
                </a:moveTo>
                <a:lnTo>
                  <a:pt x="0" y="388620"/>
                </a:lnTo>
              </a:path>
            </a:pathLst>
          </a:custGeom>
          <a:noFill xmlns:a="http://schemas.openxmlformats.org/drawingml/2006/main"/>
          <a:ln xmlns:a="http://schemas.openxmlformats.org/drawingml/2006/main" w="28575">
            <a:solidFill>
              <a:srgbClr val="111111"/>
            </a:solidFill>
          </a:ln>
        </p:spPr>
      </p:sp>
      <p:sp>
        <p:nvSpPr>
          <p:cNvPr id="21" name="Ledning">
            <a:extLst xmlns:a="http://schemas.openxmlformats.org/drawingml/2006/main">
              <a:ext uri="{FF2B5EF4-FFF2-40B4-BE49-F238E27FC236}">
                <a16:creationId xmlns:a16="http://schemas.microsoft.com/office/drawing/2014/main" id="{73550A80-34AE-47FA-B16D-121A4279315E}"/>
              </a:ext>
            </a:extLst>
          </p:cNvPr>
          <p:cNvSpPr>
            <a:spLocks xmlns:a="http://schemas.openxmlformats.org/drawingml/2006/main" noGrp="1"/>
          </p:cNvSpPr>
          <p:nvPr/>
        </p:nvSpPr>
        <p:spPr>
          <a:xfrm xmlns:a="http://schemas.openxmlformats.org/drawingml/2006/main">
            <a:off x="4536281" y="3869531"/>
            <a:ext cx="715" cy="785812"/>
          </a:xfrm>
          <a:custGeom xmlns:a="http://schemas.openxmlformats.org/drawingml/2006/main">
            <a:pathLst>
              <a:path w="953" h="1047750">
                <a:moveTo>
                  <a:pt x="0" y="0"/>
                </a:moveTo>
                <a:lnTo>
                  <a:pt x="0" y="1047750"/>
                </a:lnTo>
              </a:path>
            </a:pathLst>
          </a:custGeom>
          <a:noFill xmlns:a="http://schemas.openxmlformats.org/drawingml/2006/main"/>
          <a:ln xmlns:a="http://schemas.openxmlformats.org/drawingml/2006/main" w="28575">
            <a:solidFill>
              <a:srgbClr val="111111"/>
            </a:solidFill>
          </a:ln>
        </p:spPr>
      </p:sp>
      <p:sp>
        <p:nvSpPr>
          <p:cNvPr id="22" name="Ledning">
            <a:extLst xmlns:a="http://schemas.openxmlformats.org/drawingml/2006/main">
              <a:ext uri="{FF2B5EF4-FFF2-40B4-BE49-F238E27FC236}">
                <a16:creationId xmlns:a16="http://schemas.microsoft.com/office/drawing/2014/main" id="{8DA447BB-048F-4FE1-B25F-573DD7BC85F5}"/>
              </a:ext>
            </a:extLst>
          </p:cNvPr>
          <p:cNvSpPr>
            <a:spLocks xmlns:a="http://schemas.openxmlformats.org/drawingml/2006/main" noGrp="1"/>
          </p:cNvSpPr>
          <p:nvPr/>
        </p:nvSpPr>
        <p:spPr>
          <a:xfrm xmlns:a="http://schemas.openxmlformats.org/drawingml/2006/main">
            <a:off x="892969" y="4655344"/>
            <a:ext cx="3643312" cy="715"/>
          </a:xfrm>
          <a:custGeom xmlns:a="http://schemas.openxmlformats.org/drawingml/2006/main">
            <a:pathLst>
              <a:path w="4857750" h="953">
                <a:moveTo>
                  <a:pt x="4857750" y="0"/>
                </a:moveTo>
                <a:lnTo>
                  <a:pt x="0" y="0"/>
                </a:lnTo>
              </a:path>
            </a:pathLst>
          </a:custGeom>
          <a:noFill xmlns:a="http://schemas.openxmlformats.org/drawingml/2006/main"/>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F329D065-28D0-4CD4-AC77-A4AEEF406499}"/>
              </a:ext>
            </a:extLst>
          </p:cNvPr>
          <p:cNvSpPr>
            <a:spLocks xmlns:a="http://schemas.openxmlformats.org/drawingml/2006/main" noGrp="1"/>
          </p:cNvSpPr>
          <p:nvPr/>
        </p:nvSpPr>
        <p:spPr>
          <a:xfrm xmlns:a="http://schemas.openxmlformats.org/drawingml/2006/main">
            <a:off x="892969" y="3912394"/>
            <a:ext cx="715" cy="742950"/>
          </a:xfrm>
          <a:custGeom xmlns:a="http://schemas.openxmlformats.org/drawingml/2006/main">
            <a:pathLst>
              <a:path w="953" h="990600">
                <a:moveTo>
                  <a:pt x="0" y="990600"/>
                </a:moveTo>
                <a:lnTo>
                  <a:pt x="0" y="0"/>
                </a:lnTo>
              </a:path>
            </a:pathLst>
          </a:custGeom>
          <a:noFill xmlns:a="http://schemas.openxmlformats.org/drawingml/2006/main"/>
          <a:ln xmlns:a="http://schemas.openxmlformats.org/drawingml/2006/main" w="28575">
            <a:solidFill>
              <a:srgbClr val="111111"/>
            </a:solidFill>
          </a:ln>
        </p:spPr>
      </p:sp>
      <p:sp>
        <p:nvSpPr>
          <p:cNvPr id="24" name="">
            <a:extLst xmlns:a="http://schemas.openxmlformats.org/drawingml/2006/main">
              <a:ext uri="{FF2B5EF4-FFF2-40B4-BE49-F238E27FC236}">
                <a16:creationId xmlns:a16="http://schemas.microsoft.com/office/drawing/2014/main" id="{4C8B1A8E-A5EB-4FED-A930-7E48EBDEAAEC}"/>
              </a:ext>
            </a:extLst>
          </p:cNvPr>
          <p:cNvSpPr>
            <a:spLocks xmlns:a="http://schemas.openxmlformats.org/drawingml/2006/main" noGrp="1"/>
          </p:cNvSpPr>
          <p:nvPr/>
        </p:nvSpPr>
        <p:spPr>
          <a:xfrm xmlns:a="http://schemas.openxmlformats.org/drawingml/2006/main">
            <a:off x="650081" y="3426619"/>
            <a:ext cx="485775" cy="485775"/>
          </a:xfrm>
          <a:prstGeom xmlns:a="http://schemas.openxmlformats.org/drawingml/2006/main" prst="ellipse">
            <a:avLst/>
          </a:prstGeom>
          <a:solidFill xmlns:a="http://schemas.openxmlformats.org/drawingml/2006/main">
            <a:srgbClr val="FFFFFF"/>
          </a:solidFill>
          <a:ln xmlns:a="http://schemas.openxmlformats.org/drawingml/2006/main" w="28575">
            <a:solidFill>
              <a:srgbClr val="505864"/>
            </a:solidFill>
          </a:ln>
        </p:spPr>
      </p:sp>
      <p:sp>
        <p:nvSpPr>
          <p:cNvPr id="25" name="+">
            <a:extLst xmlns:a="http://schemas.openxmlformats.org/drawingml/2006/main">
              <a:ext uri="{FF2B5EF4-FFF2-40B4-BE49-F238E27FC236}">
                <a16:creationId xmlns:a16="http://schemas.microsoft.com/office/drawing/2014/main" id="{F4FBA643-3BEB-4BF3-9684-D9030D125E3A}"/>
              </a:ext>
            </a:extLst>
          </p:cNvPr>
          <p:cNvSpPr>
            <a:spLocks xmlns:a="http://schemas.openxmlformats.org/drawingml/2006/main" noGrp="1"/>
          </p:cNvSpPr>
          <p:nvPr/>
        </p:nvSpPr>
        <p:spPr>
          <a:xfrm xmlns:a="http://schemas.openxmlformats.org/drawingml/2006/main">
            <a:off x="800100" y="3448050"/>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6" name="−">
            <a:extLst xmlns:a="http://schemas.openxmlformats.org/drawingml/2006/main">
              <a:ext uri="{FF2B5EF4-FFF2-40B4-BE49-F238E27FC236}">
                <a16:creationId xmlns:a16="http://schemas.microsoft.com/office/drawing/2014/main" id="{DA65F8F3-0CC4-48B1-8B37-EA855769EA52}"/>
              </a:ext>
            </a:extLst>
          </p:cNvPr>
          <p:cNvSpPr>
            <a:spLocks xmlns:a="http://schemas.openxmlformats.org/drawingml/2006/main" noGrp="1"/>
          </p:cNvSpPr>
          <p:nvPr/>
        </p:nvSpPr>
        <p:spPr>
          <a:xfrm xmlns:a="http://schemas.openxmlformats.org/drawingml/2006/main">
            <a:off x="800100" y="3683794"/>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7" name="12 V-källa&#10;AV">
            <a:extLst xmlns:a="http://schemas.openxmlformats.org/drawingml/2006/main">
              <a:ext uri="{FF2B5EF4-FFF2-40B4-BE49-F238E27FC236}">
                <a16:creationId xmlns:a16="http://schemas.microsoft.com/office/drawing/2014/main" id="{BDD14FB5-C445-41D5-ACD2-2DCA715AD272}"/>
              </a:ext>
            </a:extLst>
          </p:cNvPr>
          <p:cNvSpPr>
            <a:spLocks xmlns:a="http://schemas.openxmlformats.org/drawingml/2006/main" noGrp="1"/>
          </p:cNvSpPr>
          <p:nvPr/>
        </p:nvSpPr>
        <p:spPr>
          <a:xfrm xmlns:a="http://schemas.openxmlformats.org/drawingml/2006/main">
            <a:off x="1293019" y="3469481"/>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12 V-källa</a:t>
            </a:r>
          </a:p>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AV</a:t>
            </a:r>
          </a:p>
        </p:txBody>
      </p:sp>
      <p:sp>
        <p:nvSpPr>
          <p:cNvPr id="28" name="H1">
            <a:extLst xmlns:a="http://schemas.openxmlformats.org/drawingml/2006/main">
              <a:ext uri="{FF2B5EF4-FFF2-40B4-BE49-F238E27FC236}">
                <a16:creationId xmlns:a16="http://schemas.microsoft.com/office/drawing/2014/main" id="{74B06918-AD88-4395-8F61-0DA87C69E79C}"/>
              </a:ext>
            </a:extLst>
          </p:cNvPr>
          <p:cNvSpPr>
            <a:spLocks xmlns:a="http://schemas.openxmlformats.org/drawingml/2006/main" noGrp="1"/>
          </p:cNvSpPr>
          <p:nvPr/>
        </p:nvSpPr>
        <p:spPr>
          <a:xfrm xmlns:a="http://schemas.openxmlformats.org/drawingml/2006/main">
            <a:off x="4822031" y="3548062"/>
            <a:ext cx="500062"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H1</a:t>
            </a:r>
          </a:p>
        </p:txBody>
      </p:sp>
      <p:sp>
        <p:nvSpPr>
          <p:cNvPr id="29" name="">
            <a:extLst xmlns:a="http://schemas.openxmlformats.org/drawingml/2006/main">
              <a:ext uri="{FF2B5EF4-FFF2-40B4-BE49-F238E27FC236}">
                <a16:creationId xmlns:a16="http://schemas.microsoft.com/office/drawing/2014/main" id="{43E47871-486F-4FDF-85D8-81E13D7C9CB5}"/>
              </a:ext>
            </a:extLst>
          </p:cNvPr>
          <p:cNvSpPr>
            <a:spLocks xmlns:a="http://schemas.openxmlformats.org/drawingml/2006/main" noGrp="1"/>
          </p:cNvSpPr>
          <p:nvPr/>
        </p:nvSpPr>
        <p:spPr>
          <a:xfrm xmlns:a="http://schemas.openxmlformats.org/drawingml/2006/main">
            <a:off x="4500562" y="3048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0" name="">
            <a:extLst xmlns:a="http://schemas.openxmlformats.org/drawingml/2006/main">
              <a:ext uri="{FF2B5EF4-FFF2-40B4-BE49-F238E27FC236}">
                <a16:creationId xmlns:a16="http://schemas.microsoft.com/office/drawing/2014/main" id="{8EB26AAE-60F5-41FD-B095-E34C2F8688BA}"/>
              </a:ext>
            </a:extLst>
          </p:cNvPr>
          <p:cNvSpPr>
            <a:spLocks xmlns:a="http://schemas.openxmlformats.org/drawingml/2006/main" noGrp="1"/>
          </p:cNvSpPr>
          <p:nvPr/>
        </p:nvSpPr>
        <p:spPr>
          <a:xfrm xmlns:a="http://schemas.openxmlformats.org/drawingml/2006/main">
            <a:off x="4500562" y="4191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1" name="P1">
            <a:extLst xmlns:a="http://schemas.openxmlformats.org/drawingml/2006/main">
              <a:ext uri="{FF2B5EF4-FFF2-40B4-BE49-F238E27FC236}">
                <a16:creationId xmlns:a16="http://schemas.microsoft.com/office/drawing/2014/main" id="{96389C12-5F41-448B-B7DD-7D4390827805}"/>
              </a:ext>
            </a:extLst>
          </p:cNvPr>
          <p:cNvSpPr>
            <a:spLocks xmlns:a="http://schemas.openxmlformats.org/drawingml/2006/main" noGrp="1"/>
          </p:cNvSpPr>
          <p:nvPr/>
        </p:nvSpPr>
        <p:spPr>
          <a:xfrm xmlns:a="http://schemas.openxmlformats.org/drawingml/2006/main">
            <a:off x="4722019" y="2797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P1</a:t>
            </a:r>
          </a:p>
        </p:txBody>
      </p:sp>
      <p:sp>
        <p:nvSpPr>
          <p:cNvPr id="32" name="P2">
            <a:extLst xmlns:a="http://schemas.openxmlformats.org/drawingml/2006/main">
              <a:ext uri="{FF2B5EF4-FFF2-40B4-BE49-F238E27FC236}">
                <a16:creationId xmlns:a16="http://schemas.microsoft.com/office/drawing/2014/main" id="{53D00CFC-A274-4BD1-BC5D-870D4FC58866}"/>
              </a:ext>
            </a:extLst>
          </p:cNvPr>
          <p:cNvSpPr>
            <a:spLocks xmlns:a="http://schemas.openxmlformats.org/drawingml/2006/main" noGrp="1"/>
          </p:cNvSpPr>
          <p:nvPr/>
        </p:nvSpPr>
        <p:spPr>
          <a:xfrm xmlns:a="http://schemas.openxmlformats.org/drawingml/2006/main">
            <a:off x="4722019" y="3940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P2</a:t>
            </a:r>
          </a:p>
        </p:txBody>
      </p:sp>
      <p:sp>
        <p:nvSpPr>
          <p:cNvPr id="33" name="F1 skyddar kretsen.">
            <a:extLst xmlns:a="http://schemas.openxmlformats.org/drawingml/2006/main">
              <a:ext uri="{FF2B5EF4-FFF2-40B4-BE49-F238E27FC236}">
                <a16:creationId xmlns:a16="http://schemas.microsoft.com/office/drawing/2014/main" id="{29E9A4B9-2AE9-4B3F-A146-99CED7292C6E}"/>
              </a:ext>
            </a:extLst>
          </p:cNvPr>
          <p:cNvSpPr>
            <a:spLocks xmlns:a="http://schemas.openxmlformats.org/drawingml/2006/main" noGrp="1"/>
          </p:cNvSpPr>
          <p:nvPr/>
        </p:nvSpPr>
        <p:spPr>
          <a:xfrm xmlns:a="http://schemas.openxmlformats.org/drawingml/2006/main">
            <a:off x="6072188" y="2262188"/>
            <a:ext cx="2500312"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11111"/>
                </a:solidFill>
                <a:latin typeface="Calibri"/>
                <a:ea typeface="Calibri"/>
                <a:cs typeface="Calibri"/>
              </a:defRPr>
            </a:pPr>
            <a:r>
              <a:rPr sz="1575" b="0">
                <a:solidFill>
                  <a:srgbClr val="111111"/>
                </a:solidFill>
                <a:latin typeface="Calibri"/>
                <a:ea typeface="Calibri"/>
                <a:cs typeface="Calibri"/>
              </a:rPr>
              <a:t>F1 skyddar kretsen.</a:t>
            </a:r>
          </a:p>
        </p:txBody>
      </p:sp>
      <p:sp>
        <p:nvSpPr>
          <p:cNvPr id="34" name="S1 sluter eller bryter.">
            <a:extLst xmlns:a="http://schemas.openxmlformats.org/drawingml/2006/main">
              <a:ext uri="{FF2B5EF4-FFF2-40B4-BE49-F238E27FC236}">
                <a16:creationId xmlns:a16="http://schemas.microsoft.com/office/drawing/2014/main" id="{C1BB7524-DEC8-4897-940D-8989CA620213}"/>
              </a:ext>
            </a:extLst>
          </p:cNvPr>
          <p:cNvSpPr>
            <a:spLocks xmlns:a="http://schemas.openxmlformats.org/drawingml/2006/main" noGrp="1"/>
          </p:cNvSpPr>
          <p:nvPr/>
        </p:nvSpPr>
        <p:spPr>
          <a:xfrm xmlns:a="http://schemas.openxmlformats.org/drawingml/2006/main">
            <a:off x="6072188" y="2905125"/>
            <a:ext cx="2500312"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11111"/>
                </a:solidFill>
                <a:latin typeface="Calibri"/>
                <a:ea typeface="Calibri"/>
                <a:cs typeface="Calibri"/>
              </a:defRPr>
            </a:pPr>
            <a:r>
              <a:rPr sz="1575" b="0">
                <a:solidFill>
                  <a:srgbClr val="111111"/>
                </a:solidFill>
                <a:latin typeface="Calibri"/>
                <a:ea typeface="Calibri"/>
                <a:cs typeface="Calibri"/>
              </a:rPr>
              <a:t>S1 sluter eller bryter.</a:t>
            </a:r>
          </a:p>
        </p:txBody>
      </p:sp>
      <p:sp>
        <p:nvSpPr>
          <p:cNvPr id="35" name="H1 är lasten.">
            <a:extLst xmlns:a="http://schemas.openxmlformats.org/drawingml/2006/main">
              <a:ext uri="{FF2B5EF4-FFF2-40B4-BE49-F238E27FC236}">
                <a16:creationId xmlns:a16="http://schemas.microsoft.com/office/drawing/2014/main" id="{11B38354-FB10-44C5-A82F-FE8A96268054}"/>
              </a:ext>
            </a:extLst>
          </p:cNvPr>
          <p:cNvSpPr>
            <a:spLocks xmlns:a="http://schemas.openxmlformats.org/drawingml/2006/main" noGrp="1"/>
          </p:cNvSpPr>
          <p:nvPr/>
        </p:nvSpPr>
        <p:spPr>
          <a:xfrm xmlns:a="http://schemas.openxmlformats.org/drawingml/2006/main">
            <a:off x="6072188" y="3548062"/>
            <a:ext cx="2500312"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11111"/>
                </a:solidFill>
                <a:latin typeface="Calibri"/>
                <a:ea typeface="Calibri"/>
                <a:cs typeface="Calibri"/>
              </a:defRPr>
            </a:pPr>
            <a:r>
              <a:rPr sz="1575" b="0">
                <a:solidFill>
                  <a:srgbClr val="111111"/>
                </a:solidFill>
                <a:latin typeface="Calibri"/>
                <a:ea typeface="Calibri"/>
                <a:cs typeface="Calibri"/>
              </a:rPr>
              <a:t>H1 är lasten.</a:t>
            </a:r>
          </a:p>
        </p:txBody>
      </p:sp>
      <p:sp>
        <p:nvSpPr>
          <p:cNvPr id="36" name="P1 och P2 är lampans två anslutningar. Returen går till">
            <a:extLst xmlns:a="http://schemas.openxmlformats.org/drawingml/2006/main">
              <a:ext uri="{FF2B5EF4-FFF2-40B4-BE49-F238E27FC236}">
                <a16:creationId xmlns:a16="http://schemas.microsoft.com/office/drawing/2014/main" id="{A05DEC86-DFF4-400A-9F7E-243F51C51149}"/>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P1 och P2 är lampans två anslutningar. Returen går till källan.</a:t>
            </a:r>
          </a:p>
        </p:txBody>
      </p:sp>
      <p:sp>
        <p:nvSpPr>
          <p:cNvPr id="9001" name="Samma delar som kopplingsschema">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Samma delar som kopplingsschema</a:t>
            </a:r>
          </a:p>
        </p:txBody>
      </p:sp>
      <p:sp>
        <p:nvSpPr>
          <p:cNvPr id="9002" name="6">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6</a:t>
            </a:r>
          </a:p>
        </p:txBody>
      </p:sp>
    </p:spTree>
    <p:extLst>
      <p:ext uri="{BB962C8B-B14F-4D97-AF65-F5344CB8AC3E}">
        <p14:creationId xmlns:p14="http://schemas.microsoft.com/office/powerpoint/2010/main" val="21229064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57d38cd39104cad"/>
          <a:stretch xmlns:a="http://schemas.openxmlformats.org/drawingml/2006/main"/>
        </p:blipFill>
        <p:spPr>
          <a:xfrm xmlns:a="http://schemas.openxmlformats.org/drawingml/2006/main">
            <a:off x="714375" y="1854994"/>
            <a:ext cx="2321719" cy="3482578"/>
          </a:xfrm>
          <a:prstGeom xmlns:a="http://schemas.openxmlformats.org/drawingml/2006/main" prst="rect">
            <a:avLst/>
          </a:prstGeom>
        </p:spPr>
      </p:pic>
      <p:sp>
        <p:nvSpPr>
          <p:cNvPr id="5" name="10 A">
            <a:extLst xmlns:a="http://schemas.openxmlformats.org/drawingml/2006/main">
              <a:ext uri="{FF2B5EF4-FFF2-40B4-BE49-F238E27FC236}">
                <a16:creationId xmlns:a16="http://schemas.microsoft.com/office/drawing/2014/main" id="{858C539C-1FCA-49C1-88B4-557CBCEDA017}"/>
              </a:ext>
            </a:extLst>
          </p:cNvPr>
          <p:cNvSpPr>
            <a:spLocks xmlns:a="http://schemas.openxmlformats.org/drawingml/2006/main" noGrp="1"/>
          </p:cNvSpPr>
          <p:nvPr/>
        </p:nvSpPr>
        <p:spPr>
          <a:xfrm xmlns:a="http://schemas.openxmlformats.org/drawingml/2006/main">
            <a:off x="1067276" y="4439067"/>
            <a:ext cx="417910" cy="1915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33" b="1">
                <a:solidFill>
                  <a:srgbClr val="111111"/>
                </a:solidFill>
                <a:latin typeface="Calibri"/>
                <a:ea typeface="Calibri"/>
                <a:cs typeface="Calibri"/>
              </a:defRPr>
            </a:pPr>
            <a:r>
              <a:rPr sz="1133" b="1">
                <a:solidFill>
                  <a:srgbClr val="111111"/>
                </a:solidFill>
                <a:latin typeface="Calibri"/>
                <a:ea typeface="Calibri"/>
                <a:cs typeface="Calibri"/>
              </a:rPr>
              <a:t>10 A</a:t>
            </a:r>
          </a:p>
        </p:txBody>
      </p:sp>
      <p:sp>
        <p:nvSpPr>
          <p:cNvPr id="6" name="mA">
            <a:extLst xmlns:a="http://schemas.openxmlformats.org/drawingml/2006/main">
              <a:ext uri="{FF2B5EF4-FFF2-40B4-BE49-F238E27FC236}">
                <a16:creationId xmlns:a16="http://schemas.microsoft.com/office/drawing/2014/main" id="{70AB3AE2-C11A-435B-B644-F736A54E4088}"/>
              </a:ext>
            </a:extLst>
          </p:cNvPr>
          <p:cNvSpPr>
            <a:spLocks xmlns:a="http://schemas.openxmlformats.org/drawingml/2006/main" noGrp="1"/>
          </p:cNvSpPr>
          <p:nvPr/>
        </p:nvSpPr>
        <p:spPr>
          <a:xfrm xmlns:a="http://schemas.openxmlformats.org/drawingml/2006/main">
            <a:off x="1466612" y="4439067"/>
            <a:ext cx="417910" cy="1915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33" b="1">
                <a:solidFill>
                  <a:srgbClr val="111111"/>
                </a:solidFill>
                <a:latin typeface="Calibri"/>
                <a:ea typeface="Calibri"/>
                <a:cs typeface="Calibri"/>
              </a:defRPr>
            </a:pPr>
            <a:r>
              <a:rPr sz="1133" b="1">
                <a:solidFill>
                  <a:srgbClr val="111111"/>
                </a:solidFill>
                <a:latin typeface="Calibri"/>
                <a:ea typeface="Calibri"/>
                <a:cs typeface="Calibri"/>
              </a:rPr>
              <a:t>mA</a:t>
            </a:r>
          </a:p>
        </p:txBody>
      </p:sp>
      <p:sp>
        <p:nvSpPr>
          <p:cNvPr id="7" name="COM">
            <a:extLst xmlns:a="http://schemas.openxmlformats.org/drawingml/2006/main">
              <a:ext uri="{FF2B5EF4-FFF2-40B4-BE49-F238E27FC236}">
                <a16:creationId xmlns:a16="http://schemas.microsoft.com/office/drawing/2014/main" id="{9D94DA28-ED05-4611-8FE8-042D0F1A7FA4}"/>
              </a:ext>
            </a:extLst>
          </p:cNvPr>
          <p:cNvSpPr>
            <a:spLocks xmlns:a="http://schemas.openxmlformats.org/drawingml/2006/main" noGrp="1"/>
          </p:cNvSpPr>
          <p:nvPr/>
        </p:nvSpPr>
        <p:spPr>
          <a:xfrm xmlns:a="http://schemas.openxmlformats.org/drawingml/2006/main">
            <a:off x="1865948" y="4439067"/>
            <a:ext cx="417910" cy="1915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33" b="1">
                <a:solidFill>
                  <a:srgbClr val="111111"/>
                </a:solidFill>
                <a:latin typeface="Calibri"/>
                <a:ea typeface="Calibri"/>
                <a:cs typeface="Calibri"/>
              </a:defRPr>
            </a:pPr>
            <a:r>
              <a:rPr sz="1133" b="1">
                <a:solidFill>
                  <a:srgbClr val="111111"/>
                </a:solidFill>
                <a:latin typeface="Calibri"/>
                <a:ea typeface="Calibri"/>
                <a:cs typeface="Calibri"/>
              </a:rPr>
              <a:t>COM</a:t>
            </a:r>
          </a:p>
        </p:txBody>
      </p:sp>
      <p:sp>
        <p:nvSpPr>
          <p:cNvPr id="8" name="VΩ">
            <a:extLst xmlns:a="http://schemas.openxmlformats.org/drawingml/2006/main">
              <a:ext uri="{FF2B5EF4-FFF2-40B4-BE49-F238E27FC236}">
                <a16:creationId xmlns:a16="http://schemas.microsoft.com/office/drawing/2014/main" id="{ACE6EE78-4342-4C3D-84C7-BE17339DA55C}"/>
              </a:ext>
            </a:extLst>
          </p:cNvPr>
          <p:cNvSpPr>
            <a:spLocks xmlns:a="http://schemas.openxmlformats.org/drawingml/2006/main" noGrp="1"/>
          </p:cNvSpPr>
          <p:nvPr/>
        </p:nvSpPr>
        <p:spPr>
          <a:xfrm xmlns:a="http://schemas.openxmlformats.org/drawingml/2006/main">
            <a:off x="2265284" y="4439067"/>
            <a:ext cx="417910" cy="1915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33" b="1">
                <a:solidFill>
                  <a:srgbClr val="111111"/>
                </a:solidFill>
                <a:latin typeface="Calibri"/>
                <a:ea typeface="Calibri"/>
                <a:cs typeface="Calibri"/>
              </a:defRPr>
            </a:pPr>
            <a:r>
              <a:rPr sz="1133" b="1">
                <a:solidFill>
                  <a:srgbClr val="111111"/>
                </a:solidFill>
                <a:latin typeface="Calibri"/>
                <a:ea typeface="Calibri"/>
                <a:cs typeface="Calibri"/>
              </a:rPr>
              <a:t>VΩ</a:t>
            </a:r>
          </a:p>
        </p:txBody>
      </p:sp>
      <p:sp>
        <p:nvSpPr>
          <p:cNvPr id="9" name="12,00 V">
            <a:extLst xmlns:a="http://schemas.openxmlformats.org/drawingml/2006/main">
              <a:ext uri="{FF2B5EF4-FFF2-40B4-BE49-F238E27FC236}">
                <a16:creationId xmlns:a16="http://schemas.microsoft.com/office/drawing/2014/main" id="{CDBC7280-B6D5-4089-81ED-0549B372B3A2}"/>
              </a:ext>
            </a:extLst>
          </p:cNvPr>
          <p:cNvSpPr>
            <a:spLocks xmlns:a="http://schemas.openxmlformats.org/drawingml/2006/main" noGrp="1"/>
          </p:cNvSpPr>
          <p:nvPr/>
        </p:nvSpPr>
        <p:spPr>
          <a:xfrm xmlns:a="http://schemas.openxmlformats.org/drawingml/2006/main">
            <a:off x="1178719" y="2272904"/>
            <a:ext cx="1393031" cy="383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2" b="1">
                <a:solidFill>
                  <a:srgbClr val="111111"/>
                </a:solidFill>
                <a:latin typeface="Calibri"/>
                <a:ea typeface="Calibri"/>
                <a:cs typeface="Calibri"/>
              </a:defRPr>
            </a:pPr>
            <a:r>
              <a:rPr sz="2102" b="1">
                <a:solidFill>
                  <a:srgbClr val="111111"/>
                </a:solidFill>
                <a:latin typeface="Calibri"/>
                <a:ea typeface="Calibri"/>
                <a:cs typeface="Calibri"/>
              </a:rPr>
              <a:t>12,00 V</a:t>
            </a:r>
          </a:p>
        </p:txBody>
      </p:sp>
      <p:sp>
        <p:nvSpPr>
          <p:cNvPr id="10" name="V DC">
            <a:extLst xmlns:a="http://schemas.openxmlformats.org/drawingml/2006/main">
              <a:ext uri="{FF2B5EF4-FFF2-40B4-BE49-F238E27FC236}">
                <a16:creationId xmlns:a16="http://schemas.microsoft.com/office/drawing/2014/main" id="{F90ACEE2-6830-4A8E-9D01-DD79C9E04159}"/>
              </a:ext>
            </a:extLst>
          </p:cNvPr>
          <p:cNvSpPr>
            <a:spLocks xmlns:a="http://schemas.openxmlformats.org/drawingml/2006/main" noGrp="1"/>
          </p:cNvSpPr>
          <p:nvPr/>
        </p:nvSpPr>
        <p:spPr>
          <a:xfrm xmlns:a="http://schemas.openxmlformats.org/drawingml/2006/main">
            <a:off x="1225154" y="2659469"/>
            <a:ext cx="1300162" cy="1358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78" b="1">
                <a:solidFill>
                  <a:srgbClr val="111111"/>
                </a:solidFill>
                <a:latin typeface="Calibri"/>
                <a:ea typeface="Calibri"/>
                <a:cs typeface="Calibri"/>
              </a:defRPr>
            </a:pPr>
            <a:r>
              <a:rPr sz="1078" b="1">
                <a:solidFill>
                  <a:srgbClr val="111111"/>
                </a:solidFill>
                <a:latin typeface="Calibri"/>
                <a:ea typeface="Calibri"/>
                <a:cs typeface="Calibri"/>
              </a:rPr>
              <a:t>V DC</a:t>
            </a:r>
          </a:p>
        </p:txBody>
      </p:sp>
      <p:sp>
        <p:nvSpPr>
          <p:cNvPr id="11" name="V DC">
            <a:extLst xmlns:a="http://schemas.openxmlformats.org/drawingml/2006/main">
              <a:ext uri="{FF2B5EF4-FFF2-40B4-BE49-F238E27FC236}">
                <a16:creationId xmlns:a16="http://schemas.microsoft.com/office/drawing/2014/main" id="{D577DA6C-C17B-413F-854C-EBEF4F58C176}"/>
              </a:ext>
            </a:extLst>
          </p:cNvPr>
          <p:cNvSpPr>
            <a:spLocks xmlns:a="http://schemas.openxmlformats.org/drawingml/2006/main" noGrp="1"/>
          </p:cNvSpPr>
          <p:nvPr/>
        </p:nvSpPr>
        <p:spPr>
          <a:xfrm xmlns:a="http://schemas.openxmlformats.org/drawingml/2006/main">
            <a:off x="1666280" y="2917180"/>
            <a:ext cx="417910" cy="174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06" b="1">
                <a:solidFill>
                  <a:srgbClr val="064F91"/>
                </a:solidFill>
                <a:latin typeface="Calibri"/>
                <a:ea typeface="Calibri"/>
                <a:cs typeface="Calibri"/>
              </a:defRPr>
            </a:pPr>
            <a:r>
              <a:rPr sz="1006" b="1">
                <a:solidFill>
                  <a:srgbClr val="064F91"/>
                </a:solidFill>
                <a:latin typeface="Calibri"/>
                <a:ea typeface="Calibri"/>
                <a:cs typeface="Calibri"/>
              </a:rPr>
              <a:t>V DC</a:t>
            </a:r>
          </a:p>
        </p:txBody>
      </p:sp>
      <p:sp>
        <p:nvSpPr>
          <p:cNvPr id="12" name="V AC">
            <a:extLst xmlns:a="http://schemas.openxmlformats.org/drawingml/2006/main">
              <a:ext uri="{FF2B5EF4-FFF2-40B4-BE49-F238E27FC236}">
                <a16:creationId xmlns:a16="http://schemas.microsoft.com/office/drawing/2014/main" id="{248C20DA-58F5-4D79-87C9-DAFBDFF1045A}"/>
              </a:ext>
            </a:extLst>
          </p:cNvPr>
          <p:cNvSpPr>
            <a:spLocks xmlns:a="http://schemas.openxmlformats.org/drawingml/2006/main" noGrp="1"/>
          </p:cNvSpPr>
          <p:nvPr/>
        </p:nvSpPr>
        <p:spPr>
          <a:xfrm xmlns:a="http://schemas.openxmlformats.org/drawingml/2006/main">
            <a:off x="2179000" y="3213200"/>
            <a:ext cx="417910" cy="174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06" b="0">
                <a:solidFill>
                  <a:srgbClr val="111111"/>
                </a:solidFill>
                <a:latin typeface="Calibri"/>
                <a:ea typeface="Calibri"/>
                <a:cs typeface="Calibri"/>
              </a:defRPr>
            </a:pPr>
            <a:r>
              <a:rPr sz="1006" b="0">
                <a:solidFill>
                  <a:srgbClr val="111111"/>
                </a:solidFill>
                <a:latin typeface="Calibri"/>
                <a:ea typeface="Calibri"/>
                <a:cs typeface="Calibri"/>
              </a:rPr>
              <a:t>V AC</a:t>
            </a:r>
          </a:p>
        </p:txBody>
      </p:sp>
      <p:sp>
        <p:nvSpPr>
          <p:cNvPr id="13" name="A DC">
            <a:extLst xmlns:a="http://schemas.openxmlformats.org/drawingml/2006/main">
              <a:ext uri="{FF2B5EF4-FFF2-40B4-BE49-F238E27FC236}">
                <a16:creationId xmlns:a16="http://schemas.microsoft.com/office/drawing/2014/main" id="{6AD88FBE-311D-4017-8C37-6EFAF769FF44}"/>
              </a:ext>
            </a:extLst>
          </p:cNvPr>
          <p:cNvSpPr>
            <a:spLocks xmlns:a="http://schemas.openxmlformats.org/drawingml/2006/main" noGrp="1"/>
          </p:cNvSpPr>
          <p:nvPr/>
        </p:nvSpPr>
        <p:spPr>
          <a:xfrm xmlns:a="http://schemas.openxmlformats.org/drawingml/2006/main">
            <a:off x="2179000" y="3805238"/>
            <a:ext cx="417910" cy="174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06" b="0">
                <a:solidFill>
                  <a:srgbClr val="111111"/>
                </a:solidFill>
                <a:latin typeface="Calibri"/>
                <a:ea typeface="Calibri"/>
                <a:cs typeface="Calibri"/>
              </a:defRPr>
            </a:pPr>
            <a:r>
              <a:rPr sz="1006" b="0">
                <a:solidFill>
                  <a:srgbClr val="111111"/>
                </a:solidFill>
                <a:latin typeface="Calibri"/>
                <a:ea typeface="Calibri"/>
                <a:cs typeface="Calibri"/>
              </a:rPr>
              <a:t>A DC</a:t>
            </a:r>
          </a:p>
        </p:txBody>
      </p:sp>
      <p:sp>
        <p:nvSpPr>
          <p:cNvPr id="14" name="Ω">
            <a:extLst xmlns:a="http://schemas.openxmlformats.org/drawingml/2006/main">
              <a:ext uri="{FF2B5EF4-FFF2-40B4-BE49-F238E27FC236}">
                <a16:creationId xmlns:a16="http://schemas.microsoft.com/office/drawing/2014/main" id="{E9D68AB3-97FE-4F54-952A-E4519231E8AA}"/>
              </a:ext>
            </a:extLst>
          </p:cNvPr>
          <p:cNvSpPr>
            <a:spLocks xmlns:a="http://schemas.openxmlformats.org/drawingml/2006/main" noGrp="1"/>
          </p:cNvSpPr>
          <p:nvPr/>
        </p:nvSpPr>
        <p:spPr>
          <a:xfrm xmlns:a="http://schemas.openxmlformats.org/drawingml/2006/main">
            <a:off x="1666280" y="4101256"/>
            <a:ext cx="417910" cy="174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06" b="0">
                <a:solidFill>
                  <a:srgbClr val="111111"/>
                </a:solidFill>
                <a:latin typeface="Calibri"/>
                <a:ea typeface="Calibri"/>
                <a:cs typeface="Calibri"/>
              </a:defRPr>
            </a:pPr>
            <a:r>
              <a:rPr sz="1006" b="0">
                <a:solidFill>
                  <a:srgbClr val="111111"/>
                </a:solidFill>
                <a:latin typeface="Calibri"/>
                <a:ea typeface="Calibri"/>
                <a:cs typeface="Calibri"/>
              </a:rPr>
              <a:t>Ω</a:t>
            </a:r>
          </a:p>
        </p:txBody>
      </p:sp>
      <p:sp>
        <p:nvSpPr>
          <p:cNvPr id="15" name="PIP">
            <a:extLst xmlns:a="http://schemas.openxmlformats.org/drawingml/2006/main">
              <a:ext uri="{FF2B5EF4-FFF2-40B4-BE49-F238E27FC236}">
                <a16:creationId xmlns:a16="http://schemas.microsoft.com/office/drawing/2014/main" id="{CE0AA99A-84AA-4039-9383-462DA0731EEE}"/>
              </a:ext>
            </a:extLst>
          </p:cNvPr>
          <p:cNvSpPr>
            <a:spLocks xmlns:a="http://schemas.openxmlformats.org/drawingml/2006/main" noGrp="1"/>
          </p:cNvSpPr>
          <p:nvPr/>
        </p:nvSpPr>
        <p:spPr>
          <a:xfrm xmlns:a="http://schemas.openxmlformats.org/drawingml/2006/main">
            <a:off x="1153559" y="3805238"/>
            <a:ext cx="417910" cy="174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06" b="0">
                <a:solidFill>
                  <a:srgbClr val="111111"/>
                </a:solidFill>
                <a:latin typeface="Calibri"/>
                <a:ea typeface="Calibri"/>
                <a:cs typeface="Calibri"/>
              </a:defRPr>
            </a:pPr>
            <a:r>
              <a:rPr sz="1006" b="0">
                <a:solidFill>
                  <a:srgbClr val="111111"/>
                </a:solidFill>
                <a:latin typeface="Calibri"/>
                <a:ea typeface="Calibri"/>
                <a:cs typeface="Calibri"/>
              </a:rPr>
              <a:t>PIP</a:t>
            </a:r>
          </a:p>
        </p:txBody>
      </p:sp>
      <p:sp>
        <p:nvSpPr>
          <p:cNvPr id="16" name="OFF">
            <a:extLst xmlns:a="http://schemas.openxmlformats.org/drawingml/2006/main">
              <a:ext uri="{FF2B5EF4-FFF2-40B4-BE49-F238E27FC236}">
                <a16:creationId xmlns:a16="http://schemas.microsoft.com/office/drawing/2014/main" id="{4402C794-8C1D-4A1A-BE26-43F853F9AC90}"/>
              </a:ext>
            </a:extLst>
          </p:cNvPr>
          <p:cNvSpPr>
            <a:spLocks xmlns:a="http://schemas.openxmlformats.org/drawingml/2006/main" noGrp="1"/>
          </p:cNvSpPr>
          <p:nvPr/>
        </p:nvSpPr>
        <p:spPr>
          <a:xfrm xmlns:a="http://schemas.openxmlformats.org/drawingml/2006/main">
            <a:off x="1153559" y="3213200"/>
            <a:ext cx="417910" cy="174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06" b="0">
                <a:solidFill>
                  <a:srgbClr val="111111"/>
                </a:solidFill>
                <a:latin typeface="Calibri"/>
                <a:ea typeface="Calibri"/>
                <a:cs typeface="Calibri"/>
              </a:defRPr>
            </a:pPr>
            <a:r>
              <a:rPr sz="1006" b="0">
                <a:solidFill>
                  <a:srgbClr val="111111"/>
                </a:solidFill>
                <a:latin typeface="Calibri"/>
                <a:ea typeface="Calibri"/>
                <a:cs typeface="Calibri"/>
              </a:rPr>
              <a:t>OFF</a:t>
            </a:r>
          </a:p>
        </p:txBody>
      </p:sp>
      <p:sp>
        <p:nvSpPr>
          <p:cNvPr id="17" name="Ledning">
            <a:extLst xmlns:a="http://schemas.openxmlformats.org/drawingml/2006/main">
              <a:ext uri="{FF2B5EF4-FFF2-40B4-BE49-F238E27FC236}">
                <a16:creationId xmlns:a16="http://schemas.microsoft.com/office/drawing/2014/main" id="{65179075-4073-4BFF-BC78-73237F5E9098}"/>
              </a:ext>
            </a:extLst>
          </p:cNvPr>
          <p:cNvSpPr>
            <a:spLocks xmlns:a="http://schemas.openxmlformats.org/drawingml/2006/main" noGrp="1"/>
          </p:cNvSpPr>
          <p:nvPr/>
        </p:nvSpPr>
        <p:spPr>
          <a:xfrm xmlns:a="http://schemas.openxmlformats.org/drawingml/2006/main">
            <a:off x="1875235" y="3248025"/>
            <a:ext cx="715" cy="348258"/>
          </a:xfrm>
          <a:custGeom xmlns:a="http://schemas.openxmlformats.org/drawingml/2006/main">
            <a:pathLst>
              <a:path w="953" h="464344">
                <a:moveTo>
                  <a:pt x="0" y="464344"/>
                </a:moveTo>
                <a:lnTo>
                  <a:pt x="0" y="0"/>
                </a:lnTo>
              </a:path>
            </a:pathLst>
          </a:custGeom>
          <a:noFill xmlns:a="http://schemas.openxmlformats.org/drawingml/2006/main"/>
          <a:ln xmlns:a="http://schemas.openxmlformats.org/drawingml/2006/main" w="42862">
            <a:solidFill>
              <a:srgbClr val="064F91"/>
            </a:solidFill>
          </a:ln>
        </p:spPr>
      </p:sp>
      <p:sp>
        <p:nvSpPr>
          <p:cNvPr id="18" name="">
            <a:extLst xmlns:a="http://schemas.openxmlformats.org/drawingml/2006/main">
              <a:ext uri="{FF2B5EF4-FFF2-40B4-BE49-F238E27FC236}">
                <a16:creationId xmlns:a16="http://schemas.microsoft.com/office/drawing/2014/main" id="{A4D6CB28-6865-4842-B38A-56A01A5D6A7A}"/>
              </a:ext>
            </a:extLst>
          </p:cNvPr>
          <p:cNvSpPr>
            <a:spLocks xmlns:a="http://schemas.openxmlformats.org/drawingml/2006/main" noGrp="1"/>
          </p:cNvSpPr>
          <p:nvPr/>
        </p:nvSpPr>
        <p:spPr>
          <a:xfrm xmlns:a="http://schemas.openxmlformats.org/drawingml/2006/main">
            <a:off x="1839516" y="3560564"/>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19" name="Skärmen visar tal, enhet och mätläge.">
            <a:extLst xmlns:a="http://schemas.openxmlformats.org/drawingml/2006/main">
              <a:ext uri="{FF2B5EF4-FFF2-40B4-BE49-F238E27FC236}">
                <a16:creationId xmlns:a16="http://schemas.microsoft.com/office/drawing/2014/main" id="{48F01ECB-9498-4218-8C5F-FFFE4F33CD98}"/>
              </a:ext>
            </a:extLst>
          </p:cNvPr>
          <p:cNvSpPr>
            <a:spLocks xmlns:a="http://schemas.openxmlformats.org/drawingml/2006/main" noGrp="1"/>
          </p:cNvSpPr>
          <p:nvPr/>
        </p:nvSpPr>
        <p:spPr>
          <a:xfrm xmlns:a="http://schemas.openxmlformats.org/drawingml/2006/main">
            <a:off x="3679031" y="1976438"/>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49" b="0">
                <a:solidFill>
                  <a:srgbClr val="111111"/>
                </a:solidFill>
                <a:latin typeface="Calibri"/>
                <a:ea typeface="Calibri"/>
                <a:cs typeface="Calibri"/>
              </a:defRPr>
            </a:pPr>
            <a:r>
              <a:rPr sz="1849" b="0">
                <a:solidFill>
                  <a:srgbClr val="111111"/>
                </a:solidFill>
                <a:latin typeface="Calibri"/>
                <a:ea typeface="Calibri"/>
                <a:cs typeface="Calibri"/>
              </a:rPr>
              <a:t>Skärmen visar tal, enhet och mätläge.</a:t>
            </a:r>
          </a:p>
        </p:txBody>
      </p:sp>
      <p:sp>
        <p:nvSpPr>
          <p:cNvPr id="20" name="Vredet väljer vad mätaren ska mäta.">
            <a:extLst xmlns:a="http://schemas.openxmlformats.org/drawingml/2006/main">
              <a:ext uri="{FF2B5EF4-FFF2-40B4-BE49-F238E27FC236}">
                <a16:creationId xmlns:a16="http://schemas.microsoft.com/office/drawing/2014/main" id="{24B632E6-712C-432C-A904-C68C82DC1CBD}"/>
              </a:ext>
            </a:extLst>
          </p:cNvPr>
          <p:cNvSpPr>
            <a:spLocks xmlns:a="http://schemas.openxmlformats.org/drawingml/2006/main" noGrp="1"/>
          </p:cNvSpPr>
          <p:nvPr/>
        </p:nvSpPr>
        <p:spPr>
          <a:xfrm xmlns:a="http://schemas.openxmlformats.org/drawingml/2006/main">
            <a:off x="3679031" y="2647950"/>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49" b="0">
                <a:solidFill>
                  <a:srgbClr val="111111"/>
                </a:solidFill>
                <a:latin typeface="Calibri"/>
                <a:ea typeface="Calibri"/>
                <a:cs typeface="Calibri"/>
              </a:defRPr>
            </a:pPr>
            <a:r>
              <a:rPr sz="1849" b="0">
                <a:solidFill>
                  <a:srgbClr val="111111"/>
                </a:solidFill>
                <a:latin typeface="Calibri"/>
                <a:ea typeface="Calibri"/>
                <a:cs typeface="Calibri"/>
              </a:rPr>
              <a:t>Vredet väljer vad mätaren ska mäta.</a:t>
            </a:r>
          </a:p>
        </p:txBody>
      </p:sp>
      <p:sp>
        <p:nvSpPr>
          <p:cNvPr id="21" name="COM är uttaget för svart ledning.">
            <a:extLst xmlns:a="http://schemas.openxmlformats.org/drawingml/2006/main">
              <a:ext uri="{FF2B5EF4-FFF2-40B4-BE49-F238E27FC236}">
                <a16:creationId xmlns:a16="http://schemas.microsoft.com/office/drawing/2014/main" id="{AB01E902-CCAB-476B-B317-3EC9A2C08FE3}"/>
              </a:ext>
            </a:extLst>
          </p:cNvPr>
          <p:cNvSpPr>
            <a:spLocks xmlns:a="http://schemas.openxmlformats.org/drawingml/2006/main" noGrp="1"/>
          </p:cNvSpPr>
          <p:nvPr/>
        </p:nvSpPr>
        <p:spPr>
          <a:xfrm xmlns:a="http://schemas.openxmlformats.org/drawingml/2006/main">
            <a:off x="3679031" y="3319462"/>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49" b="0">
                <a:solidFill>
                  <a:srgbClr val="111111"/>
                </a:solidFill>
                <a:latin typeface="Calibri"/>
                <a:ea typeface="Calibri"/>
                <a:cs typeface="Calibri"/>
              </a:defRPr>
            </a:pPr>
            <a:r>
              <a:rPr sz="1849" b="0">
                <a:solidFill>
                  <a:srgbClr val="111111"/>
                </a:solidFill>
                <a:latin typeface="Calibri"/>
                <a:ea typeface="Calibri"/>
                <a:cs typeface="Calibri"/>
              </a:rPr>
              <a:t>COM är uttaget för svart ledning.</a:t>
            </a:r>
          </a:p>
        </p:txBody>
      </p:sp>
      <p:sp>
        <p:nvSpPr>
          <p:cNvPr id="22" name="Röd ledning: VΩ eller avsedd strömingång.">
            <a:extLst xmlns:a="http://schemas.openxmlformats.org/drawingml/2006/main">
              <a:ext uri="{FF2B5EF4-FFF2-40B4-BE49-F238E27FC236}">
                <a16:creationId xmlns:a16="http://schemas.microsoft.com/office/drawing/2014/main" id="{DF980CDA-A5C0-4470-947A-A96BBA4DD46F}"/>
              </a:ext>
            </a:extLst>
          </p:cNvPr>
          <p:cNvSpPr>
            <a:spLocks xmlns:a="http://schemas.openxmlformats.org/drawingml/2006/main" noGrp="1"/>
          </p:cNvSpPr>
          <p:nvPr/>
        </p:nvSpPr>
        <p:spPr>
          <a:xfrm xmlns:a="http://schemas.openxmlformats.org/drawingml/2006/main">
            <a:off x="3679031" y="399097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49" b="0">
                <a:solidFill>
                  <a:srgbClr val="111111"/>
                </a:solidFill>
                <a:latin typeface="Calibri"/>
                <a:ea typeface="Calibri"/>
                <a:cs typeface="Calibri"/>
              </a:defRPr>
            </a:pPr>
            <a:r>
              <a:rPr sz="1849" b="0">
                <a:solidFill>
                  <a:srgbClr val="111111"/>
                </a:solidFill>
                <a:latin typeface="Calibri"/>
                <a:ea typeface="Calibri"/>
                <a:cs typeface="Calibri"/>
              </a:rPr>
              <a:t>Röd ledning: VΩ eller avsedd strömingång.</a:t>
            </a:r>
          </a:p>
        </p:txBody>
      </p:sp>
      <p:sp>
        <p:nvSpPr>
          <p:cNvPr id="23" name="Förenklad undervisningsmätare. Det verkliga instrumente">
            <a:extLst xmlns:a="http://schemas.openxmlformats.org/drawingml/2006/main">
              <a:ext uri="{FF2B5EF4-FFF2-40B4-BE49-F238E27FC236}">
                <a16:creationId xmlns:a16="http://schemas.microsoft.com/office/drawing/2014/main" id="{29F0CE25-1895-4D19-B71C-5B5DB7A618ED}"/>
              </a:ext>
            </a:extLst>
          </p:cNvPr>
          <p:cNvSpPr>
            <a:spLocks xmlns:a="http://schemas.openxmlformats.org/drawingml/2006/main" noGrp="1"/>
          </p:cNvSpPr>
          <p:nvPr/>
        </p:nvSpPr>
        <p:spPr>
          <a:xfrm xmlns:a="http://schemas.openxmlformats.org/drawingml/2006/main">
            <a:off x="3679031" y="4791075"/>
            <a:ext cx="4857750" cy="589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1" b="0">
                <a:solidFill>
                  <a:srgbClr val="505864"/>
                </a:solidFill>
                <a:latin typeface="Calibri"/>
                <a:ea typeface="Calibri"/>
                <a:cs typeface="Calibri"/>
              </a:defRPr>
            </a:pPr>
            <a:r>
              <a:rPr sz="1181" b="0">
                <a:solidFill>
                  <a:srgbClr val="505864"/>
                </a:solidFill>
                <a:latin typeface="Calibri"/>
                <a:ea typeface="Calibri"/>
                <a:cs typeface="Calibri"/>
              </a:rPr>
              <a:t>Förenklad undervisningsmätare. Det verkliga instrumentets manual styr uttag och gränser.</a:t>
            </a:r>
          </a:p>
        </p:txBody>
      </p:sp>
      <p:sp>
        <p:nvSpPr>
          <p:cNvPr id="9001" name="En multimeter genom hela lektionen">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En multimeter genom hela lektionen</a:t>
            </a:r>
          </a:p>
        </p:txBody>
      </p:sp>
      <p:sp>
        <p:nvSpPr>
          <p:cNvPr id="9002" name="7">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7</a:t>
            </a:r>
          </a:p>
        </p:txBody>
      </p:sp>
    </p:spTree>
    <p:extLst>
      <p:ext uri="{BB962C8B-B14F-4D97-AF65-F5344CB8AC3E}">
        <p14:creationId xmlns:p14="http://schemas.microsoft.com/office/powerpoint/2010/main" val="4893550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12,00">
            <a:extLst xmlns:a="http://schemas.openxmlformats.org/drawingml/2006/main">
              <a:ext uri="{FF2B5EF4-FFF2-40B4-BE49-F238E27FC236}">
                <a16:creationId xmlns:a16="http://schemas.microsoft.com/office/drawing/2014/main" id="{5F0A9069-9E96-4C20-B4AF-A8CE5575113C}"/>
              </a:ext>
            </a:extLst>
          </p:cNvPr>
          <p:cNvSpPr>
            <a:spLocks xmlns:a="http://schemas.openxmlformats.org/drawingml/2006/main" noGrp="1"/>
          </p:cNvSpPr>
          <p:nvPr/>
        </p:nvSpPr>
        <p:spPr>
          <a:xfrm xmlns:a="http://schemas.openxmlformats.org/drawingml/2006/main">
            <a:off x="607219" y="2262188"/>
            <a:ext cx="4000500" cy="1071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131" b="1">
                <a:solidFill>
                  <a:srgbClr val="111111"/>
                </a:solidFill>
                <a:latin typeface="Calibri"/>
                <a:ea typeface="Calibri"/>
                <a:cs typeface="Calibri"/>
              </a:defRPr>
            </a:pPr>
            <a:r>
              <a:rPr sz="6131" b="1">
                <a:solidFill>
                  <a:srgbClr val="111111"/>
                </a:solidFill>
                <a:latin typeface="Calibri"/>
                <a:ea typeface="Calibri"/>
                <a:cs typeface="Calibri"/>
              </a:rPr>
              <a:t>12,00</a:t>
            </a:r>
          </a:p>
        </p:txBody>
      </p:sp>
      <p:sp>
        <p:nvSpPr>
          <p:cNvPr id="5" name="V">
            <a:extLst xmlns:a="http://schemas.openxmlformats.org/drawingml/2006/main">
              <a:ext uri="{FF2B5EF4-FFF2-40B4-BE49-F238E27FC236}">
                <a16:creationId xmlns:a16="http://schemas.microsoft.com/office/drawing/2014/main" id="{4E14D5AE-17D1-4E9C-8E1F-E9233000D5CB}"/>
              </a:ext>
            </a:extLst>
          </p:cNvPr>
          <p:cNvSpPr>
            <a:spLocks xmlns:a="http://schemas.openxmlformats.org/drawingml/2006/main" noGrp="1"/>
          </p:cNvSpPr>
          <p:nvPr/>
        </p:nvSpPr>
        <p:spPr>
          <a:xfrm xmlns:a="http://schemas.openxmlformats.org/drawingml/2006/main">
            <a:off x="4857750" y="2262188"/>
            <a:ext cx="1000125" cy="1071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131" b="1">
                <a:solidFill>
                  <a:srgbClr val="064F91"/>
                </a:solidFill>
                <a:latin typeface="Calibri"/>
                <a:ea typeface="Calibri"/>
                <a:cs typeface="Calibri"/>
              </a:defRPr>
            </a:pPr>
            <a:r>
              <a:rPr sz="6131" b="1">
                <a:solidFill>
                  <a:srgbClr val="064F91"/>
                </a:solidFill>
                <a:latin typeface="Calibri"/>
                <a:ea typeface="Calibri"/>
                <a:cs typeface="Calibri"/>
              </a:rPr>
              <a:t>V</a:t>
            </a:r>
          </a:p>
        </p:txBody>
      </p:sp>
      <p:sp>
        <p:nvSpPr>
          <p:cNvPr id="6" name="DC">
            <a:extLst xmlns:a="http://schemas.openxmlformats.org/drawingml/2006/main">
              <a:ext uri="{FF2B5EF4-FFF2-40B4-BE49-F238E27FC236}">
                <a16:creationId xmlns:a16="http://schemas.microsoft.com/office/drawing/2014/main" id="{4906BF23-E2B2-41AF-BA93-AC3D998F151F}"/>
              </a:ext>
            </a:extLst>
          </p:cNvPr>
          <p:cNvSpPr>
            <a:spLocks xmlns:a="http://schemas.openxmlformats.org/drawingml/2006/main" noGrp="1"/>
          </p:cNvSpPr>
          <p:nvPr/>
        </p:nvSpPr>
        <p:spPr>
          <a:xfrm xmlns:a="http://schemas.openxmlformats.org/drawingml/2006/main">
            <a:off x="6572250" y="2490788"/>
            <a:ext cx="1643062"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712" b="1">
                <a:solidFill>
                  <a:srgbClr val="064F91"/>
                </a:solidFill>
                <a:latin typeface="Calibri"/>
                <a:ea typeface="Calibri"/>
                <a:cs typeface="Calibri"/>
              </a:defRPr>
            </a:pPr>
            <a:r>
              <a:rPr sz="3712" b="1">
                <a:solidFill>
                  <a:srgbClr val="064F91"/>
                </a:solidFill>
                <a:latin typeface="Calibri"/>
                <a:ea typeface="Calibri"/>
                <a:cs typeface="Calibri"/>
              </a:rPr>
              <a:t>DC</a:t>
            </a:r>
          </a:p>
        </p:txBody>
      </p:sp>
      <p:sp>
        <p:nvSpPr>
          <p:cNvPr id="7" name="Tal">
            <a:extLst xmlns:a="http://schemas.openxmlformats.org/drawingml/2006/main">
              <a:ext uri="{FF2B5EF4-FFF2-40B4-BE49-F238E27FC236}">
                <a16:creationId xmlns:a16="http://schemas.microsoft.com/office/drawing/2014/main" id="{6507C6EB-CEB0-4129-B6BB-4EFFEF9A08BB}"/>
              </a:ext>
            </a:extLst>
          </p:cNvPr>
          <p:cNvSpPr>
            <a:spLocks xmlns:a="http://schemas.openxmlformats.org/drawingml/2006/main" noGrp="1"/>
          </p:cNvSpPr>
          <p:nvPr/>
        </p:nvSpPr>
        <p:spPr>
          <a:xfrm xmlns:a="http://schemas.openxmlformats.org/drawingml/2006/main">
            <a:off x="607219" y="3512344"/>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44" b="0">
                <a:solidFill>
                  <a:srgbClr val="111111"/>
                </a:solidFill>
                <a:latin typeface="Calibri"/>
                <a:ea typeface="Calibri"/>
                <a:cs typeface="Calibri"/>
              </a:defRPr>
            </a:pPr>
            <a:r>
              <a:rPr sz="1744" b="0">
                <a:solidFill>
                  <a:srgbClr val="111111"/>
                </a:solidFill>
                <a:latin typeface="Calibri"/>
                <a:ea typeface="Calibri"/>
                <a:cs typeface="Calibri"/>
              </a:rPr>
              <a:t>Tal</a:t>
            </a:r>
          </a:p>
        </p:txBody>
      </p:sp>
      <p:sp>
        <p:nvSpPr>
          <p:cNvPr id="8" name="Volt">
            <a:extLst xmlns:a="http://schemas.openxmlformats.org/drawingml/2006/main">
              <a:ext uri="{FF2B5EF4-FFF2-40B4-BE49-F238E27FC236}">
                <a16:creationId xmlns:a16="http://schemas.microsoft.com/office/drawing/2014/main" id="{39C2CD20-594F-49FB-96DC-9F0C5728E28A}"/>
              </a:ext>
            </a:extLst>
          </p:cNvPr>
          <p:cNvSpPr>
            <a:spLocks xmlns:a="http://schemas.openxmlformats.org/drawingml/2006/main" noGrp="1"/>
          </p:cNvSpPr>
          <p:nvPr/>
        </p:nvSpPr>
        <p:spPr>
          <a:xfrm xmlns:a="http://schemas.openxmlformats.org/drawingml/2006/main">
            <a:off x="4800600" y="3512344"/>
            <a:ext cx="107156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44" b="0">
                <a:solidFill>
                  <a:srgbClr val="111111"/>
                </a:solidFill>
                <a:latin typeface="Calibri"/>
                <a:ea typeface="Calibri"/>
                <a:cs typeface="Calibri"/>
              </a:defRPr>
            </a:pPr>
            <a:r>
              <a:rPr sz="1744" b="0">
                <a:solidFill>
                  <a:srgbClr val="111111"/>
                </a:solidFill>
                <a:latin typeface="Calibri"/>
                <a:ea typeface="Calibri"/>
                <a:cs typeface="Calibri"/>
              </a:rPr>
              <a:t>Volt</a:t>
            </a:r>
          </a:p>
        </p:txBody>
      </p:sp>
      <p:sp>
        <p:nvSpPr>
          <p:cNvPr id="9" name="Likspänning">
            <a:extLst xmlns:a="http://schemas.openxmlformats.org/drawingml/2006/main">
              <a:ext uri="{FF2B5EF4-FFF2-40B4-BE49-F238E27FC236}">
                <a16:creationId xmlns:a16="http://schemas.microsoft.com/office/drawing/2014/main" id="{F3209A2F-F4E6-4D29-B157-FC23DD51A26A}"/>
              </a:ext>
            </a:extLst>
          </p:cNvPr>
          <p:cNvSpPr>
            <a:spLocks xmlns:a="http://schemas.openxmlformats.org/drawingml/2006/main" noGrp="1"/>
          </p:cNvSpPr>
          <p:nvPr/>
        </p:nvSpPr>
        <p:spPr>
          <a:xfrm xmlns:a="http://schemas.openxmlformats.org/drawingml/2006/main">
            <a:off x="6536531" y="3512344"/>
            <a:ext cx="2107406"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44" b="0">
                <a:solidFill>
                  <a:srgbClr val="111111"/>
                </a:solidFill>
                <a:latin typeface="Calibri"/>
                <a:ea typeface="Calibri"/>
                <a:cs typeface="Calibri"/>
              </a:defRPr>
            </a:pPr>
            <a:r>
              <a:rPr sz="1744" b="0">
                <a:solidFill>
                  <a:srgbClr val="111111"/>
                </a:solidFill>
                <a:latin typeface="Calibri"/>
                <a:ea typeface="Calibri"/>
                <a:cs typeface="Calibri"/>
              </a:rPr>
              <a:t>Likspänning</a:t>
            </a:r>
          </a:p>
        </p:txBody>
      </p:sp>
      <p:sp>
        <p:nvSpPr>
          <p:cNvPr id="10" name="AC = växelspänning. Autorange = automatiskt mätområde.">
            <a:extLst xmlns:a="http://schemas.openxmlformats.org/drawingml/2006/main">
              <a:ext uri="{FF2B5EF4-FFF2-40B4-BE49-F238E27FC236}">
                <a16:creationId xmlns:a16="http://schemas.microsoft.com/office/drawing/2014/main" id="{A0150BD4-CED0-48C8-8EB4-5779B86A627E}"/>
              </a:ext>
            </a:extLst>
          </p:cNvPr>
          <p:cNvSpPr>
            <a:spLocks xmlns:a="http://schemas.openxmlformats.org/drawingml/2006/main" noGrp="1"/>
          </p:cNvSpPr>
          <p:nvPr/>
        </p:nvSpPr>
        <p:spPr>
          <a:xfrm xmlns:a="http://schemas.openxmlformats.org/drawingml/2006/main">
            <a:off x="607219" y="4405312"/>
            <a:ext cx="7965281" cy="5500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49" b="0">
                <a:solidFill>
                  <a:srgbClr val="111111"/>
                </a:solidFill>
                <a:latin typeface="Calibri"/>
                <a:ea typeface="Calibri"/>
                <a:cs typeface="Calibri"/>
              </a:defRPr>
            </a:pPr>
            <a:r>
              <a:rPr sz="1849" b="0">
                <a:solidFill>
                  <a:srgbClr val="111111"/>
                </a:solidFill>
                <a:latin typeface="Calibri"/>
                <a:ea typeface="Calibri"/>
                <a:cs typeface="Calibri"/>
              </a:rPr>
              <a:t>AC = växelspänning. Autorange = automatiskt mätområde.</a:t>
            </a:r>
          </a:p>
        </p:txBody>
      </p:sp>
      <p:sp>
        <p:nvSpPr>
          <p:cNvPr id="11" name="Du väljer fortfarande funktion och rätt uttag.">
            <a:extLst xmlns:a="http://schemas.openxmlformats.org/drawingml/2006/main">
              <a:ext uri="{FF2B5EF4-FFF2-40B4-BE49-F238E27FC236}">
                <a16:creationId xmlns:a16="http://schemas.microsoft.com/office/drawing/2014/main" id="{4BC5F30D-511D-4D92-82F0-C695282B6AD6}"/>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Du väljer fortfarande funktion och rätt uttag.</a:t>
            </a:r>
          </a:p>
        </p:txBody>
      </p:sp>
      <p:sp>
        <p:nvSpPr>
          <p:cNvPr id="9001" name="Tal enhet och mätläge">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Tal enhet och mätläge</a:t>
            </a:r>
          </a:p>
        </p:txBody>
      </p:sp>
      <p:sp>
        <p:nvSpPr>
          <p:cNvPr id="9002" name="8">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8</a:t>
            </a:r>
          </a:p>
        </p:txBody>
      </p:sp>
    </p:spTree>
    <p:extLst>
      <p:ext uri="{BB962C8B-B14F-4D97-AF65-F5344CB8AC3E}">
        <p14:creationId xmlns:p14="http://schemas.microsoft.com/office/powerpoint/2010/main" val="13709804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Vad ska mätas, mellan vilka punkter och ungefär hur myc">
            <a:extLst xmlns:a="http://schemas.openxmlformats.org/drawingml/2006/main">
              <a:ext uri="{FF2B5EF4-FFF2-40B4-BE49-F238E27FC236}">
                <a16:creationId xmlns:a16="http://schemas.microsoft.com/office/drawing/2014/main" id="{D9C5705F-98A1-46EF-AA68-46D07373FBA9}"/>
              </a:ext>
            </a:extLst>
          </p:cNvPr>
          <p:cNvSpPr>
            <a:spLocks xmlns:a="http://schemas.openxmlformats.org/drawingml/2006/main" noGrp="1"/>
          </p:cNvSpPr>
          <p:nvPr/>
        </p:nvSpPr>
        <p:spPr>
          <a:xfrm xmlns:a="http://schemas.openxmlformats.org/drawingml/2006/main">
            <a:off x="500062" y="1976438"/>
            <a:ext cx="8072438" cy="675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49" b="0">
                <a:solidFill>
                  <a:srgbClr val="111111"/>
                </a:solidFill>
                <a:latin typeface="Calibri"/>
                <a:ea typeface="Calibri"/>
                <a:cs typeface="Calibri"/>
              </a:defRPr>
            </a:pPr>
            <a:r>
              <a:rPr sz="1849" b="0">
                <a:solidFill>
                  <a:srgbClr val="111111"/>
                </a:solidFill>
                <a:latin typeface="Calibri"/>
                <a:ea typeface="Calibri"/>
                <a:cs typeface="Calibri"/>
              </a:rPr>
              <a:t>Vad ska mätas, mellan vilka punkter och ungefär hur mycket?</a:t>
            </a:r>
          </a:p>
        </p:txBody>
      </p:sp>
      <p:sp>
        <p:nvSpPr>
          <p:cNvPr id="5" name="Är mätare, sladdar och mätspetsar hela?">
            <a:extLst xmlns:a="http://schemas.openxmlformats.org/drawingml/2006/main">
              <a:ext uri="{FF2B5EF4-FFF2-40B4-BE49-F238E27FC236}">
                <a16:creationId xmlns:a16="http://schemas.microsoft.com/office/drawing/2014/main" id="{FD233CCB-5827-4313-ABBA-8B508FC6E2B0}"/>
              </a:ext>
            </a:extLst>
          </p:cNvPr>
          <p:cNvSpPr>
            <a:spLocks xmlns:a="http://schemas.openxmlformats.org/drawingml/2006/main" noGrp="1"/>
          </p:cNvSpPr>
          <p:nvPr/>
        </p:nvSpPr>
        <p:spPr>
          <a:xfrm xmlns:a="http://schemas.openxmlformats.org/drawingml/2006/main">
            <a:off x="500062" y="2690812"/>
            <a:ext cx="8072438" cy="675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49" b="0">
                <a:solidFill>
                  <a:srgbClr val="111111"/>
                </a:solidFill>
                <a:latin typeface="Calibri"/>
                <a:ea typeface="Calibri"/>
                <a:cs typeface="Calibri"/>
              </a:defRPr>
            </a:pPr>
            <a:r>
              <a:rPr sz="1849" b="0">
                <a:solidFill>
                  <a:srgbClr val="111111"/>
                </a:solidFill>
                <a:latin typeface="Calibri"/>
                <a:ea typeface="Calibri"/>
                <a:cs typeface="Calibri"/>
              </a:rPr>
              <a:t>Är mätare, sladdar och mätspetsar hela?</a:t>
            </a:r>
          </a:p>
        </p:txBody>
      </p:sp>
      <p:sp>
        <p:nvSpPr>
          <p:cNvPr id="6" name="Stämmer funktion, uttag och mätområde?">
            <a:extLst xmlns:a="http://schemas.openxmlformats.org/drawingml/2006/main">
              <a:ext uri="{FF2B5EF4-FFF2-40B4-BE49-F238E27FC236}">
                <a16:creationId xmlns:a16="http://schemas.microsoft.com/office/drawing/2014/main" id="{64DD59CD-7576-4892-B841-9EB12B7CDF92}"/>
              </a:ext>
            </a:extLst>
          </p:cNvPr>
          <p:cNvSpPr>
            <a:spLocks xmlns:a="http://schemas.openxmlformats.org/drawingml/2006/main" noGrp="1"/>
          </p:cNvSpPr>
          <p:nvPr/>
        </p:nvSpPr>
        <p:spPr>
          <a:xfrm xmlns:a="http://schemas.openxmlformats.org/drawingml/2006/main">
            <a:off x="500062" y="3405188"/>
            <a:ext cx="8072438" cy="675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49" b="0">
                <a:solidFill>
                  <a:srgbClr val="111111"/>
                </a:solidFill>
                <a:latin typeface="Calibri"/>
                <a:ea typeface="Calibri"/>
                <a:cs typeface="Calibri"/>
              </a:defRPr>
            </a:pPr>
            <a:r>
              <a:rPr sz="1849" b="0">
                <a:solidFill>
                  <a:srgbClr val="111111"/>
                </a:solidFill>
                <a:latin typeface="Calibri"/>
                <a:ea typeface="Calibri"/>
                <a:cs typeface="Calibri"/>
              </a:rPr>
              <a:t>Stämmer funktion, uttag och mätområde?</a:t>
            </a:r>
          </a:p>
        </p:txBody>
      </p:sp>
      <p:sp>
        <p:nvSpPr>
          <p:cNvPr id="7" name="Är kopplingen kontrollerad innan matningen slås på?">
            <a:extLst xmlns:a="http://schemas.openxmlformats.org/drawingml/2006/main">
              <a:ext uri="{FF2B5EF4-FFF2-40B4-BE49-F238E27FC236}">
                <a16:creationId xmlns:a16="http://schemas.microsoft.com/office/drawing/2014/main" id="{A04BAE91-AA53-40D5-9697-A431FAED771E}"/>
              </a:ext>
            </a:extLst>
          </p:cNvPr>
          <p:cNvSpPr>
            <a:spLocks xmlns:a="http://schemas.openxmlformats.org/drawingml/2006/main" noGrp="1"/>
          </p:cNvSpPr>
          <p:nvPr/>
        </p:nvSpPr>
        <p:spPr>
          <a:xfrm xmlns:a="http://schemas.openxmlformats.org/drawingml/2006/main">
            <a:off x="500062" y="4119562"/>
            <a:ext cx="8072438" cy="675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49" b="0">
                <a:solidFill>
                  <a:srgbClr val="111111"/>
                </a:solidFill>
                <a:latin typeface="Calibri"/>
                <a:ea typeface="Calibri"/>
                <a:cs typeface="Calibri"/>
              </a:defRPr>
            </a:pPr>
            <a:r>
              <a:rPr sz="1849" b="0">
                <a:solidFill>
                  <a:srgbClr val="111111"/>
                </a:solidFill>
                <a:latin typeface="Calibri"/>
                <a:ea typeface="Calibri"/>
                <a:cs typeface="Calibri"/>
              </a:rPr>
              <a:t>Är kopplingen kontrollerad innan matningen slås på?</a:t>
            </a:r>
          </a:p>
        </p:txBody>
      </p:sp>
      <p:sp>
        <p:nvSpPr>
          <p:cNvPr id="8" name="I riggen sker omkoppling med matningen frånkopplad.">
            <a:extLst xmlns:a="http://schemas.openxmlformats.org/drawingml/2006/main">
              <a:ext uri="{FF2B5EF4-FFF2-40B4-BE49-F238E27FC236}">
                <a16:creationId xmlns:a16="http://schemas.microsoft.com/office/drawing/2014/main" id="{2BE8F0B1-24EA-43A9-A22E-BEA537188A5B}"/>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064F91"/>
                </a:solidFill>
                <a:latin typeface="Calibri"/>
                <a:ea typeface="Calibri"/>
                <a:cs typeface="Calibri"/>
              </a:defRPr>
            </a:pPr>
            <a:r>
              <a:rPr sz="1785" b="1">
                <a:solidFill>
                  <a:srgbClr val="064F91"/>
                </a:solidFill>
                <a:latin typeface="Calibri"/>
                <a:ea typeface="Calibri"/>
                <a:cs typeface="Calibri"/>
              </a:rPr>
              <a:t>I riggen sker omkoppling med matningen frånkopplad.</a:t>
            </a:r>
          </a:p>
        </p:txBody>
      </p:sp>
      <p:sp>
        <p:nvSpPr>
          <p:cNvPr id="9001" name="Förkontroll före varje mätning">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Förkontroll före varje mätning</a:t>
            </a:r>
          </a:p>
        </p:txBody>
      </p:sp>
      <p:sp>
        <p:nvSpPr>
          <p:cNvPr id="9002" name="9">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9</a:t>
            </a:r>
          </a:p>
        </p:txBody>
      </p:sp>
    </p:spTree>
    <p:extLst>
      <p:ext uri="{BB962C8B-B14F-4D97-AF65-F5344CB8AC3E}">
        <p14:creationId xmlns:p14="http://schemas.microsoft.com/office/powerpoint/2010/main" val="48089027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Ledning">
            <a:extLst xmlns:a="http://schemas.openxmlformats.org/drawingml/2006/main">
              <a:ext uri="{FF2B5EF4-FFF2-40B4-BE49-F238E27FC236}">
                <a16:creationId xmlns:a16="http://schemas.microsoft.com/office/drawing/2014/main" id="{2831528D-C25A-47C5-8396-421D3D173016}"/>
              </a:ext>
            </a:extLst>
          </p:cNvPr>
          <p:cNvSpPr>
            <a:spLocks xmlns:a="http://schemas.openxmlformats.org/drawingml/2006/main" noGrp="1"/>
          </p:cNvSpPr>
          <p:nvPr/>
        </p:nvSpPr>
        <p:spPr>
          <a:xfrm xmlns:a="http://schemas.openxmlformats.org/drawingml/2006/main">
            <a:off x="892969" y="2547938"/>
            <a:ext cx="715" cy="878681"/>
          </a:xfrm>
          <a:custGeom xmlns:a="http://schemas.openxmlformats.org/drawingml/2006/main">
            <a:pathLst>
              <a:path w="953" h="1171575">
                <a:moveTo>
                  <a:pt x="0" y="1171575"/>
                </a:moveTo>
                <a:lnTo>
                  <a:pt x="0" y="0"/>
                </a:lnTo>
              </a:path>
            </a:pathLst>
          </a:custGeom>
          <a:noFill xmlns:a="http://schemas.openxmlformats.org/drawingml/2006/main"/>
          <a:ln xmlns:a="http://schemas.openxmlformats.org/drawingml/2006/main" w="28575">
            <a:solidFill>
              <a:srgbClr val="111111"/>
            </a:solidFill>
          </a:ln>
        </p:spPr>
      </p:sp>
      <p:sp>
        <p:nvSpPr>
          <p:cNvPr id="5" name="Ledning">
            <a:extLst xmlns:a="http://schemas.openxmlformats.org/drawingml/2006/main">
              <a:ext uri="{FF2B5EF4-FFF2-40B4-BE49-F238E27FC236}">
                <a16:creationId xmlns:a16="http://schemas.microsoft.com/office/drawing/2014/main" id="{32A5DB56-8304-4FF4-86AC-F07744A469F9}"/>
              </a:ext>
            </a:extLst>
          </p:cNvPr>
          <p:cNvSpPr>
            <a:spLocks xmlns:a="http://schemas.openxmlformats.org/drawingml/2006/main" noGrp="1"/>
          </p:cNvSpPr>
          <p:nvPr/>
        </p:nvSpPr>
        <p:spPr>
          <a:xfrm xmlns:a="http://schemas.openxmlformats.org/drawingml/2006/main">
            <a:off x="892969" y="2547938"/>
            <a:ext cx="785812" cy="715"/>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28575">
            <a:solidFill>
              <a:srgbClr val="111111"/>
            </a:solidFill>
          </a:ln>
        </p:spPr>
      </p:sp>
      <p:sp>
        <p:nvSpPr>
          <p:cNvPr id="6" name="">
            <a:extLst xmlns:a="http://schemas.openxmlformats.org/drawingml/2006/main">
              <a:ext uri="{FF2B5EF4-FFF2-40B4-BE49-F238E27FC236}">
                <a16:creationId xmlns:a16="http://schemas.microsoft.com/office/drawing/2014/main" id="{73F3DCA8-A1BA-4E03-903C-665476E44F53}"/>
              </a:ext>
            </a:extLst>
          </p:cNvPr>
          <p:cNvSpPr>
            <a:spLocks xmlns:a="http://schemas.openxmlformats.org/drawingml/2006/main" noGrp="1"/>
          </p:cNvSpPr>
          <p:nvPr/>
        </p:nvSpPr>
        <p:spPr>
          <a:xfrm xmlns:a="http://schemas.openxmlformats.org/drawingml/2006/main">
            <a:off x="1678781" y="2462212"/>
            <a:ext cx="571500" cy="171450"/>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7" name="Ledning">
            <a:extLst xmlns:a="http://schemas.openxmlformats.org/drawingml/2006/main">
              <a:ext uri="{FF2B5EF4-FFF2-40B4-BE49-F238E27FC236}">
                <a16:creationId xmlns:a16="http://schemas.microsoft.com/office/drawing/2014/main" id="{474CC23A-AB60-462D-AA10-C212FD1B6A38}"/>
              </a:ext>
            </a:extLst>
          </p:cNvPr>
          <p:cNvSpPr>
            <a:spLocks xmlns:a="http://schemas.openxmlformats.org/drawingml/2006/main" noGrp="1"/>
          </p:cNvSpPr>
          <p:nvPr/>
        </p:nvSpPr>
        <p:spPr>
          <a:xfrm xmlns:a="http://schemas.openxmlformats.org/drawingml/2006/main">
            <a:off x="1678781" y="2547938"/>
            <a:ext cx="571500" cy="715"/>
          </a:xfrm>
          <a:custGeom xmlns:a="http://schemas.openxmlformats.org/drawingml/2006/main">
            <a:pathLst>
              <a:path w="762000" h="953">
                <a:moveTo>
                  <a:pt x="0" y="0"/>
                </a:moveTo>
                <a:lnTo>
                  <a:pt x="762000" y="0"/>
                </a:lnTo>
              </a:path>
            </a:pathLst>
          </a:custGeom>
          <a:noFill xmlns:a="http://schemas.openxmlformats.org/drawingml/2006/main"/>
          <a:ln xmlns:a="http://schemas.openxmlformats.org/drawingml/2006/main" w="14288">
            <a:solidFill>
              <a:srgbClr val="111111"/>
            </a:solidFill>
          </a:ln>
        </p:spPr>
      </p:sp>
      <p:sp>
        <p:nvSpPr>
          <p:cNvPr id="8" name="F1">
            <a:extLst xmlns:a="http://schemas.openxmlformats.org/drawingml/2006/main">
              <a:ext uri="{FF2B5EF4-FFF2-40B4-BE49-F238E27FC236}">
                <a16:creationId xmlns:a16="http://schemas.microsoft.com/office/drawing/2014/main" id="{86F043BE-105F-4A94-91C1-3FCB59B703EA}"/>
              </a:ext>
            </a:extLst>
          </p:cNvPr>
          <p:cNvSpPr>
            <a:spLocks xmlns:a="http://schemas.openxmlformats.org/drawingml/2006/main" noGrp="1"/>
          </p:cNvSpPr>
          <p:nvPr/>
        </p:nvSpPr>
        <p:spPr>
          <a:xfrm xmlns:a="http://schemas.openxmlformats.org/drawingml/2006/main">
            <a:off x="1778794"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F1</a:t>
            </a:r>
          </a:p>
        </p:txBody>
      </p:sp>
      <p:sp>
        <p:nvSpPr>
          <p:cNvPr id="9" name="Ledning">
            <a:extLst xmlns:a="http://schemas.openxmlformats.org/drawingml/2006/main">
              <a:ext uri="{FF2B5EF4-FFF2-40B4-BE49-F238E27FC236}">
                <a16:creationId xmlns:a16="http://schemas.microsoft.com/office/drawing/2014/main" id="{B5651EB9-D17E-4587-9860-C0F3276F95FA}"/>
              </a:ext>
            </a:extLst>
          </p:cNvPr>
          <p:cNvSpPr>
            <a:spLocks xmlns:a="http://schemas.openxmlformats.org/drawingml/2006/main" noGrp="1"/>
          </p:cNvSpPr>
          <p:nvPr/>
        </p:nvSpPr>
        <p:spPr>
          <a:xfrm xmlns:a="http://schemas.openxmlformats.org/drawingml/2006/main">
            <a:off x="2250281" y="2547938"/>
            <a:ext cx="392906" cy="715"/>
          </a:xfrm>
          <a:custGeom xmlns:a="http://schemas.openxmlformats.org/drawingml/2006/main">
            <a:pathLst>
              <a:path w="523875" h="953">
                <a:moveTo>
                  <a:pt x="0" y="0"/>
                </a:moveTo>
                <a:lnTo>
                  <a:pt x="523875" y="0"/>
                </a:lnTo>
              </a:path>
            </a:pathLst>
          </a:custGeom>
          <a:noFill xmlns:a="http://schemas.openxmlformats.org/drawingml/2006/main"/>
          <a:ln xmlns:a="http://schemas.openxmlformats.org/drawingml/2006/main" w="28575">
            <a:solidFill>
              <a:srgbClr val="111111"/>
            </a:solidFill>
          </a:ln>
        </p:spPr>
      </p:sp>
      <p:sp>
        <p:nvSpPr>
          <p:cNvPr id="10" name="">
            <a:extLst xmlns:a="http://schemas.openxmlformats.org/drawingml/2006/main">
              <a:ext uri="{FF2B5EF4-FFF2-40B4-BE49-F238E27FC236}">
                <a16:creationId xmlns:a16="http://schemas.microsoft.com/office/drawing/2014/main" id="{31DF0F39-29C7-4AA6-A5F8-F315D7D2B090}"/>
              </a:ext>
            </a:extLst>
          </p:cNvPr>
          <p:cNvSpPr>
            <a:spLocks xmlns:a="http://schemas.openxmlformats.org/drawingml/2006/main" noGrp="1"/>
          </p:cNvSpPr>
          <p:nvPr/>
        </p:nvSpPr>
        <p:spPr>
          <a:xfrm xmlns:a="http://schemas.openxmlformats.org/drawingml/2006/main">
            <a:off x="26074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1" name="">
            <a:extLst xmlns:a="http://schemas.openxmlformats.org/drawingml/2006/main">
              <a:ext uri="{FF2B5EF4-FFF2-40B4-BE49-F238E27FC236}">
                <a16:creationId xmlns:a16="http://schemas.microsoft.com/office/drawing/2014/main" id="{67B6FB88-9E5D-448A-A8BC-58642C6F8CB5}"/>
              </a:ext>
            </a:extLst>
          </p:cNvPr>
          <p:cNvSpPr>
            <a:spLocks xmlns:a="http://schemas.openxmlformats.org/drawingml/2006/main" noGrp="1"/>
          </p:cNvSpPr>
          <p:nvPr/>
        </p:nvSpPr>
        <p:spPr>
          <a:xfrm xmlns:a="http://schemas.openxmlformats.org/drawingml/2006/main">
            <a:off x="29503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Ledning">
            <a:extLst xmlns:a="http://schemas.openxmlformats.org/drawingml/2006/main">
              <a:ext uri="{FF2B5EF4-FFF2-40B4-BE49-F238E27FC236}">
                <a16:creationId xmlns:a16="http://schemas.microsoft.com/office/drawing/2014/main" id="{1629E2A7-54D0-42DB-AADF-F1211508AF10}"/>
              </a:ext>
            </a:extLst>
          </p:cNvPr>
          <p:cNvSpPr>
            <a:spLocks xmlns:a="http://schemas.openxmlformats.org/drawingml/2006/main" noGrp="1"/>
          </p:cNvSpPr>
          <p:nvPr/>
        </p:nvSpPr>
        <p:spPr>
          <a:xfrm xmlns:a="http://schemas.openxmlformats.org/drawingml/2006/main">
            <a:off x="2643188" y="2547938"/>
            <a:ext cx="342900" cy="715"/>
          </a:xfrm>
          <a:custGeom xmlns:a="http://schemas.openxmlformats.org/drawingml/2006/main">
            <a:pathLst>
              <a:path w="457200" h="953">
                <a:moveTo>
                  <a:pt x="0" y="0"/>
                </a:moveTo>
                <a:lnTo>
                  <a:pt x="457200" y="0"/>
                </a:lnTo>
              </a:path>
            </a:pathLst>
          </a:custGeom>
          <a:noFill xmlns:a="http://schemas.openxmlformats.org/drawingml/2006/main"/>
          <a:ln xmlns:a="http://schemas.openxmlformats.org/drawingml/2006/main" w="28575">
            <a:solidFill>
              <a:srgbClr val="111111"/>
            </a:solidFill>
          </a:ln>
        </p:spPr>
      </p:sp>
      <p:sp>
        <p:nvSpPr>
          <p:cNvPr id="13" name="S1">
            <a:extLst xmlns:a="http://schemas.openxmlformats.org/drawingml/2006/main">
              <a:ext uri="{FF2B5EF4-FFF2-40B4-BE49-F238E27FC236}">
                <a16:creationId xmlns:a16="http://schemas.microsoft.com/office/drawing/2014/main" id="{06B41D71-32E5-4B1A-BBB3-D41C148D2DFA}"/>
              </a:ext>
            </a:extLst>
          </p:cNvPr>
          <p:cNvSpPr>
            <a:spLocks xmlns:a="http://schemas.openxmlformats.org/drawingml/2006/main" noGrp="1"/>
          </p:cNvSpPr>
          <p:nvPr/>
        </p:nvSpPr>
        <p:spPr>
          <a:xfrm xmlns:a="http://schemas.openxmlformats.org/drawingml/2006/main">
            <a:off x="2628900"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S1</a:t>
            </a:r>
          </a:p>
        </p:txBody>
      </p:sp>
      <p:sp>
        <p:nvSpPr>
          <p:cNvPr id="14" name="Ledning">
            <a:extLst xmlns:a="http://schemas.openxmlformats.org/drawingml/2006/main">
              <a:ext uri="{FF2B5EF4-FFF2-40B4-BE49-F238E27FC236}">
                <a16:creationId xmlns:a16="http://schemas.microsoft.com/office/drawing/2014/main" id="{76A278C9-B200-4609-B64D-5C2693926FAE}"/>
              </a:ext>
            </a:extLst>
          </p:cNvPr>
          <p:cNvSpPr>
            <a:spLocks xmlns:a="http://schemas.openxmlformats.org/drawingml/2006/main" noGrp="1"/>
          </p:cNvSpPr>
          <p:nvPr/>
        </p:nvSpPr>
        <p:spPr>
          <a:xfrm xmlns:a="http://schemas.openxmlformats.org/drawingml/2006/main">
            <a:off x="2986088" y="2547938"/>
            <a:ext cx="264319" cy="715"/>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28575">
            <a:solidFill>
              <a:srgbClr val="111111"/>
            </a:solidFill>
          </a:ln>
        </p:spPr>
      </p:sp>
      <p:sp>
        <p:nvSpPr>
          <p:cNvPr id="15" name="Ledning">
            <a:extLst xmlns:a="http://schemas.openxmlformats.org/drawingml/2006/main">
              <a:ext uri="{FF2B5EF4-FFF2-40B4-BE49-F238E27FC236}">
                <a16:creationId xmlns:a16="http://schemas.microsoft.com/office/drawing/2014/main" id="{C195D827-8ABD-4F35-8C93-F747F6F5983E}"/>
              </a:ext>
            </a:extLst>
          </p:cNvPr>
          <p:cNvSpPr>
            <a:spLocks xmlns:a="http://schemas.openxmlformats.org/drawingml/2006/main" noGrp="1"/>
          </p:cNvSpPr>
          <p:nvPr/>
        </p:nvSpPr>
        <p:spPr>
          <a:xfrm xmlns:a="http://schemas.openxmlformats.org/drawingml/2006/main">
            <a:off x="3250406"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6" name="Ledning">
            <a:extLst xmlns:a="http://schemas.openxmlformats.org/drawingml/2006/main">
              <a:ext uri="{FF2B5EF4-FFF2-40B4-BE49-F238E27FC236}">
                <a16:creationId xmlns:a16="http://schemas.microsoft.com/office/drawing/2014/main" id="{CB330615-B5C1-4B26-A291-1745CBC160B4}"/>
              </a:ext>
            </a:extLst>
          </p:cNvPr>
          <p:cNvSpPr>
            <a:spLocks xmlns:a="http://schemas.openxmlformats.org/drawingml/2006/main" noGrp="1"/>
          </p:cNvSpPr>
          <p:nvPr/>
        </p:nvSpPr>
        <p:spPr>
          <a:xfrm xmlns:a="http://schemas.openxmlformats.org/drawingml/2006/main">
            <a:off x="3893344"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7" name="Ledning">
            <a:extLst xmlns:a="http://schemas.openxmlformats.org/drawingml/2006/main">
              <a:ext uri="{FF2B5EF4-FFF2-40B4-BE49-F238E27FC236}">
                <a16:creationId xmlns:a16="http://schemas.microsoft.com/office/drawing/2014/main" id="{EE299065-521E-4EC7-8C87-A18344F0D921}"/>
              </a:ext>
            </a:extLst>
          </p:cNvPr>
          <p:cNvSpPr>
            <a:spLocks xmlns:a="http://schemas.openxmlformats.org/drawingml/2006/main" noGrp="1"/>
          </p:cNvSpPr>
          <p:nvPr/>
        </p:nvSpPr>
        <p:spPr>
          <a:xfrm xmlns:a="http://schemas.openxmlformats.org/drawingml/2006/main">
            <a:off x="4536281" y="2547938"/>
            <a:ext cx="715" cy="892969"/>
          </a:xfrm>
          <a:custGeom xmlns:a="http://schemas.openxmlformats.org/drawingml/2006/main">
            <a:pathLst>
              <a:path w="953" h="1190625">
                <a:moveTo>
                  <a:pt x="0" y="0"/>
                </a:moveTo>
                <a:lnTo>
                  <a:pt x="0" y="1190625"/>
                </a:lnTo>
              </a:path>
            </a:pathLst>
          </a:custGeom>
          <a:noFill xmlns:a="http://schemas.openxmlformats.org/drawingml/2006/main"/>
          <a:ln xmlns:a="http://schemas.openxmlformats.org/drawingml/2006/main" w="28575">
            <a:solidFill>
              <a:srgbClr val="111111"/>
            </a:solidFill>
          </a:ln>
        </p:spPr>
      </p:sp>
      <p:sp>
        <p:nvSpPr>
          <p:cNvPr id="18" name="">
            <a:extLst xmlns:a="http://schemas.openxmlformats.org/drawingml/2006/main">
              <a:ext uri="{FF2B5EF4-FFF2-40B4-BE49-F238E27FC236}">
                <a16:creationId xmlns:a16="http://schemas.microsoft.com/office/drawing/2014/main" id="{F1CF9489-0E83-42B1-8D39-A2F1BA7F2024}"/>
              </a:ext>
            </a:extLst>
          </p:cNvPr>
          <p:cNvSpPr>
            <a:spLocks xmlns:a="http://schemas.openxmlformats.org/drawingml/2006/main" noGrp="1"/>
          </p:cNvSpPr>
          <p:nvPr/>
        </p:nvSpPr>
        <p:spPr>
          <a:xfrm xmlns:a="http://schemas.openxmlformats.org/drawingml/2006/main">
            <a:off x="4321969" y="3440906"/>
            <a:ext cx="428625" cy="428625"/>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19" name="Ledning">
            <a:extLst xmlns:a="http://schemas.openxmlformats.org/drawingml/2006/main">
              <a:ext uri="{FF2B5EF4-FFF2-40B4-BE49-F238E27FC236}">
                <a16:creationId xmlns:a16="http://schemas.microsoft.com/office/drawing/2014/main" id="{5F4E26A4-E2CE-4E00-9092-5F7F96C90055}"/>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0" y="0"/>
                </a:moveTo>
                <a:lnTo>
                  <a:pt x="388620" y="388620"/>
                </a:lnTo>
              </a:path>
            </a:pathLst>
          </a:custGeom>
          <a:noFill xmlns:a="http://schemas.openxmlformats.org/drawingml/2006/main"/>
          <a:ln xmlns:a="http://schemas.openxmlformats.org/drawingml/2006/main" w="28575">
            <a:solidFill>
              <a:srgbClr val="111111"/>
            </a:solidFill>
          </a:ln>
        </p:spPr>
      </p:sp>
      <p:sp>
        <p:nvSpPr>
          <p:cNvPr id="20" name="Ledning">
            <a:extLst xmlns:a="http://schemas.openxmlformats.org/drawingml/2006/main">
              <a:ext uri="{FF2B5EF4-FFF2-40B4-BE49-F238E27FC236}">
                <a16:creationId xmlns:a16="http://schemas.microsoft.com/office/drawing/2014/main" id="{DCA098AF-2A2C-4545-A1DD-956D6013B39B}"/>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388620" y="0"/>
                </a:moveTo>
                <a:lnTo>
                  <a:pt x="0" y="388620"/>
                </a:lnTo>
              </a:path>
            </a:pathLst>
          </a:custGeom>
          <a:noFill xmlns:a="http://schemas.openxmlformats.org/drawingml/2006/main"/>
          <a:ln xmlns:a="http://schemas.openxmlformats.org/drawingml/2006/main" w="28575">
            <a:solidFill>
              <a:srgbClr val="111111"/>
            </a:solidFill>
          </a:ln>
        </p:spPr>
      </p:sp>
      <p:sp>
        <p:nvSpPr>
          <p:cNvPr id="21" name="Ledning">
            <a:extLst xmlns:a="http://schemas.openxmlformats.org/drawingml/2006/main">
              <a:ext uri="{FF2B5EF4-FFF2-40B4-BE49-F238E27FC236}">
                <a16:creationId xmlns:a16="http://schemas.microsoft.com/office/drawing/2014/main" id="{55DA19B0-C4C6-4ECC-AECB-896224B7B1CD}"/>
              </a:ext>
            </a:extLst>
          </p:cNvPr>
          <p:cNvSpPr>
            <a:spLocks xmlns:a="http://schemas.openxmlformats.org/drawingml/2006/main" noGrp="1"/>
          </p:cNvSpPr>
          <p:nvPr/>
        </p:nvSpPr>
        <p:spPr>
          <a:xfrm xmlns:a="http://schemas.openxmlformats.org/drawingml/2006/main">
            <a:off x="4536281" y="3869531"/>
            <a:ext cx="715" cy="785812"/>
          </a:xfrm>
          <a:custGeom xmlns:a="http://schemas.openxmlformats.org/drawingml/2006/main">
            <a:pathLst>
              <a:path w="953" h="1047750">
                <a:moveTo>
                  <a:pt x="0" y="0"/>
                </a:moveTo>
                <a:lnTo>
                  <a:pt x="0" y="1047750"/>
                </a:lnTo>
              </a:path>
            </a:pathLst>
          </a:custGeom>
          <a:noFill xmlns:a="http://schemas.openxmlformats.org/drawingml/2006/main"/>
          <a:ln xmlns:a="http://schemas.openxmlformats.org/drawingml/2006/main" w="28575">
            <a:solidFill>
              <a:srgbClr val="111111"/>
            </a:solidFill>
          </a:ln>
        </p:spPr>
      </p:sp>
      <p:sp>
        <p:nvSpPr>
          <p:cNvPr id="22" name="Ledning">
            <a:extLst xmlns:a="http://schemas.openxmlformats.org/drawingml/2006/main">
              <a:ext uri="{FF2B5EF4-FFF2-40B4-BE49-F238E27FC236}">
                <a16:creationId xmlns:a16="http://schemas.microsoft.com/office/drawing/2014/main" id="{B3A36AF0-B87C-4CF5-8A0F-4100AAAA1A71}"/>
              </a:ext>
            </a:extLst>
          </p:cNvPr>
          <p:cNvSpPr>
            <a:spLocks xmlns:a="http://schemas.openxmlformats.org/drawingml/2006/main" noGrp="1"/>
          </p:cNvSpPr>
          <p:nvPr/>
        </p:nvSpPr>
        <p:spPr>
          <a:xfrm xmlns:a="http://schemas.openxmlformats.org/drawingml/2006/main">
            <a:off x="892969" y="4655344"/>
            <a:ext cx="3643312" cy="715"/>
          </a:xfrm>
          <a:custGeom xmlns:a="http://schemas.openxmlformats.org/drawingml/2006/main">
            <a:pathLst>
              <a:path w="4857750" h="953">
                <a:moveTo>
                  <a:pt x="4857750" y="0"/>
                </a:moveTo>
                <a:lnTo>
                  <a:pt x="0" y="0"/>
                </a:lnTo>
              </a:path>
            </a:pathLst>
          </a:custGeom>
          <a:noFill xmlns:a="http://schemas.openxmlformats.org/drawingml/2006/main"/>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0CCB6F21-6C7C-445A-9808-1D7006723939}"/>
              </a:ext>
            </a:extLst>
          </p:cNvPr>
          <p:cNvSpPr>
            <a:spLocks xmlns:a="http://schemas.openxmlformats.org/drawingml/2006/main" noGrp="1"/>
          </p:cNvSpPr>
          <p:nvPr/>
        </p:nvSpPr>
        <p:spPr>
          <a:xfrm xmlns:a="http://schemas.openxmlformats.org/drawingml/2006/main">
            <a:off x="892969" y="3912394"/>
            <a:ext cx="715" cy="742950"/>
          </a:xfrm>
          <a:custGeom xmlns:a="http://schemas.openxmlformats.org/drawingml/2006/main">
            <a:pathLst>
              <a:path w="953" h="990600">
                <a:moveTo>
                  <a:pt x="0" y="990600"/>
                </a:moveTo>
                <a:lnTo>
                  <a:pt x="0" y="0"/>
                </a:lnTo>
              </a:path>
            </a:pathLst>
          </a:custGeom>
          <a:noFill xmlns:a="http://schemas.openxmlformats.org/drawingml/2006/main"/>
          <a:ln xmlns:a="http://schemas.openxmlformats.org/drawingml/2006/main" w="28575">
            <a:solidFill>
              <a:srgbClr val="111111"/>
            </a:solidFill>
          </a:ln>
        </p:spPr>
      </p:sp>
      <p:sp>
        <p:nvSpPr>
          <p:cNvPr id="24" name="">
            <a:extLst xmlns:a="http://schemas.openxmlformats.org/drawingml/2006/main">
              <a:ext uri="{FF2B5EF4-FFF2-40B4-BE49-F238E27FC236}">
                <a16:creationId xmlns:a16="http://schemas.microsoft.com/office/drawing/2014/main" id="{FEBBB879-2BA2-438B-9115-D38D1E824EE4}"/>
              </a:ext>
            </a:extLst>
          </p:cNvPr>
          <p:cNvSpPr>
            <a:spLocks xmlns:a="http://schemas.openxmlformats.org/drawingml/2006/main" noGrp="1"/>
          </p:cNvSpPr>
          <p:nvPr/>
        </p:nvSpPr>
        <p:spPr>
          <a:xfrm xmlns:a="http://schemas.openxmlformats.org/drawingml/2006/main">
            <a:off x="650081" y="3426619"/>
            <a:ext cx="485775" cy="485775"/>
          </a:xfrm>
          <a:prstGeom xmlns:a="http://schemas.openxmlformats.org/drawingml/2006/main" prst="ellipse">
            <a:avLst/>
          </a:prstGeom>
          <a:solidFill xmlns:a="http://schemas.openxmlformats.org/drawingml/2006/main">
            <a:srgbClr val="FFFFFF"/>
          </a:solidFill>
          <a:ln xmlns:a="http://schemas.openxmlformats.org/drawingml/2006/main" w="28575">
            <a:solidFill>
              <a:srgbClr val="505864"/>
            </a:solidFill>
          </a:ln>
        </p:spPr>
      </p:sp>
      <p:sp>
        <p:nvSpPr>
          <p:cNvPr id="25" name="+">
            <a:extLst xmlns:a="http://schemas.openxmlformats.org/drawingml/2006/main">
              <a:ext uri="{FF2B5EF4-FFF2-40B4-BE49-F238E27FC236}">
                <a16:creationId xmlns:a16="http://schemas.microsoft.com/office/drawing/2014/main" id="{2559B810-C4BA-402B-9D1E-56003C9966F9}"/>
              </a:ext>
            </a:extLst>
          </p:cNvPr>
          <p:cNvSpPr>
            <a:spLocks xmlns:a="http://schemas.openxmlformats.org/drawingml/2006/main" noGrp="1"/>
          </p:cNvSpPr>
          <p:nvPr/>
        </p:nvSpPr>
        <p:spPr>
          <a:xfrm xmlns:a="http://schemas.openxmlformats.org/drawingml/2006/main">
            <a:off x="800100" y="3448050"/>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6" name="−">
            <a:extLst xmlns:a="http://schemas.openxmlformats.org/drawingml/2006/main">
              <a:ext uri="{FF2B5EF4-FFF2-40B4-BE49-F238E27FC236}">
                <a16:creationId xmlns:a16="http://schemas.microsoft.com/office/drawing/2014/main" id="{BA230E87-6EA0-4703-9217-243B819CD78D}"/>
              </a:ext>
            </a:extLst>
          </p:cNvPr>
          <p:cNvSpPr>
            <a:spLocks xmlns:a="http://schemas.openxmlformats.org/drawingml/2006/main" noGrp="1"/>
          </p:cNvSpPr>
          <p:nvPr/>
        </p:nvSpPr>
        <p:spPr>
          <a:xfrm xmlns:a="http://schemas.openxmlformats.org/drawingml/2006/main">
            <a:off x="800100" y="3683794"/>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7" name="12 V-källa&#10;AV">
            <a:extLst xmlns:a="http://schemas.openxmlformats.org/drawingml/2006/main">
              <a:ext uri="{FF2B5EF4-FFF2-40B4-BE49-F238E27FC236}">
                <a16:creationId xmlns:a16="http://schemas.microsoft.com/office/drawing/2014/main" id="{9960B5F2-0EFA-4D9B-BA7A-96AE4D85E84B}"/>
              </a:ext>
            </a:extLst>
          </p:cNvPr>
          <p:cNvSpPr>
            <a:spLocks xmlns:a="http://schemas.openxmlformats.org/drawingml/2006/main" noGrp="1"/>
          </p:cNvSpPr>
          <p:nvPr/>
        </p:nvSpPr>
        <p:spPr>
          <a:xfrm xmlns:a="http://schemas.openxmlformats.org/drawingml/2006/main">
            <a:off x="1293019" y="3469481"/>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12 V-källa</a:t>
            </a:r>
          </a:p>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AV</a:t>
            </a:r>
          </a:p>
        </p:txBody>
      </p:sp>
      <p:sp>
        <p:nvSpPr>
          <p:cNvPr id="28" name="H1">
            <a:extLst xmlns:a="http://schemas.openxmlformats.org/drawingml/2006/main">
              <a:ext uri="{FF2B5EF4-FFF2-40B4-BE49-F238E27FC236}">
                <a16:creationId xmlns:a16="http://schemas.microsoft.com/office/drawing/2014/main" id="{1904098F-D8F9-4B7A-9031-7C7B3CC5468E}"/>
              </a:ext>
            </a:extLst>
          </p:cNvPr>
          <p:cNvSpPr>
            <a:spLocks xmlns:a="http://schemas.openxmlformats.org/drawingml/2006/main" noGrp="1"/>
          </p:cNvSpPr>
          <p:nvPr/>
        </p:nvSpPr>
        <p:spPr>
          <a:xfrm xmlns:a="http://schemas.openxmlformats.org/drawingml/2006/main">
            <a:off x="4822031" y="3548062"/>
            <a:ext cx="500062"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H1</a:t>
            </a:r>
          </a:p>
        </p:txBody>
      </p:sp>
      <p:sp>
        <p:nvSpPr>
          <p:cNvPr id="29" name="">
            <a:extLst xmlns:a="http://schemas.openxmlformats.org/drawingml/2006/main">
              <a:ext uri="{FF2B5EF4-FFF2-40B4-BE49-F238E27FC236}">
                <a16:creationId xmlns:a16="http://schemas.microsoft.com/office/drawing/2014/main" id="{F2BB5FDF-DE4B-4C7C-B28A-C15FF22466B7}"/>
              </a:ext>
            </a:extLst>
          </p:cNvPr>
          <p:cNvSpPr>
            <a:spLocks xmlns:a="http://schemas.openxmlformats.org/drawingml/2006/main" noGrp="1"/>
          </p:cNvSpPr>
          <p:nvPr/>
        </p:nvSpPr>
        <p:spPr>
          <a:xfrm xmlns:a="http://schemas.openxmlformats.org/drawingml/2006/main">
            <a:off x="4500562" y="3048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0" name="">
            <a:extLst xmlns:a="http://schemas.openxmlformats.org/drawingml/2006/main">
              <a:ext uri="{FF2B5EF4-FFF2-40B4-BE49-F238E27FC236}">
                <a16:creationId xmlns:a16="http://schemas.microsoft.com/office/drawing/2014/main" id="{A098510F-0732-48B9-A82D-335B73C60D24}"/>
              </a:ext>
            </a:extLst>
          </p:cNvPr>
          <p:cNvSpPr>
            <a:spLocks xmlns:a="http://schemas.openxmlformats.org/drawingml/2006/main" noGrp="1"/>
          </p:cNvSpPr>
          <p:nvPr/>
        </p:nvSpPr>
        <p:spPr>
          <a:xfrm xmlns:a="http://schemas.openxmlformats.org/drawingml/2006/main">
            <a:off x="4500562" y="4191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1" name="P1">
            <a:extLst xmlns:a="http://schemas.openxmlformats.org/drawingml/2006/main">
              <a:ext uri="{FF2B5EF4-FFF2-40B4-BE49-F238E27FC236}">
                <a16:creationId xmlns:a16="http://schemas.microsoft.com/office/drawing/2014/main" id="{6BEE2F1E-FA49-4A8F-8D99-1A9A309A0AE2}"/>
              </a:ext>
            </a:extLst>
          </p:cNvPr>
          <p:cNvSpPr>
            <a:spLocks xmlns:a="http://schemas.openxmlformats.org/drawingml/2006/main" noGrp="1"/>
          </p:cNvSpPr>
          <p:nvPr/>
        </p:nvSpPr>
        <p:spPr>
          <a:xfrm xmlns:a="http://schemas.openxmlformats.org/drawingml/2006/main">
            <a:off x="4722019" y="2797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P1</a:t>
            </a:r>
          </a:p>
        </p:txBody>
      </p:sp>
      <p:sp>
        <p:nvSpPr>
          <p:cNvPr id="32" name="P2">
            <a:extLst xmlns:a="http://schemas.openxmlformats.org/drawingml/2006/main">
              <a:ext uri="{FF2B5EF4-FFF2-40B4-BE49-F238E27FC236}">
                <a16:creationId xmlns:a16="http://schemas.microsoft.com/office/drawing/2014/main" id="{ABC9BD6F-D9E0-4771-B504-B1941502856E}"/>
              </a:ext>
            </a:extLst>
          </p:cNvPr>
          <p:cNvSpPr>
            <a:spLocks xmlns:a="http://schemas.openxmlformats.org/drawingml/2006/main" noGrp="1"/>
          </p:cNvSpPr>
          <p:nvPr/>
        </p:nvSpPr>
        <p:spPr>
          <a:xfrm xmlns:a="http://schemas.openxmlformats.org/drawingml/2006/main">
            <a:off x="4722019" y="3940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P2</a:t>
            </a:r>
          </a:p>
        </p:txBody>
      </p:sp>
      <p:sp>
        <p:nvSpPr>
          <p:cNvPr id="33" name="Var ska röd och&#10;svart spets sitta?">
            <a:extLst xmlns:a="http://schemas.openxmlformats.org/drawingml/2006/main">
              <a:ext uri="{FF2B5EF4-FFF2-40B4-BE49-F238E27FC236}">
                <a16:creationId xmlns:a16="http://schemas.microsoft.com/office/drawing/2014/main" id="{BAB3979A-B8DF-4A9B-940A-11E35507FB51}"/>
              </a:ext>
            </a:extLst>
          </p:cNvPr>
          <p:cNvSpPr>
            <a:spLocks xmlns:a="http://schemas.openxmlformats.org/drawingml/2006/main" noGrp="1"/>
          </p:cNvSpPr>
          <p:nvPr/>
        </p:nvSpPr>
        <p:spPr>
          <a:xfrm xmlns:a="http://schemas.openxmlformats.org/drawingml/2006/main">
            <a:off x="6107906" y="2419350"/>
            <a:ext cx="2607469" cy="892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12" b="1">
                <a:solidFill>
                  <a:srgbClr val="064F91"/>
                </a:solidFill>
                <a:latin typeface="Calibri"/>
                <a:ea typeface="Calibri"/>
                <a:cs typeface="Calibri"/>
              </a:defRPr>
            </a:pPr>
            <a:r>
              <a:rPr sz="1912" b="1">
                <a:solidFill>
                  <a:srgbClr val="064F91"/>
                </a:solidFill>
                <a:latin typeface="Calibri"/>
                <a:ea typeface="Calibri"/>
                <a:cs typeface="Calibri"/>
              </a:rPr>
              <a:t>Var ska röd och</a:t>
            </a:r>
          </a:p>
          <a:p xmlns:a="http://schemas.openxmlformats.org/drawingml/2006/main">
            <a:pPr algn="l">
              <a:defRPr sz="1912" b="1">
                <a:solidFill>
                  <a:srgbClr val="064F91"/>
                </a:solidFill>
                <a:latin typeface="Calibri"/>
                <a:ea typeface="Calibri"/>
                <a:cs typeface="Calibri"/>
              </a:defRPr>
            </a:pPr>
            <a:r>
              <a:rPr sz="1912" b="1">
                <a:solidFill>
                  <a:srgbClr val="064F91"/>
                </a:solidFill>
                <a:latin typeface="Calibri"/>
                <a:ea typeface="Calibri"/>
                <a:cs typeface="Calibri"/>
              </a:rPr>
              <a:t>svart spets sitta?</a:t>
            </a:r>
          </a:p>
        </p:txBody>
      </p:sp>
      <p:sp>
        <p:nvSpPr>
          <p:cNvPr id="34" name="Vilka uttag?&#10;Vilket mätläge?">
            <a:extLst xmlns:a="http://schemas.openxmlformats.org/drawingml/2006/main">
              <a:ext uri="{FF2B5EF4-FFF2-40B4-BE49-F238E27FC236}">
                <a16:creationId xmlns:a16="http://schemas.microsoft.com/office/drawing/2014/main" id="{4870FCDA-8E7C-4B80-9F76-9F0417A7DDA3}"/>
              </a:ext>
            </a:extLst>
          </p:cNvPr>
          <p:cNvSpPr>
            <a:spLocks xmlns:a="http://schemas.openxmlformats.org/drawingml/2006/main" noGrp="1"/>
          </p:cNvSpPr>
          <p:nvPr/>
        </p:nvSpPr>
        <p:spPr>
          <a:xfrm xmlns:a="http://schemas.openxmlformats.org/drawingml/2006/main">
            <a:off x="6107906" y="3690938"/>
            <a:ext cx="2607469" cy="7858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88" b="0">
                <a:solidFill>
                  <a:srgbClr val="111111"/>
                </a:solidFill>
                <a:latin typeface="Calibri"/>
                <a:ea typeface="Calibri"/>
                <a:cs typeface="Calibri"/>
              </a:defRPr>
            </a:pPr>
            <a:r>
              <a:rPr sz="1688" b="0">
                <a:solidFill>
                  <a:srgbClr val="111111"/>
                </a:solidFill>
                <a:latin typeface="Calibri"/>
                <a:ea typeface="Calibri"/>
                <a:cs typeface="Calibri"/>
              </a:rPr>
              <a:t>Vilka uttag?</a:t>
            </a:r>
          </a:p>
          <a:p xmlns:a="http://schemas.openxmlformats.org/drawingml/2006/main">
            <a:pPr algn="l">
              <a:defRPr sz="1688" b="0">
                <a:solidFill>
                  <a:srgbClr val="111111"/>
                </a:solidFill>
                <a:latin typeface="Calibri"/>
                <a:ea typeface="Calibri"/>
                <a:cs typeface="Calibri"/>
              </a:defRPr>
            </a:pPr>
            <a:r>
              <a:rPr sz="1688" b="0">
                <a:solidFill>
                  <a:srgbClr val="111111"/>
                </a:solidFill>
                <a:latin typeface="Calibri"/>
                <a:ea typeface="Calibri"/>
                <a:cs typeface="Calibri"/>
              </a:rPr>
              <a:t>Vilket mätläge?</a:t>
            </a:r>
          </a:p>
        </p:txBody>
      </p:sp>
      <p:sp>
        <p:nvSpPr>
          <p:cNvPr id="35" name="Förväntat värde när kretsen är i drift: ungefär 12 V.">
            <a:extLst xmlns:a="http://schemas.openxmlformats.org/drawingml/2006/main">
              <a:ext uri="{FF2B5EF4-FFF2-40B4-BE49-F238E27FC236}">
                <a16:creationId xmlns:a16="http://schemas.microsoft.com/office/drawing/2014/main" id="{F49E4885-E0FD-47BF-9E00-7FBFCFBC4C97}"/>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Förväntat värde när kretsen är i drift: ungefär 12 V.</a:t>
            </a:r>
          </a:p>
        </p:txBody>
      </p:sp>
      <p:sp>
        <p:nvSpPr>
          <p:cNvPr id="9001" name="Övning 1  Spänningen över H1">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Övning 1  Spänningen över H1</a:t>
            </a:r>
          </a:p>
        </p:txBody>
      </p:sp>
      <p:sp>
        <p:nvSpPr>
          <p:cNvPr id="9002" name="10">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10</a:t>
            </a:r>
          </a:p>
        </p:txBody>
      </p:sp>
    </p:spTree>
    <p:extLst>
      <p:ext uri="{BB962C8B-B14F-4D97-AF65-F5344CB8AC3E}">
        <p14:creationId xmlns:p14="http://schemas.microsoft.com/office/powerpoint/2010/main" val="2098791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Matningen frånkopplad under förberedelsen">
            <a:extLst xmlns:a="http://schemas.openxmlformats.org/drawingml/2006/main">
              <a:ext uri="{FF2B5EF4-FFF2-40B4-BE49-F238E27FC236}">
                <a16:creationId xmlns:a16="http://schemas.microsoft.com/office/drawing/2014/main" id="{5B3215DD-693F-44CF-888A-1168B159980A}"/>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505864"/>
                </a:solidFill>
                <a:latin typeface="Calibri"/>
                <a:ea typeface="Calibri"/>
                <a:cs typeface="Calibri"/>
              </a:defRPr>
            </a:pPr>
            <a:r>
              <a:rPr sz="1406" b="1">
                <a:solidFill>
                  <a:srgbClr val="505864"/>
                </a:solidFill>
                <a:latin typeface="Calibri"/>
                <a:ea typeface="Calibri"/>
                <a:cs typeface="Calibri"/>
              </a:rPr>
              <a:t>Matningen frånkopplad under förberedelsen</a:t>
            </a:r>
          </a:p>
        </p:txBody>
      </p:sp>
      <p:sp>
        <p:nvSpPr>
          <p:cNvPr id="5" name="Ledning">
            <a:extLst xmlns:a="http://schemas.openxmlformats.org/drawingml/2006/main">
              <a:ext uri="{FF2B5EF4-FFF2-40B4-BE49-F238E27FC236}">
                <a16:creationId xmlns:a16="http://schemas.microsoft.com/office/drawing/2014/main" id="{92A8F211-FF73-400F-92A8-ECA0EC051ED2}"/>
              </a:ext>
            </a:extLst>
          </p:cNvPr>
          <p:cNvSpPr>
            <a:spLocks xmlns:a="http://schemas.openxmlformats.org/drawingml/2006/main" noGrp="1"/>
          </p:cNvSpPr>
          <p:nvPr/>
        </p:nvSpPr>
        <p:spPr>
          <a:xfrm xmlns:a="http://schemas.openxmlformats.org/drawingml/2006/main">
            <a:off x="892969" y="2547938"/>
            <a:ext cx="715" cy="878681"/>
          </a:xfrm>
          <a:custGeom xmlns:a="http://schemas.openxmlformats.org/drawingml/2006/main">
            <a:pathLst>
              <a:path w="953" h="1171575">
                <a:moveTo>
                  <a:pt x="0" y="11715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76045922-A093-4411-814F-E36910D75BF8}"/>
              </a:ext>
            </a:extLst>
          </p:cNvPr>
          <p:cNvSpPr>
            <a:spLocks xmlns:a="http://schemas.openxmlformats.org/drawingml/2006/main" noGrp="1"/>
          </p:cNvSpPr>
          <p:nvPr/>
        </p:nvSpPr>
        <p:spPr>
          <a:xfrm xmlns:a="http://schemas.openxmlformats.org/drawingml/2006/main">
            <a:off x="892969" y="2547938"/>
            <a:ext cx="785812" cy="715"/>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28575">
            <a:solidFill>
              <a:srgbClr val="111111"/>
            </a:solidFill>
          </a:ln>
        </p:spPr>
      </p:sp>
      <p:sp>
        <p:nvSpPr>
          <p:cNvPr id="7" name="">
            <a:extLst xmlns:a="http://schemas.openxmlformats.org/drawingml/2006/main">
              <a:ext uri="{FF2B5EF4-FFF2-40B4-BE49-F238E27FC236}">
                <a16:creationId xmlns:a16="http://schemas.microsoft.com/office/drawing/2014/main" id="{7C473EDD-DF9B-4A98-B56A-0A3F92ABC162}"/>
              </a:ext>
            </a:extLst>
          </p:cNvPr>
          <p:cNvSpPr>
            <a:spLocks xmlns:a="http://schemas.openxmlformats.org/drawingml/2006/main" noGrp="1"/>
          </p:cNvSpPr>
          <p:nvPr/>
        </p:nvSpPr>
        <p:spPr>
          <a:xfrm xmlns:a="http://schemas.openxmlformats.org/drawingml/2006/main">
            <a:off x="1678781" y="2462212"/>
            <a:ext cx="571500" cy="171450"/>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8" name="Ledning">
            <a:extLst xmlns:a="http://schemas.openxmlformats.org/drawingml/2006/main">
              <a:ext uri="{FF2B5EF4-FFF2-40B4-BE49-F238E27FC236}">
                <a16:creationId xmlns:a16="http://schemas.microsoft.com/office/drawing/2014/main" id="{0C9798BC-6F21-43E9-9B34-6F000830154E}"/>
              </a:ext>
            </a:extLst>
          </p:cNvPr>
          <p:cNvSpPr>
            <a:spLocks xmlns:a="http://schemas.openxmlformats.org/drawingml/2006/main" noGrp="1"/>
          </p:cNvSpPr>
          <p:nvPr/>
        </p:nvSpPr>
        <p:spPr>
          <a:xfrm xmlns:a="http://schemas.openxmlformats.org/drawingml/2006/main">
            <a:off x="1678781" y="2547938"/>
            <a:ext cx="571500" cy="715"/>
          </a:xfrm>
          <a:custGeom xmlns:a="http://schemas.openxmlformats.org/drawingml/2006/main">
            <a:pathLst>
              <a:path w="762000" h="953">
                <a:moveTo>
                  <a:pt x="0" y="0"/>
                </a:moveTo>
                <a:lnTo>
                  <a:pt x="762000" y="0"/>
                </a:lnTo>
              </a:path>
            </a:pathLst>
          </a:custGeom>
          <a:noFill xmlns:a="http://schemas.openxmlformats.org/drawingml/2006/main"/>
          <a:ln xmlns:a="http://schemas.openxmlformats.org/drawingml/2006/main" w="14288">
            <a:solidFill>
              <a:srgbClr val="111111"/>
            </a:solidFill>
          </a:ln>
        </p:spPr>
      </p:sp>
      <p:sp>
        <p:nvSpPr>
          <p:cNvPr id="9" name="F1">
            <a:extLst xmlns:a="http://schemas.openxmlformats.org/drawingml/2006/main">
              <a:ext uri="{FF2B5EF4-FFF2-40B4-BE49-F238E27FC236}">
                <a16:creationId xmlns:a16="http://schemas.microsoft.com/office/drawing/2014/main" id="{6C44B247-C661-49F3-A604-1D852629DF72}"/>
              </a:ext>
            </a:extLst>
          </p:cNvPr>
          <p:cNvSpPr>
            <a:spLocks xmlns:a="http://schemas.openxmlformats.org/drawingml/2006/main" noGrp="1"/>
          </p:cNvSpPr>
          <p:nvPr/>
        </p:nvSpPr>
        <p:spPr>
          <a:xfrm xmlns:a="http://schemas.openxmlformats.org/drawingml/2006/main">
            <a:off x="1778794"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F1</a:t>
            </a:r>
          </a:p>
        </p:txBody>
      </p:sp>
      <p:sp>
        <p:nvSpPr>
          <p:cNvPr id="10" name="Ledning">
            <a:extLst xmlns:a="http://schemas.openxmlformats.org/drawingml/2006/main">
              <a:ext uri="{FF2B5EF4-FFF2-40B4-BE49-F238E27FC236}">
                <a16:creationId xmlns:a16="http://schemas.microsoft.com/office/drawing/2014/main" id="{3F7F8EB8-2AB9-469F-AF7A-D411306641F5}"/>
              </a:ext>
            </a:extLst>
          </p:cNvPr>
          <p:cNvSpPr>
            <a:spLocks xmlns:a="http://schemas.openxmlformats.org/drawingml/2006/main" noGrp="1"/>
          </p:cNvSpPr>
          <p:nvPr/>
        </p:nvSpPr>
        <p:spPr>
          <a:xfrm xmlns:a="http://schemas.openxmlformats.org/drawingml/2006/main">
            <a:off x="2250281" y="2547938"/>
            <a:ext cx="392906" cy="715"/>
          </a:xfrm>
          <a:custGeom xmlns:a="http://schemas.openxmlformats.org/drawingml/2006/main">
            <a:pathLst>
              <a:path w="523875" h="953">
                <a:moveTo>
                  <a:pt x="0" y="0"/>
                </a:moveTo>
                <a:lnTo>
                  <a:pt x="523875" y="0"/>
                </a:lnTo>
              </a:path>
            </a:pathLst>
          </a:custGeom>
          <a:noFill xmlns:a="http://schemas.openxmlformats.org/drawingml/2006/main"/>
          <a:ln xmlns:a="http://schemas.openxmlformats.org/drawingml/2006/main" w="28575">
            <a:solidFill>
              <a:srgbClr val="111111"/>
            </a:solidFill>
          </a:ln>
        </p:spPr>
      </p:sp>
      <p:sp>
        <p:nvSpPr>
          <p:cNvPr id="11" name="">
            <a:extLst xmlns:a="http://schemas.openxmlformats.org/drawingml/2006/main">
              <a:ext uri="{FF2B5EF4-FFF2-40B4-BE49-F238E27FC236}">
                <a16:creationId xmlns:a16="http://schemas.microsoft.com/office/drawing/2014/main" id="{4510FCBB-A270-4DD9-8AD0-ED281211E578}"/>
              </a:ext>
            </a:extLst>
          </p:cNvPr>
          <p:cNvSpPr>
            <a:spLocks xmlns:a="http://schemas.openxmlformats.org/drawingml/2006/main" noGrp="1"/>
          </p:cNvSpPr>
          <p:nvPr/>
        </p:nvSpPr>
        <p:spPr>
          <a:xfrm xmlns:a="http://schemas.openxmlformats.org/drawingml/2006/main">
            <a:off x="26074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
            <a:extLst xmlns:a="http://schemas.openxmlformats.org/drawingml/2006/main">
              <a:ext uri="{FF2B5EF4-FFF2-40B4-BE49-F238E27FC236}">
                <a16:creationId xmlns:a16="http://schemas.microsoft.com/office/drawing/2014/main" id="{34574E91-FF67-45E1-97D0-1D20804897E7}"/>
              </a:ext>
            </a:extLst>
          </p:cNvPr>
          <p:cNvSpPr>
            <a:spLocks xmlns:a="http://schemas.openxmlformats.org/drawingml/2006/main" noGrp="1"/>
          </p:cNvSpPr>
          <p:nvPr/>
        </p:nvSpPr>
        <p:spPr>
          <a:xfrm xmlns:a="http://schemas.openxmlformats.org/drawingml/2006/main">
            <a:off x="29503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3" name="Ledning">
            <a:extLst xmlns:a="http://schemas.openxmlformats.org/drawingml/2006/main">
              <a:ext uri="{FF2B5EF4-FFF2-40B4-BE49-F238E27FC236}">
                <a16:creationId xmlns:a16="http://schemas.microsoft.com/office/drawing/2014/main" id="{375F7F9F-259F-4509-942F-060FDF5527A6}"/>
              </a:ext>
            </a:extLst>
          </p:cNvPr>
          <p:cNvSpPr>
            <a:spLocks xmlns:a="http://schemas.openxmlformats.org/drawingml/2006/main" noGrp="1"/>
          </p:cNvSpPr>
          <p:nvPr/>
        </p:nvSpPr>
        <p:spPr>
          <a:xfrm xmlns:a="http://schemas.openxmlformats.org/drawingml/2006/main">
            <a:off x="2643188" y="2547938"/>
            <a:ext cx="342900" cy="715"/>
          </a:xfrm>
          <a:custGeom xmlns:a="http://schemas.openxmlformats.org/drawingml/2006/main">
            <a:pathLst>
              <a:path w="457200" h="953">
                <a:moveTo>
                  <a:pt x="0" y="0"/>
                </a:moveTo>
                <a:lnTo>
                  <a:pt x="457200" y="0"/>
                </a:lnTo>
              </a:path>
            </a:pathLst>
          </a:custGeom>
          <a:noFill xmlns:a="http://schemas.openxmlformats.org/drawingml/2006/main"/>
          <a:ln xmlns:a="http://schemas.openxmlformats.org/drawingml/2006/main" w="28575">
            <a:solidFill>
              <a:srgbClr val="111111"/>
            </a:solidFill>
          </a:ln>
        </p:spPr>
      </p:sp>
      <p:sp>
        <p:nvSpPr>
          <p:cNvPr id="14" name="S1">
            <a:extLst xmlns:a="http://schemas.openxmlformats.org/drawingml/2006/main">
              <a:ext uri="{FF2B5EF4-FFF2-40B4-BE49-F238E27FC236}">
                <a16:creationId xmlns:a16="http://schemas.microsoft.com/office/drawing/2014/main" id="{6C823AE0-2AD1-4542-8798-F04CC28965E3}"/>
              </a:ext>
            </a:extLst>
          </p:cNvPr>
          <p:cNvSpPr>
            <a:spLocks xmlns:a="http://schemas.openxmlformats.org/drawingml/2006/main" noGrp="1"/>
          </p:cNvSpPr>
          <p:nvPr/>
        </p:nvSpPr>
        <p:spPr>
          <a:xfrm xmlns:a="http://schemas.openxmlformats.org/drawingml/2006/main">
            <a:off x="2628900"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S1</a:t>
            </a:r>
          </a:p>
        </p:txBody>
      </p:sp>
      <p:sp>
        <p:nvSpPr>
          <p:cNvPr id="15" name="Ledning">
            <a:extLst xmlns:a="http://schemas.openxmlformats.org/drawingml/2006/main">
              <a:ext uri="{FF2B5EF4-FFF2-40B4-BE49-F238E27FC236}">
                <a16:creationId xmlns:a16="http://schemas.microsoft.com/office/drawing/2014/main" id="{8323FE83-F648-48FD-89B6-0785EA41671B}"/>
              </a:ext>
            </a:extLst>
          </p:cNvPr>
          <p:cNvSpPr>
            <a:spLocks xmlns:a="http://schemas.openxmlformats.org/drawingml/2006/main" noGrp="1"/>
          </p:cNvSpPr>
          <p:nvPr/>
        </p:nvSpPr>
        <p:spPr>
          <a:xfrm xmlns:a="http://schemas.openxmlformats.org/drawingml/2006/main">
            <a:off x="2986088" y="2547938"/>
            <a:ext cx="264319" cy="715"/>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28575">
            <a:solidFill>
              <a:srgbClr val="111111"/>
            </a:solidFill>
          </a:ln>
        </p:spPr>
      </p:sp>
      <p:sp>
        <p:nvSpPr>
          <p:cNvPr id="16" name="Ledning">
            <a:extLst xmlns:a="http://schemas.openxmlformats.org/drawingml/2006/main">
              <a:ext uri="{FF2B5EF4-FFF2-40B4-BE49-F238E27FC236}">
                <a16:creationId xmlns:a16="http://schemas.microsoft.com/office/drawing/2014/main" id="{288FB1E0-9196-423D-BBCD-672A44F03FB4}"/>
              </a:ext>
            </a:extLst>
          </p:cNvPr>
          <p:cNvSpPr>
            <a:spLocks xmlns:a="http://schemas.openxmlformats.org/drawingml/2006/main" noGrp="1"/>
          </p:cNvSpPr>
          <p:nvPr/>
        </p:nvSpPr>
        <p:spPr>
          <a:xfrm xmlns:a="http://schemas.openxmlformats.org/drawingml/2006/main">
            <a:off x="3250406"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7" name="Ledning">
            <a:extLst xmlns:a="http://schemas.openxmlformats.org/drawingml/2006/main">
              <a:ext uri="{FF2B5EF4-FFF2-40B4-BE49-F238E27FC236}">
                <a16:creationId xmlns:a16="http://schemas.microsoft.com/office/drawing/2014/main" id="{99C4AB44-7591-4CD0-8BAA-1D40C9B652AC}"/>
              </a:ext>
            </a:extLst>
          </p:cNvPr>
          <p:cNvSpPr>
            <a:spLocks xmlns:a="http://schemas.openxmlformats.org/drawingml/2006/main" noGrp="1"/>
          </p:cNvSpPr>
          <p:nvPr/>
        </p:nvSpPr>
        <p:spPr>
          <a:xfrm xmlns:a="http://schemas.openxmlformats.org/drawingml/2006/main">
            <a:off x="3893344"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8" name="Ledning">
            <a:extLst xmlns:a="http://schemas.openxmlformats.org/drawingml/2006/main">
              <a:ext uri="{FF2B5EF4-FFF2-40B4-BE49-F238E27FC236}">
                <a16:creationId xmlns:a16="http://schemas.microsoft.com/office/drawing/2014/main" id="{34DB987B-9647-45B0-A93C-1B07CD391623}"/>
              </a:ext>
            </a:extLst>
          </p:cNvPr>
          <p:cNvSpPr>
            <a:spLocks xmlns:a="http://schemas.openxmlformats.org/drawingml/2006/main" noGrp="1"/>
          </p:cNvSpPr>
          <p:nvPr/>
        </p:nvSpPr>
        <p:spPr>
          <a:xfrm xmlns:a="http://schemas.openxmlformats.org/drawingml/2006/main">
            <a:off x="4536281" y="2547938"/>
            <a:ext cx="715" cy="892969"/>
          </a:xfrm>
          <a:custGeom xmlns:a="http://schemas.openxmlformats.org/drawingml/2006/main">
            <a:pathLst>
              <a:path w="953" h="1190625">
                <a:moveTo>
                  <a:pt x="0" y="0"/>
                </a:moveTo>
                <a:lnTo>
                  <a:pt x="0" y="1190625"/>
                </a:lnTo>
              </a:path>
            </a:pathLst>
          </a:custGeom>
          <a:noFill xmlns:a="http://schemas.openxmlformats.org/drawingml/2006/main"/>
          <a:ln xmlns:a="http://schemas.openxmlformats.org/drawingml/2006/main" w="28575">
            <a:solidFill>
              <a:srgbClr val="111111"/>
            </a:solidFill>
          </a:ln>
        </p:spPr>
      </p:sp>
      <p:sp>
        <p:nvSpPr>
          <p:cNvPr id="19" name="">
            <a:extLst xmlns:a="http://schemas.openxmlformats.org/drawingml/2006/main">
              <a:ext uri="{FF2B5EF4-FFF2-40B4-BE49-F238E27FC236}">
                <a16:creationId xmlns:a16="http://schemas.microsoft.com/office/drawing/2014/main" id="{352E7549-5CF6-4262-B790-D47BF95DC049}"/>
              </a:ext>
            </a:extLst>
          </p:cNvPr>
          <p:cNvSpPr>
            <a:spLocks xmlns:a="http://schemas.openxmlformats.org/drawingml/2006/main" noGrp="1"/>
          </p:cNvSpPr>
          <p:nvPr/>
        </p:nvSpPr>
        <p:spPr>
          <a:xfrm xmlns:a="http://schemas.openxmlformats.org/drawingml/2006/main">
            <a:off x="4321969" y="3440906"/>
            <a:ext cx="428625" cy="428625"/>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20" name="Ledning">
            <a:extLst xmlns:a="http://schemas.openxmlformats.org/drawingml/2006/main">
              <a:ext uri="{FF2B5EF4-FFF2-40B4-BE49-F238E27FC236}">
                <a16:creationId xmlns:a16="http://schemas.microsoft.com/office/drawing/2014/main" id="{D2A8A33C-BE80-4805-A09A-EA3C4F404151}"/>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0" y="0"/>
                </a:moveTo>
                <a:lnTo>
                  <a:pt x="388620" y="388620"/>
                </a:lnTo>
              </a:path>
            </a:pathLst>
          </a:custGeom>
          <a:noFill xmlns:a="http://schemas.openxmlformats.org/drawingml/2006/main"/>
          <a:ln xmlns:a="http://schemas.openxmlformats.org/drawingml/2006/main" w="28575">
            <a:solidFill>
              <a:srgbClr val="111111"/>
            </a:solidFill>
          </a:ln>
        </p:spPr>
      </p:sp>
      <p:sp>
        <p:nvSpPr>
          <p:cNvPr id="21" name="Ledning">
            <a:extLst xmlns:a="http://schemas.openxmlformats.org/drawingml/2006/main">
              <a:ext uri="{FF2B5EF4-FFF2-40B4-BE49-F238E27FC236}">
                <a16:creationId xmlns:a16="http://schemas.microsoft.com/office/drawing/2014/main" id="{4416D3D5-33AC-44FC-B96E-9F8D01A9E047}"/>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388620" y="0"/>
                </a:moveTo>
                <a:lnTo>
                  <a:pt x="0" y="388620"/>
                </a:lnTo>
              </a:path>
            </a:pathLst>
          </a:custGeom>
          <a:noFill xmlns:a="http://schemas.openxmlformats.org/drawingml/2006/main"/>
          <a:ln xmlns:a="http://schemas.openxmlformats.org/drawingml/2006/main" w="28575">
            <a:solidFill>
              <a:srgbClr val="111111"/>
            </a:solidFill>
          </a:ln>
        </p:spPr>
      </p:sp>
      <p:sp>
        <p:nvSpPr>
          <p:cNvPr id="22" name="Ledning">
            <a:extLst xmlns:a="http://schemas.openxmlformats.org/drawingml/2006/main">
              <a:ext uri="{FF2B5EF4-FFF2-40B4-BE49-F238E27FC236}">
                <a16:creationId xmlns:a16="http://schemas.microsoft.com/office/drawing/2014/main" id="{6A9C3D33-2FEF-4071-9C4C-07926289C720}"/>
              </a:ext>
            </a:extLst>
          </p:cNvPr>
          <p:cNvSpPr>
            <a:spLocks xmlns:a="http://schemas.openxmlformats.org/drawingml/2006/main" noGrp="1"/>
          </p:cNvSpPr>
          <p:nvPr/>
        </p:nvSpPr>
        <p:spPr>
          <a:xfrm xmlns:a="http://schemas.openxmlformats.org/drawingml/2006/main">
            <a:off x="4536281" y="3869531"/>
            <a:ext cx="715" cy="785812"/>
          </a:xfrm>
          <a:custGeom xmlns:a="http://schemas.openxmlformats.org/drawingml/2006/main">
            <a:pathLst>
              <a:path w="953" h="1047750">
                <a:moveTo>
                  <a:pt x="0" y="0"/>
                </a:moveTo>
                <a:lnTo>
                  <a:pt x="0" y="1047750"/>
                </a:lnTo>
              </a:path>
            </a:pathLst>
          </a:custGeom>
          <a:noFill xmlns:a="http://schemas.openxmlformats.org/drawingml/2006/main"/>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D1114571-025C-48D7-A717-08184CAB0E08}"/>
              </a:ext>
            </a:extLst>
          </p:cNvPr>
          <p:cNvSpPr>
            <a:spLocks xmlns:a="http://schemas.openxmlformats.org/drawingml/2006/main" noGrp="1"/>
          </p:cNvSpPr>
          <p:nvPr/>
        </p:nvSpPr>
        <p:spPr>
          <a:xfrm xmlns:a="http://schemas.openxmlformats.org/drawingml/2006/main">
            <a:off x="892969" y="4655344"/>
            <a:ext cx="3643312" cy="715"/>
          </a:xfrm>
          <a:custGeom xmlns:a="http://schemas.openxmlformats.org/drawingml/2006/main">
            <a:pathLst>
              <a:path w="4857750" h="953">
                <a:moveTo>
                  <a:pt x="4857750" y="0"/>
                </a:moveTo>
                <a:lnTo>
                  <a:pt x="0" y="0"/>
                </a:lnTo>
              </a:path>
            </a:pathLst>
          </a:custGeom>
          <a:noFill xmlns:a="http://schemas.openxmlformats.org/drawingml/2006/main"/>
          <a:ln xmlns:a="http://schemas.openxmlformats.org/drawingml/2006/main" w="28575">
            <a:solidFill>
              <a:srgbClr val="111111"/>
            </a:solidFill>
          </a:ln>
        </p:spPr>
      </p:sp>
      <p:sp>
        <p:nvSpPr>
          <p:cNvPr id="24" name="Ledning">
            <a:extLst xmlns:a="http://schemas.openxmlformats.org/drawingml/2006/main">
              <a:ext uri="{FF2B5EF4-FFF2-40B4-BE49-F238E27FC236}">
                <a16:creationId xmlns:a16="http://schemas.microsoft.com/office/drawing/2014/main" id="{DEAE7B06-7A9D-45BB-B1DF-31A1E6C7CA4D}"/>
              </a:ext>
            </a:extLst>
          </p:cNvPr>
          <p:cNvSpPr>
            <a:spLocks xmlns:a="http://schemas.openxmlformats.org/drawingml/2006/main" noGrp="1"/>
          </p:cNvSpPr>
          <p:nvPr/>
        </p:nvSpPr>
        <p:spPr>
          <a:xfrm xmlns:a="http://schemas.openxmlformats.org/drawingml/2006/main">
            <a:off x="892969" y="3912394"/>
            <a:ext cx="715" cy="742950"/>
          </a:xfrm>
          <a:custGeom xmlns:a="http://schemas.openxmlformats.org/drawingml/2006/main">
            <a:pathLst>
              <a:path w="953" h="990600">
                <a:moveTo>
                  <a:pt x="0" y="990600"/>
                </a:moveTo>
                <a:lnTo>
                  <a:pt x="0" y="0"/>
                </a:lnTo>
              </a:path>
            </a:pathLst>
          </a:custGeom>
          <a:noFill xmlns:a="http://schemas.openxmlformats.org/drawingml/2006/main"/>
          <a:ln xmlns:a="http://schemas.openxmlformats.org/drawingml/2006/main" w="28575">
            <a:solidFill>
              <a:srgbClr val="111111"/>
            </a:solidFill>
          </a:ln>
        </p:spPr>
      </p:sp>
      <p:sp>
        <p:nvSpPr>
          <p:cNvPr id="25" name="">
            <a:extLst xmlns:a="http://schemas.openxmlformats.org/drawingml/2006/main">
              <a:ext uri="{FF2B5EF4-FFF2-40B4-BE49-F238E27FC236}">
                <a16:creationId xmlns:a16="http://schemas.microsoft.com/office/drawing/2014/main" id="{FAC96B72-9C8D-434E-AEE6-EDEEDCF59337}"/>
              </a:ext>
            </a:extLst>
          </p:cNvPr>
          <p:cNvSpPr>
            <a:spLocks xmlns:a="http://schemas.openxmlformats.org/drawingml/2006/main" noGrp="1"/>
          </p:cNvSpPr>
          <p:nvPr/>
        </p:nvSpPr>
        <p:spPr>
          <a:xfrm xmlns:a="http://schemas.openxmlformats.org/drawingml/2006/main">
            <a:off x="650081" y="3426619"/>
            <a:ext cx="485775" cy="485775"/>
          </a:xfrm>
          <a:prstGeom xmlns:a="http://schemas.openxmlformats.org/drawingml/2006/main" prst="ellipse">
            <a:avLst/>
          </a:prstGeom>
          <a:solidFill xmlns:a="http://schemas.openxmlformats.org/drawingml/2006/main">
            <a:srgbClr val="FFFFFF"/>
          </a:solidFill>
          <a:ln xmlns:a="http://schemas.openxmlformats.org/drawingml/2006/main" w="28575">
            <a:solidFill>
              <a:srgbClr val="505864"/>
            </a:solidFill>
          </a:ln>
        </p:spPr>
      </p:sp>
      <p:sp>
        <p:nvSpPr>
          <p:cNvPr id="26" name="+">
            <a:extLst xmlns:a="http://schemas.openxmlformats.org/drawingml/2006/main">
              <a:ext uri="{FF2B5EF4-FFF2-40B4-BE49-F238E27FC236}">
                <a16:creationId xmlns:a16="http://schemas.microsoft.com/office/drawing/2014/main" id="{091ED4DB-3315-4AA4-9C8B-E050730F6FEA}"/>
              </a:ext>
            </a:extLst>
          </p:cNvPr>
          <p:cNvSpPr>
            <a:spLocks xmlns:a="http://schemas.openxmlformats.org/drawingml/2006/main" noGrp="1"/>
          </p:cNvSpPr>
          <p:nvPr/>
        </p:nvSpPr>
        <p:spPr>
          <a:xfrm xmlns:a="http://schemas.openxmlformats.org/drawingml/2006/main">
            <a:off x="800100" y="3448050"/>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7" name="−">
            <a:extLst xmlns:a="http://schemas.openxmlformats.org/drawingml/2006/main">
              <a:ext uri="{FF2B5EF4-FFF2-40B4-BE49-F238E27FC236}">
                <a16:creationId xmlns:a16="http://schemas.microsoft.com/office/drawing/2014/main" id="{33E760A2-C593-4B79-BCFF-55B8C189730D}"/>
              </a:ext>
            </a:extLst>
          </p:cNvPr>
          <p:cNvSpPr>
            <a:spLocks xmlns:a="http://schemas.openxmlformats.org/drawingml/2006/main" noGrp="1"/>
          </p:cNvSpPr>
          <p:nvPr/>
        </p:nvSpPr>
        <p:spPr>
          <a:xfrm xmlns:a="http://schemas.openxmlformats.org/drawingml/2006/main">
            <a:off x="800100" y="3683794"/>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8" name="12 V-källa&#10;AV">
            <a:extLst xmlns:a="http://schemas.openxmlformats.org/drawingml/2006/main">
              <a:ext uri="{FF2B5EF4-FFF2-40B4-BE49-F238E27FC236}">
                <a16:creationId xmlns:a16="http://schemas.microsoft.com/office/drawing/2014/main" id="{66A4A535-B3B1-4BE8-A0AD-1F60C35CC875}"/>
              </a:ext>
            </a:extLst>
          </p:cNvPr>
          <p:cNvSpPr>
            <a:spLocks xmlns:a="http://schemas.openxmlformats.org/drawingml/2006/main" noGrp="1"/>
          </p:cNvSpPr>
          <p:nvPr/>
        </p:nvSpPr>
        <p:spPr>
          <a:xfrm xmlns:a="http://schemas.openxmlformats.org/drawingml/2006/main">
            <a:off x="1293019" y="3469481"/>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12 V-källa</a:t>
            </a:r>
          </a:p>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AV</a:t>
            </a:r>
          </a:p>
        </p:txBody>
      </p:sp>
      <p:sp>
        <p:nvSpPr>
          <p:cNvPr id="29" name="H1">
            <a:extLst xmlns:a="http://schemas.openxmlformats.org/drawingml/2006/main">
              <a:ext uri="{FF2B5EF4-FFF2-40B4-BE49-F238E27FC236}">
                <a16:creationId xmlns:a16="http://schemas.microsoft.com/office/drawing/2014/main" id="{2FA91923-DE7C-42C0-ABB2-7FCC834B628D}"/>
              </a:ext>
            </a:extLst>
          </p:cNvPr>
          <p:cNvSpPr>
            <a:spLocks xmlns:a="http://schemas.openxmlformats.org/drawingml/2006/main" noGrp="1"/>
          </p:cNvSpPr>
          <p:nvPr/>
        </p:nvSpPr>
        <p:spPr>
          <a:xfrm xmlns:a="http://schemas.openxmlformats.org/drawingml/2006/main">
            <a:off x="4822031" y="3548062"/>
            <a:ext cx="500062"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H1</a:t>
            </a:r>
          </a:p>
        </p:txBody>
      </p:sp>
      <p:sp>
        <p:nvSpPr>
          <p:cNvPr id="30" name="">
            <a:extLst xmlns:a="http://schemas.openxmlformats.org/drawingml/2006/main">
              <a:ext uri="{FF2B5EF4-FFF2-40B4-BE49-F238E27FC236}">
                <a16:creationId xmlns:a16="http://schemas.microsoft.com/office/drawing/2014/main" id="{FFE6FB55-ABB4-4B66-8C91-856A46540DBE}"/>
              </a:ext>
            </a:extLst>
          </p:cNvPr>
          <p:cNvSpPr>
            <a:spLocks xmlns:a="http://schemas.openxmlformats.org/drawingml/2006/main" noGrp="1"/>
          </p:cNvSpPr>
          <p:nvPr/>
        </p:nvSpPr>
        <p:spPr>
          <a:xfrm xmlns:a="http://schemas.openxmlformats.org/drawingml/2006/main">
            <a:off x="4500562" y="3048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1" name="">
            <a:extLst xmlns:a="http://schemas.openxmlformats.org/drawingml/2006/main">
              <a:ext uri="{FF2B5EF4-FFF2-40B4-BE49-F238E27FC236}">
                <a16:creationId xmlns:a16="http://schemas.microsoft.com/office/drawing/2014/main" id="{9349FE16-7A1E-4797-A2FA-D74CC77EF6E7}"/>
              </a:ext>
            </a:extLst>
          </p:cNvPr>
          <p:cNvSpPr>
            <a:spLocks xmlns:a="http://schemas.openxmlformats.org/drawingml/2006/main" noGrp="1"/>
          </p:cNvSpPr>
          <p:nvPr/>
        </p:nvSpPr>
        <p:spPr>
          <a:xfrm xmlns:a="http://schemas.openxmlformats.org/drawingml/2006/main">
            <a:off x="4500562" y="4191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2" name="P1">
            <a:extLst xmlns:a="http://schemas.openxmlformats.org/drawingml/2006/main">
              <a:ext uri="{FF2B5EF4-FFF2-40B4-BE49-F238E27FC236}">
                <a16:creationId xmlns:a16="http://schemas.microsoft.com/office/drawing/2014/main" id="{C7F737C5-3DB6-4279-8656-E42EAE96621A}"/>
              </a:ext>
            </a:extLst>
          </p:cNvPr>
          <p:cNvSpPr>
            <a:spLocks xmlns:a="http://schemas.openxmlformats.org/drawingml/2006/main" noGrp="1"/>
          </p:cNvSpPr>
          <p:nvPr/>
        </p:nvSpPr>
        <p:spPr>
          <a:xfrm xmlns:a="http://schemas.openxmlformats.org/drawingml/2006/main">
            <a:off x="4722019" y="2797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P1</a:t>
            </a:r>
          </a:p>
        </p:txBody>
      </p:sp>
      <p:sp>
        <p:nvSpPr>
          <p:cNvPr id="33" name="P2">
            <a:extLst xmlns:a="http://schemas.openxmlformats.org/drawingml/2006/main">
              <a:ext uri="{FF2B5EF4-FFF2-40B4-BE49-F238E27FC236}">
                <a16:creationId xmlns:a16="http://schemas.microsoft.com/office/drawing/2014/main" id="{A50DAFC8-B0A0-45A7-89CB-8DDB525B3498}"/>
              </a:ext>
            </a:extLst>
          </p:cNvPr>
          <p:cNvSpPr>
            <a:spLocks xmlns:a="http://schemas.openxmlformats.org/drawingml/2006/main" noGrp="1"/>
          </p:cNvSpPr>
          <p:nvPr/>
        </p:nvSpPr>
        <p:spPr>
          <a:xfrm xmlns:a="http://schemas.openxmlformats.org/drawingml/2006/main">
            <a:off x="4722019" y="3940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P2</a:t>
            </a:r>
          </a:p>
        </p:txBody>
      </p:sp>
      <p:pic>
        <p:nvPicPr>
          <p:cNvPr id="87" name=""/>
          <p:cNvPicPr>
            <a:picLocks xmlns:a="http://schemas.openxmlformats.org/drawingml/2006/main" noChangeAspect="1"/>
          </p:cNvPicPr>
          <p:nvPr/>
        </p:nvPicPr>
        <p:blipFill>
          <a:blip xmlns:r="http://schemas.openxmlformats.org/officeDocument/2006/relationships" xmlns:a="http://schemas.openxmlformats.org/drawingml/2006/main" r:embed="Rb4b5e08c81a94996"/>
          <a:stretch xmlns:a="http://schemas.openxmlformats.org/drawingml/2006/main"/>
        </p:blipFill>
        <p:spPr>
          <a:xfrm xmlns:a="http://schemas.openxmlformats.org/drawingml/2006/main">
            <a:off x="6357938" y="1905000"/>
            <a:ext cx="2071688" cy="3107531"/>
          </a:xfrm>
          <a:prstGeom xmlns:a="http://schemas.openxmlformats.org/drawingml/2006/main" prst="rect">
            <a:avLst/>
          </a:prstGeom>
        </p:spPr>
      </p:pic>
      <p:sp>
        <p:nvSpPr>
          <p:cNvPr id="35" name="10 A">
            <a:extLst xmlns:a="http://schemas.openxmlformats.org/drawingml/2006/main">
              <a:ext uri="{FF2B5EF4-FFF2-40B4-BE49-F238E27FC236}">
                <a16:creationId xmlns:a16="http://schemas.microsoft.com/office/drawing/2014/main" id="{58E300B9-2ADD-489B-9DA1-4F79688EF1E8}"/>
              </a:ext>
            </a:extLst>
          </p:cNvPr>
          <p:cNvSpPr>
            <a:spLocks xmlns:a="http://schemas.openxmlformats.org/drawingml/2006/main" noGrp="1"/>
          </p:cNvSpPr>
          <p:nvPr/>
        </p:nvSpPr>
        <p:spPr>
          <a:xfrm xmlns:a="http://schemas.openxmlformats.org/drawingml/2006/main">
            <a:off x="667283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10 A</a:t>
            </a:r>
          </a:p>
        </p:txBody>
      </p:sp>
      <p:sp>
        <p:nvSpPr>
          <p:cNvPr id="36" name="mA">
            <a:extLst xmlns:a="http://schemas.openxmlformats.org/drawingml/2006/main">
              <a:ext uri="{FF2B5EF4-FFF2-40B4-BE49-F238E27FC236}">
                <a16:creationId xmlns:a16="http://schemas.microsoft.com/office/drawing/2014/main" id="{F719DA02-F775-49A4-9F4E-A5FFCB1940E9}"/>
              </a:ext>
            </a:extLst>
          </p:cNvPr>
          <p:cNvSpPr>
            <a:spLocks xmlns:a="http://schemas.openxmlformats.org/drawingml/2006/main" noGrp="1"/>
          </p:cNvSpPr>
          <p:nvPr/>
        </p:nvSpPr>
        <p:spPr>
          <a:xfrm xmlns:a="http://schemas.openxmlformats.org/drawingml/2006/main">
            <a:off x="702916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mA</a:t>
            </a:r>
          </a:p>
        </p:txBody>
      </p:sp>
      <p:sp>
        <p:nvSpPr>
          <p:cNvPr id="37" name="COM">
            <a:extLst xmlns:a="http://schemas.openxmlformats.org/drawingml/2006/main">
              <a:ext uri="{FF2B5EF4-FFF2-40B4-BE49-F238E27FC236}">
                <a16:creationId xmlns:a16="http://schemas.microsoft.com/office/drawing/2014/main" id="{8D424126-72CA-4C09-BD21-3FD6DC178C2A}"/>
              </a:ext>
            </a:extLst>
          </p:cNvPr>
          <p:cNvSpPr>
            <a:spLocks xmlns:a="http://schemas.openxmlformats.org/drawingml/2006/main" noGrp="1"/>
          </p:cNvSpPr>
          <p:nvPr/>
        </p:nvSpPr>
        <p:spPr>
          <a:xfrm xmlns:a="http://schemas.openxmlformats.org/drawingml/2006/main">
            <a:off x="738549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COM</a:t>
            </a:r>
          </a:p>
        </p:txBody>
      </p:sp>
      <p:sp>
        <p:nvSpPr>
          <p:cNvPr id="38" name="VΩ">
            <a:extLst xmlns:a="http://schemas.openxmlformats.org/drawingml/2006/main">
              <a:ext uri="{FF2B5EF4-FFF2-40B4-BE49-F238E27FC236}">
                <a16:creationId xmlns:a16="http://schemas.microsoft.com/office/drawing/2014/main" id="{F798DB89-815E-446D-B1B1-B9E9AF7E0733}"/>
              </a:ext>
            </a:extLst>
          </p:cNvPr>
          <p:cNvSpPr>
            <a:spLocks xmlns:a="http://schemas.openxmlformats.org/drawingml/2006/main" noGrp="1"/>
          </p:cNvSpPr>
          <p:nvPr/>
        </p:nvSpPr>
        <p:spPr>
          <a:xfrm xmlns:a="http://schemas.openxmlformats.org/drawingml/2006/main">
            <a:off x="7741825"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VΩ</a:t>
            </a:r>
          </a:p>
        </p:txBody>
      </p:sp>
      <p:sp>
        <p:nvSpPr>
          <p:cNvPr id="39" name="V DC">
            <a:extLst xmlns:a="http://schemas.openxmlformats.org/drawingml/2006/main">
              <a:ext uri="{FF2B5EF4-FFF2-40B4-BE49-F238E27FC236}">
                <a16:creationId xmlns:a16="http://schemas.microsoft.com/office/drawing/2014/main" id="{9C4A7623-BF04-4093-A201-9B0978282DA0}"/>
              </a:ext>
            </a:extLst>
          </p:cNvPr>
          <p:cNvSpPr>
            <a:spLocks xmlns:a="http://schemas.openxmlformats.org/drawingml/2006/main" noGrp="1"/>
          </p:cNvSpPr>
          <p:nvPr/>
        </p:nvSpPr>
        <p:spPr>
          <a:xfrm xmlns:a="http://schemas.openxmlformats.org/drawingml/2006/main">
            <a:off x="6813709" y="2622840"/>
            <a:ext cx="1160145" cy="121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62" b="1">
                <a:solidFill>
                  <a:srgbClr val="111111"/>
                </a:solidFill>
                <a:latin typeface="Calibri"/>
                <a:ea typeface="Calibri"/>
                <a:cs typeface="Calibri"/>
              </a:defRPr>
            </a:pPr>
            <a:r>
              <a:rPr sz="962" b="1">
                <a:solidFill>
                  <a:srgbClr val="111111"/>
                </a:solidFill>
                <a:latin typeface="Calibri"/>
                <a:ea typeface="Calibri"/>
                <a:cs typeface="Calibri"/>
              </a:rPr>
              <a:t>V DC</a:t>
            </a:r>
          </a:p>
        </p:txBody>
      </p:sp>
      <p:sp>
        <p:nvSpPr>
          <p:cNvPr id="40" name="V DC">
            <a:extLst xmlns:a="http://schemas.openxmlformats.org/drawingml/2006/main">
              <a:ext uri="{FF2B5EF4-FFF2-40B4-BE49-F238E27FC236}">
                <a16:creationId xmlns:a16="http://schemas.microsoft.com/office/drawing/2014/main" id="{89F2670D-849B-4D0B-8287-D1EC12D30058}"/>
              </a:ext>
            </a:extLst>
          </p:cNvPr>
          <p:cNvSpPr>
            <a:spLocks xmlns:a="http://schemas.openxmlformats.org/drawingml/2006/main" noGrp="1"/>
          </p:cNvSpPr>
          <p:nvPr/>
        </p:nvSpPr>
        <p:spPr>
          <a:xfrm xmlns:a="http://schemas.openxmlformats.org/drawingml/2006/main">
            <a:off x="7207330" y="285279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1">
                <a:solidFill>
                  <a:srgbClr val="064F91"/>
                </a:solidFill>
                <a:latin typeface="Calibri"/>
                <a:ea typeface="Calibri"/>
                <a:cs typeface="Calibri"/>
              </a:defRPr>
            </a:pPr>
            <a:r>
              <a:rPr sz="897" b="1">
                <a:solidFill>
                  <a:srgbClr val="064F91"/>
                </a:solidFill>
                <a:latin typeface="Calibri"/>
                <a:ea typeface="Calibri"/>
                <a:cs typeface="Calibri"/>
              </a:rPr>
              <a:t>V DC</a:t>
            </a:r>
          </a:p>
        </p:txBody>
      </p:sp>
      <p:sp>
        <p:nvSpPr>
          <p:cNvPr id="41" name="V AC">
            <a:extLst xmlns:a="http://schemas.openxmlformats.org/drawingml/2006/main">
              <a:ext uri="{FF2B5EF4-FFF2-40B4-BE49-F238E27FC236}">
                <a16:creationId xmlns:a16="http://schemas.microsoft.com/office/drawing/2014/main" id="{949E76EA-F769-40BF-A415-E68B2CF0CA0D}"/>
              </a:ext>
            </a:extLst>
          </p:cNvPr>
          <p:cNvSpPr>
            <a:spLocks xmlns:a="http://schemas.openxmlformats.org/drawingml/2006/main" noGrp="1"/>
          </p:cNvSpPr>
          <p:nvPr/>
        </p:nvSpPr>
        <p:spPr>
          <a:xfrm xmlns:a="http://schemas.openxmlformats.org/drawingml/2006/main">
            <a:off x="7664834"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AC</a:t>
            </a:r>
          </a:p>
        </p:txBody>
      </p:sp>
      <p:sp>
        <p:nvSpPr>
          <p:cNvPr id="42" name="A DC">
            <a:extLst xmlns:a="http://schemas.openxmlformats.org/drawingml/2006/main">
              <a:ext uri="{FF2B5EF4-FFF2-40B4-BE49-F238E27FC236}">
                <a16:creationId xmlns:a16="http://schemas.microsoft.com/office/drawing/2014/main" id="{809BE7D9-72C1-429C-9DD9-B088CBE7A227}"/>
              </a:ext>
            </a:extLst>
          </p:cNvPr>
          <p:cNvSpPr>
            <a:spLocks xmlns:a="http://schemas.openxmlformats.org/drawingml/2006/main" noGrp="1"/>
          </p:cNvSpPr>
          <p:nvPr/>
        </p:nvSpPr>
        <p:spPr>
          <a:xfrm xmlns:a="http://schemas.openxmlformats.org/drawingml/2006/main">
            <a:off x="7664834"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A DC</a:t>
            </a:r>
          </a:p>
        </p:txBody>
      </p:sp>
      <p:sp>
        <p:nvSpPr>
          <p:cNvPr id="43" name="Ω">
            <a:extLst xmlns:a="http://schemas.openxmlformats.org/drawingml/2006/main">
              <a:ext uri="{FF2B5EF4-FFF2-40B4-BE49-F238E27FC236}">
                <a16:creationId xmlns:a16="http://schemas.microsoft.com/office/drawing/2014/main" id="{9BC6F55F-08EF-44FE-A27B-FE2596354E96}"/>
              </a:ext>
            </a:extLst>
          </p:cNvPr>
          <p:cNvSpPr>
            <a:spLocks xmlns:a="http://schemas.openxmlformats.org/drawingml/2006/main" noGrp="1"/>
          </p:cNvSpPr>
          <p:nvPr/>
        </p:nvSpPr>
        <p:spPr>
          <a:xfrm xmlns:a="http://schemas.openxmlformats.org/drawingml/2006/main">
            <a:off x="7207330" y="390935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Ω</a:t>
            </a:r>
          </a:p>
        </p:txBody>
      </p:sp>
      <p:sp>
        <p:nvSpPr>
          <p:cNvPr id="44" name="PIP">
            <a:extLst xmlns:a="http://schemas.openxmlformats.org/drawingml/2006/main">
              <a:ext uri="{FF2B5EF4-FFF2-40B4-BE49-F238E27FC236}">
                <a16:creationId xmlns:a16="http://schemas.microsoft.com/office/drawing/2014/main" id="{C4F08BF9-6988-47D4-A5CF-A6203AD9DB1D}"/>
              </a:ext>
            </a:extLst>
          </p:cNvPr>
          <p:cNvSpPr>
            <a:spLocks xmlns:a="http://schemas.openxmlformats.org/drawingml/2006/main" noGrp="1"/>
          </p:cNvSpPr>
          <p:nvPr/>
        </p:nvSpPr>
        <p:spPr>
          <a:xfrm xmlns:a="http://schemas.openxmlformats.org/drawingml/2006/main">
            <a:off x="6749825"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PIP</a:t>
            </a:r>
          </a:p>
        </p:txBody>
      </p:sp>
      <p:sp>
        <p:nvSpPr>
          <p:cNvPr id="45" name="OFF">
            <a:extLst xmlns:a="http://schemas.openxmlformats.org/drawingml/2006/main">
              <a:ext uri="{FF2B5EF4-FFF2-40B4-BE49-F238E27FC236}">
                <a16:creationId xmlns:a16="http://schemas.microsoft.com/office/drawing/2014/main" id="{AAB31F21-F9FD-4670-8964-275C64BABA6A}"/>
              </a:ext>
            </a:extLst>
          </p:cNvPr>
          <p:cNvSpPr>
            <a:spLocks xmlns:a="http://schemas.openxmlformats.org/drawingml/2006/main" noGrp="1"/>
          </p:cNvSpPr>
          <p:nvPr/>
        </p:nvSpPr>
        <p:spPr>
          <a:xfrm xmlns:a="http://schemas.openxmlformats.org/drawingml/2006/main">
            <a:off x="6749825"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OFF</a:t>
            </a:r>
          </a:p>
        </p:txBody>
      </p:sp>
      <p:sp>
        <p:nvSpPr>
          <p:cNvPr id="46" name="Ledning">
            <a:extLst xmlns:a="http://schemas.openxmlformats.org/drawingml/2006/main">
              <a:ext uri="{FF2B5EF4-FFF2-40B4-BE49-F238E27FC236}">
                <a16:creationId xmlns:a16="http://schemas.microsoft.com/office/drawing/2014/main" id="{0B7B11D7-8BFD-468B-BA23-89C987F8DAC3}"/>
              </a:ext>
            </a:extLst>
          </p:cNvPr>
          <p:cNvSpPr>
            <a:spLocks xmlns:a="http://schemas.openxmlformats.org/drawingml/2006/main" noGrp="1"/>
          </p:cNvSpPr>
          <p:nvPr/>
        </p:nvSpPr>
        <p:spPr>
          <a:xfrm xmlns:a="http://schemas.openxmlformats.org/drawingml/2006/main">
            <a:off x="7393781" y="3148012"/>
            <a:ext cx="715" cy="310754"/>
          </a:xfrm>
          <a:custGeom xmlns:a="http://schemas.openxmlformats.org/drawingml/2006/main">
            <a:pathLst>
              <a:path w="953" h="414338">
                <a:moveTo>
                  <a:pt x="0" y="414338"/>
                </a:moveTo>
                <a:lnTo>
                  <a:pt x="0" y="0"/>
                </a:lnTo>
              </a:path>
            </a:pathLst>
          </a:custGeom>
          <a:noFill xmlns:a="http://schemas.openxmlformats.org/drawingml/2006/main"/>
          <a:ln xmlns:a="http://schemas.openxmlformats.org/drawingml/2006/main" w="42862">
            <a:solidFill>
              <a:srgbClr val="064F91"/>
            </a:solidFill>
          </a:ln>
        </p:spPr>
      </p:sp>
      <p:sp>
        <p:nvSpPr>
          <p:cNvPr id="47" name="">
            <a:extLst xmlns:a="http://schemas.openxmlformats.org/drawingml/2006/main">
              <a:ext uri="{FF2B5EF4-FFF2-40B4-BE49-F238E27FC236}">
                <a16:creationId xmlns:a16="http://schemas.microsoft.com/office/drawing/2014/main" id="{3A3C5A5E-A48E-4471-85FE-CB12F25202DF}"/>
              </a:ext>
            </a:extLst>
          </p:cNvPr>
          <p:cNvSpPr>
            <a:spLocks xmlns:a="http://schemas.openxmlformats.org/drawingml/2006/main" noGrp="1"/>
          </p:cNvSpPr>
          <p:nvPr/>
        </p:nvSpPr>
        <p:spPr>
          <a:xfrm xmlns:a="http://schemas.openxmlformats.org/drawingml/2006/main">
            <a:off x="7358062" y="3423047"/>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48" name="">
            <a:extLst xmlns:a="http://schemas.openxmlformats.org/drawingml/2006/main">
              <a:ext uri="{FF2B5EF4-FFF2-40B4-BE49-F238E27FC236}">
                <a16:creationId xmlns:a16="http://schemas.microsoft.com/office/drawing/2014/main" id="{BBED6DF1-8BD2-4B67-AA6F-6BFFDEE9A131}"/>
              </a:ext>
            </a:extLst>
          </p:cNvPr>
          <p:cNvSpPr>
            <a:spLocks xmlns:a="http://schemas.openxmlformats.org/drawingml/2006/main" noGrp="1"/>
          </p:cNvSpPr>
          <p:nvPr/>
        </p:nvSpPr>
        <p:spPr>
          <a:xfrm xmlns:a="http://schemas.openxmlformats.org/drawingml/2006/main">
            <a:off x="7478720" y="4440746"/>
            <a:ext cx="186452" cy="186452"/>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49" name="">
            <a:extLst xmlns:a="http://schemas.openxmlformats.org/drawingml/2006/main">
              <a:ext uri="{FF2B5EF4-FFF2-40B4-BE49-F238E27FC236}">
                <a16:creationId xmlns:a16="http://schemas.microsoft.com/office/drawing/2014/main" id="{B004167C-F71A-49AE-9BD7-C893D7472B68}"/>
              </a:ext>
            </a:extLst>
          </p:cNvPr>
          <p:cNvSpPr>
            <a:spLocks xmlns:a="http://schemas.openxmlformats.org/drawingml/2006/main" noGrp="1"/>
          </p:cNvSpPr>
          <p:nvPr/>
        </p:nvSpPr>
        <p:spPr>
          <a:xfrm xmlns:a="http://schemas.openxmlformats.org/drawingml/2006/main">
            <a:off x="7518082" y="4480108"/>
            <a:ext cx="107728" cy="107728"/>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50" name="">
            <a:extLst xmlns:a="http://schemas.openxmlformats.org/drawingml/2006/main">
              <a:ext uri="{FF2B5EF4-FFF2-40B4-BE49-F238E27FC236}">
                <a16:creationId xmlns:a16="http://schemas.microsoft.com/office/drawing/2014/main" id="{20881F0E-C831-4309-81E6-6F1B4751E61D}"/>
              </a:ext>
            </a:extLst>
          </p:cNvPr>
          <p:cNvSpPr>
            <a:spLocks xmlns:a="http://schemas.openxmlformats.org/drawingml/2006/main" noGrp="1"/>
          </p:cNvSpPr>
          <p:nvPr/>
        </p:nvSpPr>
        <p:spPr>
          <a:xfrm xmlns:a="http://schemas.openxmlformats.org/drawingml/2006/main">
            <a:off x="7835050" y="4440746"/>
            <a:ext cx="186452" cy="186452"/>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51" name="">
            <a:extLst xmlns:a="http://schemas.openxmlformats.org/drawingml/2006/main">
              <a:ext uri="{FF2B5EF4-FFF2-40B4-BE49-F238E27FC236}">
                <a16:creationId xmlns:a16="http://schemas.microsoft.com/office/drawing/2014/main" id="{4B2BC1BD-8274-4C62-8DC3-9F3291D55745}"/>
              </a:ext>
            </a:extLst>
          </p:cNvPr>
          <p:cNvSpPr>
            <a:spLocks xmlns:a="http://schemas.openxmlformats.org/drawingml/2006/main" noGrp="1"/>
          </p:cNvSpPr>
          <p:nvPr/>
        </p:nvSpPr>
        <p:spPr>
          <a:xfrm xmlns:a="http://schemas.openxmlformats.org/drawingml/2006/main">
            <a:off x="7874413" y="4480108"/>
            <a:ext cx="107728" cy="107728"/>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52" name="">
            <a:extLst xmlns:a="http://schemas.openxmlformats.org/drawingml/2006/main">
              <a:ext uri="{FF2B5EF4-FFF2-40B4-BE49-F238E27FC236}">
                <a16:creationId xmlns:a16="http://schemas.microsoft.com/office/drawing/2014/main" id="{477AA700-C7BF-4666-8D86-66A41A8F88FE}"/>
              </a:ext>
            </a:extLst>
          </p:cNvPr>
          <p:cNvSpPr>
            <a:spLocks xmlns:a="http://schemas.openxmlformats.org/drawingml/2006/main" noGrp="1"/>
          </p:cNvSpPr>
          <p:nvPr/>
        </p:nvSpPr>
        <p:spPr>
          <a:xfrm xmlns:a="http://schemas.openxmlformats.org/drawingml/2006/main">
            <a:off x="7781187" y="4386882"/>
            <a:ext cx="294180" cy="294180"/>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53" name="Svart till COM. Röd till VΩ. Välj V DC.">
            <a:extLst xmlns:a="http://schemas.openxmlformats.org/drawingml/2006/main">
              <a:ext uri="{FF2B5EF4-FFF2-40B4-BE49-F238E27FC236}">
                <a16:creationId xmlns:a16="http://schemas.microsoft.com/office/drawing/2014/main" id="{3EAADB19-3A60-435E-9F77-3E5AC35CE060}"/>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Svart till COM. Röd till VΩ. Välj V DC.</a:t>
            </a:r>
          </a:p>
        </p:txBody>
      </p:sp>
      <p:sp>
        <p:nvSpPr>
          <p:cNvPr id="9001" name="Spänning  Funktion och uttag">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Spänning  Funktion och uttag</a:t>
            </a:r>
          </a:p>
        </p:txBody>
      </p:sp>
      <p:sp>
        <p:nvSpPr>
          <p:cNvPr id="9002" name="11">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11</a:t>
            </a:r>
          </a:p>
        </p:txBody>
      </p:sp>
    </p:spTree>
    <p:extLst>
      <p:ext uri="{BB962C8B-B14F-4D97-AF65-F5344CB8AC3E}">
        <p14:creationId xmlns:p14="http://schemas.microsoft.com/office/powerpoint/2010/main" val="5376797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Matningen frånkopplad under förberedelsen">
            <a:extLst xmlns:a="http://schemas.openxmlformats.org/drawingml/2006/main">
              <a:ext uri="{FF2B5EF4-FFF2-40B4-BE49-F238E27FC236}">
                <a16:creationId xmlns:a16="http://schemas.microsoft.com/office/drawing/2014/main" id="{A46A043E-650B-49B8-8F57-405C2842FE51}"/>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505864"/>
                </a:solidFill>
                <a:latin typeface="Calibri"/>
                <a:ea typeface="Calibri"/>
                <a:cs typeface="Calibri"/>
              </a:defRPr>
            </a:pPr>
            <a:r>
              <a:rPr sz="1406" b="1">
                <a:solidFill>
                  <a:srgbClr val="505864"/>
                </a:solidFill>
                <a:latin typeface="Calibri"/>
                <a:ea typeface="Calibri"/>
                <a:cs typeface="Calibri"/>
              </a:rPr>
              <a:t>Matningen frånkopplad under förberedelsen</a:t>
            </a:r>
          </a:p>
        </p:txBody>
      </p:sp>
      <p:sp>
        <p:nvSpPr>
          <p:cNvPr id="5" name="Ledning">
            <a:extLst xmlns:a="http://schemas.openxmlformats.org/drawingml/2006/main">
              <a:ext uri="{FF2B5EF4-FFF2-40B4-BE49-F238E27FC236}">
                <a16:creationId xmlns:a16="http://schemas.microsoft.com/office/drawing/2014/main" id="{00CF22A1-223A-483F-88F0-D1ECC9171E2C}"/>
              </a:ext>
            </a:extLst>
          </p:cNvPr>
          <p:cNvSpPr>
            <a:spLocks xmlns:a="http://schemas.openxmlformats.org/drawingml/2006/main" noGrp="1"/>
          </p:cNvSpPr>
          <p:nvPr/>
        </p:nvSpPr>
        <p:spPr>
          <a:xfrm xmlns:a="http://schemas.openxmlformats.org/drawingml/2006/main">
            <a:off x="892969" y="2547938"/>
            <a:ext cx="715" cy="878681"/>
          </a:xfrm>
          <a:custGeom xmlns:a="http://schemas.openxmlformats.org/drawingml/2006/main">
            <a:pathLst>
              <a:path w="953" h="1171575">
                <a:moveTo>
                  <a:pt x="0" y="11715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D36027F3-C14F-4A6F-A602-A7E9C9A180B4}"/>
              </a:ext>
            </a:extLst>
          </p:cNvPr>
          <p:cNvSpPr>
            <a:spLocks xmlns:a="http://schemas.openxmlformats.org/drawingml/2006/main" noGrp="1"/>
          </p:cNvSpPr>
          <p:nvPr/>
        </p:nvSpPr>
        <p:spPr>
          <a:xfrm xmlns:a="http://schemas.openxmlformats.org/drawingml/2006/main">
            <a:off x="892969" y="2547938"/>
            <a:ext cx="785812" cy="715"/>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28575">
            <a:solidFill>
              <a:srgbClr val="111111"/>
            </a:solidFill>
          </a:ln>
        </p:spPr>
      </p:sp>
      <p:sp>
        <p:nvSpPr>
          <p:cNvPr id="7" name="">
            <a:extLst xmlns:a="http://schemas.openxmlformats.org/drawingml/2006/main">
              <a:ext uri="{FF2B5EF4-FFF2-40B4-BE49-F238E27FC236}">
                <a16:creationId xmlns:a16="http://schemas.microsoft.com/office/drawing/2014/main" id="{EB66A40A-5CD6-4CE2-BC1A-454EDDE499D2}"/>
              </a:ext>
            </a:extLst>
          </p:cNvPr>
          <p:cNvSpPr>
            <a:spLocks xmlns:a="http://schemas.openxmlformats.org/drawingml/2006/main" noGrp="1"/>
          </p:cNvSpPr>
          <p:nvPr/>
        </p:nvSpPr>
        <p:spPr>
          <a:xfrm xmlns:a="http://schemas.openxmlformats.org/drawingml/2006/main">
            <a:off x="1678781" y="2462212"/>
            <a:ext cx="571500" cy="171450"/>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8" name="Ledning">
            <a:extLst xmlns:a="http://schemas.openxmlformats.org/drawingml/2006/main">
              <a:ext uri="{FF2B5EF4-FFF2-40B4-BE49-F238E27FC236}">
                <a16:creationId xmlns:a16="http://schemas.microsoft.com/office/drawing/2014/main" id="{7E1E4AF3-D79D-425A-874F-40E115E43598}"/>
              </a:ext>
            </a:extLst>
          </p:cNvPr>
          <p:cNvSpPr>
            <a:spLocks xmlns:a="http://schemas.openxmlformats.org/drawingml/2006/main" noGrp="1"/>
          </p:cNvSpPr>
          <p:nvPr/>
        </p:nvSpPr>
        <p:spPr>
          <a:xfrm xmlns:a="http://schemas.openxmlformats.org/drawingml/2006/main">
            <a:off x="1678781" y="2547938"/>
            <a:ext cx="571500" cy="715"/>
          </a:xfrm>
          <a:custGeom xmlns:a="http://schemas.openxmlformats.org/drawingml/2006/main">
            <a:pathLst>
              <a:path w="762000" h="953">
                <a:moveTo>
                  <a:pt x="0" y="0"/>
                </a:moveTo>
                <a:lnTo>
                  <a:pt x="762000" y="0"/>
                </a:lnTo>
              </a:path>
            </a:pathLst>
          </a:custGeom>
          <a:noFill xmlns:a="http://schemas.openxmlformats.org/drawingml/2006/main"/>
          <a:ln xmlns:a="http://schemas.openxmlformats.org/drawingml/2006/main" w="14288">
            <a:solidFill>
              <a:srgbClr val="111111"/>
            </a:solidFill>
          </a:ln>
        </p:spPr>
      </p:sp>
      <p:sp>
        <p:nvSpPr>
          <p:cNvPr id="9" name="F1">
            <a:extLst xmlns:a="http://schemas.openxmlformats.org/drawingml/2006/main">
              <a:ext uri="{FF2B5EF4-FFF2-40B4-BE49-F238E27FC236}">
                <a16:creationId xmlns:a16="http://schemas.microsoft.com/office/drawing/2014/main" id="{AFAF9242-3FD6-41EA-A18F-7E19B8818BBC}"/>
              </a:ext>
            </a:extLst>
          </p:cNvPr>
          <p:cNvSpPr>
            <a:spLocks xmlns:a="http://schemas.openxmlformats.org/drawingml/2006/main" noGrp="1"/>
          </p:cNvSpPr>
          <p:nvPr/>
        </p:nvSpPr>
        <p:spPr>
          <a:xfrm xmlns:a="http://schemas.openxmlformats.org/drawingml/2006/main">
            <a:off x="1778794"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F1</a:t>
            </a:r>
          </a:p>
        </p:txBody>
      </p:sp>
      <p:sp>
        <p:nvSpPr>
          <p:cNvPr id="10" name="Ledning">
            <a:extLst xmlns:a="http://schemas.openxmlformats.org/drawingml/2006/main">
              <a:ext uri="{FF2B5EF4-FFF2-40B4-BE49-F238E27FC236}">
                <a16:creationId xmlns:a16="http://schemas.microsoft.com/office/drawing/2014/main" id="{34F64436-881E-4D23-9073-F29C913783FF}"/>
              </a:ext>
            </a:extLst>
          </p:cNvPr>
          <p:cNvSpPr>
            <a:spLocks xmlns:a="http://schemas.openxmlformats.org/drawingml/2006/main" noGrp="1"/>
          </p:cNvSpPr>
          <p:nvPr/>
        </p:nvSpPr>
        <p:spPr>
          <a:xfrm xmlns:a="http://schemas.openxmlformats.org/drawingml/2006/main">
            <a:off x="2250281" y="2547938"/>
            <a:ext cx="392906" cy="715"/>
          </a:xfrm>
          <a:custGeom xmlns:a="http://schemas.openxmlformats.org/drawingml/2006/main">
            <a:pathLst>
              <a:path w="523875" h="953">
                <a:moveTo>
                  <a:pt x="0" y="0"/>
                </a:moveTo>
                <a:lnTo>
                  <a:pt x="523875" y="0"/>
                </a:lnTo>
              </a:path>
            </a:pathLst>
          </a:custGeom>
          <a:noFill xmlns:a="http://schemas.openxmlformats.org/drawingml/2006/main"/>
          <a:ln xmlns:a="http://schemas.openxmlformats.org/drawingml/2006/main" w="28575">
            <a:solidFill>
              <a:srgbClr val="111111"/>
            </a:solidFill>
          </a:ln>
        </p:spPr>
      </p:sp>
      <p:sp>
        <p:nvSpPr>
          <p:cNvPr id="11" name="">
            <a:extLst xmlns:a="http://schemas.openxmlformats.org/drawingml/2006/main">
              <a:ext uri="{FF2B5EF4-FFF2-40B4-BE49-F238E27FC236}">
                <a16:creationId xmlns:a16="http://schemas.microsoft.com/office/drawing/2014/main" id="{3F7776AD-1EB7-4127-9C18-6F7CA2D633CF}"/>
              </a:ext>
            </a:extLst>
          </p:cNvPr>
          <p:cNvSpPr>
            <a:spLocks xmlns:a="http://schemas.openxmlformats.org/drawingml/2006/main" noGrp="1"/>
          </p:cNvSpPr>
          <p:nvPr/>
        </p:nvSpPr>
        <p:spPr>
          <a:xfrm xmlns:a="http://schemas.openxmlformats.org/drawingml/2006/main">
            <a:off x="26074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
            <a:extLst xmlns:a="http://schemas.openxmlformats.org/drawingml/2006/main">
              <a:ext uri="{FF2B5EF4-FFF2-40B4-BE49-F238E27FC236}">
                <a16:creationId xmlns:a16="http://schemas.microsoft.com/office/drawing/2014/main" id="{2FE69675-1BE5-4A71-B03E-16C8FAC2B558}"/>
              </a:ext>
            </a:extLst>
          </p:cNvPr>
          <p:cNvSpPr>
            <a:spLocks xmlns:a="http://schemas.openxmlformats.org/drawingml/2006/main" noGrp="1"/>
          </p:cNvSpPr>
          <p:nvPr/>
        </p:nvSpPr>
        <p:spPr>
          <a:xfrm xmlns:a="http://schemas.openxmlformats.org/drawingml/2006/main">
            <a:off x="29503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3" name="Ledning">
            <a:extLst xmlns:a="http://schemas.openxmlformats.org/drawingml/2006/main">
              <a:ext uri="{FF2B5EF4-FFF2-40B4-BE49-F238E27FC236}">
                <a16:creationId xmlns:a16="http://schemas.microsoft.com/office/drawing/2014/main" id="{1464F045-7768-4F44-A334-57D4DF38FF20}"/>
              </a:ext>
            </a:extLst>
          </p:cNvPr>
          <p:cNvSpPr>
            <a:spLocks xmlns:a="http://schemas.openxmlformats.org/drawingml/2006/main" noGrp="1"/>
          </p:cNvSpPr>
          <p:nvPr/>
        </p:nvSpPr>
        <p:spPr>
          <a:xfrm xmlns:a="http://schemas.openxmlformats.org/drawingml/2006/main">
            <a:off x="2643188" y="2547938"/>
            <a:ext cx="342900" cy="715"/>
          </a:xfrm>
          <a:custGeom xmlns:a="http://schemas.openxmlformats.org/drawingml/2006/main">
            <a:pathLst>
              <a:path w="457200" h="953">
                <a:moveTo>
                  <a:pt x="0" y="0"/>
                </a:moveTo>
                <a:lnTo>
                  <a:pt x="457200" y="0"/>
                </a:lnTo>
              </a:path>
            </a:pathLst>
          </a:custGeom>
          <a:noFill xmlns:a="http://schemas.openxmlformats.org/drawingml/2006/main"/>
          <a:ln xmlns:a="http://schemas.openxmlformats.org/drawingml/2006/main" w="28575">
            <a:solidFill>
              <a:srgbClr val="111111"/>
            </a:solidFill>
          </a:ln>
        </p:spPr>
      </p:sp>
      <p:sp>
        <p:nvSpPr>
          <p:cNvPr id="14" name="S1">
            <a:extLst xmlns:a="http://schemas.openxmlformats.org/drawingml/2006/main">
              <a:ext uri="{FF2B5EF4-FFF2-40B4-BE49-F238E27FC236}">
                <a16:creationId xmlns:a16="http://schemas.microsoft.com/office/drawing/2014/main" id="{5DB998C9-42C0-4C8F-8392-1DD3DE1532D8}"/>
              </a:ext>
            </a:extLst>
          </p:cNvPr>
          <p:cNvSpPr>
            <a:spLocks xmlns:a="http://schemas.openxmlformats.org/drawingml/2006/main" noGrp="1"/>
          </p:cNvSpPr>
          <p:nvPr/>
        </p:nvSpPr>
        <p:spPr>
          <a:xfrm xmlns:a="http://schemas.openxmlformats.org/drawingml/2006/main">
            <a:off x="2628900"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S1</a:t>
            </a:r>
          </a:p>
        </p:txBody>
      </p:sp>
      <p:sp>
        <p:nvSpPr>
          <p:cNvPr id="15" name="Ledning">
            <a:extLst xmlns:a="http://schemas.openxmlformats.org/drawingml/2006/main">
              <a:ext uri="{FF2B5EF4-FFF2-40B4-BE49-F238E27FC236}">
                <a16:creationId xmlns:a16="http://schemas.microsoft.com/office/drawing/2014/main" id="{977399A3-56EB-470C-A1FA-3E4702EC30D5}"/>
              </a:ext>
            </a:extLst>
          </p:cNvPr>
          <p:cNvSpPr>
            <a:spLocks xmlns:a="http://schemas.openxmlformats.org/drawingml/2006/main" noGrp="1"/>
          </p:cNvSpPr>
          <p:nvPr/>
        </p:nvSpPr>
        <p:spPr>
          <a:xfrm xmlns:a="http://schemas.openxmlformats.org/drawingml/2006/main">
            <a:off x="2986088" y="2547938"/>
            <a:ext cx="264319" cy="715"/>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28575">
            <a:solidFill>
              <a:srgbClr val="111111"/>
            </a:solidFill>
          </a:ln>
        </p:spPr>
      </p:sp>
      <p:sp>
        <p:nvSpPr>
          <p:cNvPr id="16" name="Ledning">
            <a:extLst xmlns:a="http://schemas.openxmlformats.org/drawingml/2006/main">
              <a:ext uri="{FF2B5EF4-FFF2-40B4-BE49-F238E27FC236}">
                <a16:creationId xmlns:a16="http://schemas.microsoft.com/office/drawing/2014/main" id="{FB8E3FCC-06EB-41F0-A015-765875858AD9}"/>
              </a:ext>
            </a:extLst>
          </p:cNvPr>
          <p:cNvSpPr>
            <a:spLocks xmlns:a="http://schemas.openxmlformats.org/drawingml/2006/main" noGrp="1"/>
          </p:cNvSpPr>
          <p:nvPr/>
        </p:nvSpPr>
        <p:spPr>
          <a:xfrm xmlns:a="http://schemas.openxmlformats.org/drawingml/2006/main">
            <a:off x="3250406"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7" name="Ledning">
            <a:extLst xmlns:a="http://schemas.openxmlformats.org/drawingml/2006/main">
              <a:ext uri="{FF2B5EF4-FFF2-40B4-BE49-F238E27FC236}">
                <a16:creationId xmlns:a16="http://schemas.microsoft.com/office/drawing/2014/main" id="{17D4498A-E8CF-4E5D-80BB-B7CAA83926EA}"/>
              </a:ext>
            </a:extLst>
          </p:cNvPr>
          <p:cNvSpPr>
            <a:spLocks xmlns:a="http://schemas.openxmlformats.org/drawingml/2006/main" noGrp="1"/>
          </p:cNvSpPr>
          <p:nvPr/>
        </p:nvSpPr>
        <p:spPr>
          <a:xfrm xmlns:a="http://schemas.openxmlformats.org/drawingml/2006/main">
            <a:off x="3893344"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8" name="Ledning">
            <a:extLst xmlns:a="http://schemas.openxmlformats.org/drawingml/2006/main">
              <a:ext uri="{FF2B5EF4-FFF2-40B4-BE49-F238E27FC236}">
                <a16:creationId xmlns:a16="http://schemas.microsoft.com/office/drawing/2014/main" id="{10625890-24A3-4DA3-90D6-1F24A0A207FE}"/>
              </a:ext>
            </a:extLst>
          </p:cNvPr>
          <p:cNvSpPr>
            <a:spLocks xmlns:a="http://schemas.openxmlformats.org/drawingml/2006/main" noGrp="1"/>
          </p:cNvSpPr>
          <p:nvPr/>
        </p:nvSpPr>
        <p:spPr>
          <a:xfrm xmlns:a="http://schemas.openxmlformats.org/drawingml/2006/main">
            <a:off x="4536281" y="2547938"/>
            <a:ext cx="715" cy="892969"/>
          </a:xfrm>
          <a:custGeom xmlns:a="http://schemas.openxmlformats.org/drawingml/2006/main">
            <a:pathLst>
              <a:path w="953" h="1190625">
                <a:moveTo>
                  <a:pt x="0" y="0"/>
                </a:moveTo>
                <a:lnTo>
                  <a:pt x="0" y="1190625"/>
                </a:lnTo>
              </a:path>
            </a:pathLst>
          </a:custGeom>
          <a:noFill xmlns:a="http://schemas.openxmlformats.org/drawingml/2006/main"/>
          <a:ln xmlns:a="http://schemas.openxmlformats.org/drawingml/2006/main" w="28575">
            <a:solidFill>
              <a:srgbClr val="111111"/>
            </a:solidFill>
          </a:ln>
        </p:spPr>
      </p:sp>
      <p:sp>
        <p:nvSpPr>
          <p:cNvPr id="19" name="">
            <a:extLst xmlns:a="http://schemas.openxmlformats.org/drawingml/2006/main">
              <a:ext uri="{FF2B5EF4-FFF2-40B4-BE49-F238E27FC236}">
                <a16:creationId xmlns:a16="http://schemas.microsoft.com/office/drawing/2014/main" id="{30B4CEF0-55D9-49EB-9787-A348F45263D2}"/>
              </a:ext>
            </a:extLst>
          </p:cNvPr>
          <p:cNvSpPr>
            <a:spLocks xmlns:a="http://schemas.openxmlformats.org/drawingml/2006/main" noGrp="1"/>
          </p:cNvSpPr>
          <p:nvPr/>
        </p:nvSpPr>
        <p:spPr>
          <a:xfrm xmlns:a="http://schemas.openxmlformats.org/drawingml/2006/main">
            <a:off x="4321969" y="3440906"/>
            <a:ext cx="428625" cy="428625"/>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20" name="Ledning">
            <a:extLst xmlns:a="http://schemas.openxmlformats.org/drawingml/2006/main">
              <a:ext uri="{FF2B5EF4-FFF2-40B4-BE49-F238E27FC236}">
                <a16:creationId xmlns:a16="http://schemas.microsoft.com/office/drawing/2014/main" id="{FFE3397C-69B5-4A0F-B4B0-29D2FB192AD7}"/>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0" y="0"/>
                </a:moveTo>
                <a:lnTo>
                  <a:pt x="388620" y="388620"/>
                </a:lnTo>
              </a:path>
            </a:pathLst>
          </a:custGeom>
          <a:noFill xmlns:a="http://schemas.openxmlformats.org/drawingml/2006/main"/>
          <a:ln xmlns:a="http://schemas.openxmlformats.org/drawingml/2006/main" w="28575">
            <a:solidFill>
              <a:srgbClr val="111111"/>
            </a:solidFill>
          </a:ln>
        </p:spPr>
      </p:sp>
      <p:sp>
        <p:nvSpPr>
          <p:cNvPr id="21" name="Ledning">
            <a:extLst xmlns:a="http://schemas.openxmlformats.org/drawingml/2006/main">
              <a:ext uri="{FF2B5EF4-FFF2-40B4-BE49-F238E27FC236}">
                <a16:creationId xmlns:a16="http://schemas.microsoft.com/office/drawing/2014/main" id="{75E10FA0-2593-45ED-A0BE-5CA6BD476AAF}"/>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388620" y="0"/>
                </a:moveTo>
                <a:lnTo>
                  <a:pt x="0" y="388620"/>
                </a:lnTo>
              </a:path>
            </a:pathLst>
          </a:custGeom>
          <a:noFill xmlns:a="http://schemas.openxmlformats.org/drawingml/2006/main"/>
          <a:ln xmlns:a="http://schemas.openxmlformats.org/drawingml/2006/main" w="28575">
            <a:solidFill>
              <a:srgbClr val="111111"/>
            </a:solidFill>
          </a:ln>
        </p:spPr>
      </p:sp>
      <p:sp>
        <p:nvSpPr>
          <p:cNvPr id="22" name="Ledning">
            <a:extLst xmlns:a="http://schemas.openxmlformats.org/drawingml/2006/main">
              <a:ext uri="{FF2B5EF4-FFF2-40B4-BE49-F238E27FC236}">
                <a16:creationId xmlns:a16="http://schemas.microsoft.com/office/drawing/2014/main" id="{E26F3133-1796-453A-BB8B-8BDFC434AAA5}"/>
              </a:ext>
            </a:extLst>
          </p:cNvPr>
          <p:cNvSpPr>
            <a:spLocks xmlns:a="http://schemas.openxmlformats.org/drawingml/2006/main" noGrp="1"/>
          </p:cNvSpPr>
          <p:nvPr/>
        </p:nvSpPr>
        <p:spPr>
          <a:xfrm xmlns:a="http://schemas.openxmlformats.org/drawingml/2006/main">
            <a:off x="4536281" y="3869531"/>
            <a:ext cx="715" cy="785812"/>
          </a:xfrm>
          <a:custGeom xmlns:a="http://schemas.openxmlformats.org/drawingml/2006/main">
            <a:pathLst>
              <a:path w="953" h="1047750">
                <a:moveTo>
                  <a:pt x="0" y="0"/>
                </a:moveTo>
                <a:lnTo>
                  <a:pt x="0" y="1047750"/>
                </a:lnTo>
              </a:path>
            </a:pathLst>
          </a:custGeom>
          <a:noFill xmlns:a="http://schemas.openxmlformats.org/drawingml/2006/main"/>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77C08130-C886-4C7C-8908-2367B180939E}"/>
              </a:ext>
            </a:extLst>
          </p:cNvPr>
          <p:cNvSpPr>
            <a:spLocks xmlns:a="http://schemas.openxmlformats.org/drawingml/2006/main" noGrp="1"/>
          </p:cNvSpPr>
          <p:nvPr/>
        </p:nvSpPr>
        <p:spPr>
          <a:xfrm xmlns:a="http://schemas.openxmlformats.org/drawingml/2006/main">
            <a:off x="892969" y="4655344"/>
            <a:ext cx="3643312" cy="715"/>
          </a:xfrm>
          <a:custGeom xmlns:a="http://schemas.openxmlformats.org/drawingml/2006/main">
            <a:pathLst>
              <a:path w="4857750" h="953">
                <a:moveTo>
                  <a:pt x="4857750" y="0"/>
                </a:moveTo>
                <a:lnTo>
                  <a:pt x="0" y="0"/>
                </a:lnTo>
              </a:path>
            </a:pathLst>
          </a:custGeom>
          <a:noFill xmlns:a="http://schemas.openxmlformats.org/drawingml/2006/main"/>
          <a:ln xmlns:a="http://schemas.openxmlformats.org/drawingml/2006/main" w="28575">
            <a:solidFill>
              <a:srgbClr val="111111"/>
            </a:solidFill>
          </a:ln>
        </p:spPr>
      </p:sp>
      <p:sp>
        <p:nvSpPr>
          <p:cNvPr id="24" name="Ledning">
            <a:extLst xmlns:a="http://schemas.openxmlformats.org/drawingml/2006/main">
              <a:ext uri="{FF2B5EF4-FFF2-40B4-BE49-F238E27FC236}">
                <a16:creationId xmlns:a16="http://schemas.microsoft.com/office/drawing/2014/main" id="{FB0A5CB4-5334-4F26-823B-3ED92BB7C2C4}"/>
              </a:ext>
            </a:extLst>
          </p:cNvPr>
          <p:cNvSpPr>
            <a:spLocks xmlns:a="http://schemas.openxmlformats.org/drawingml/2006/main" noGrp="1"/>
          </p:cNvSpPr>
          <p:nvPr/>
        </p:nvSpPr>
        <p:spPr>
          <a:xfrm xmlns:a="http://schemas.openxmlformats.org/drawingml/2006/main">
            <a:off x="892969" y="3912394"/>
            <a:ext cx="715" cy="742950"/>
          </a:xfrm>
          <a:custGeom xmlns:a="http://schemas.openxmlformats.org/drawingml/2006/main">
            <a:pathLst>
              <a:path w="953" h="990600">
                <a:moveTo>
                  <a:pt x="0" y="990600"/>
                </a:moveTo>
                <a:lnTo>
                  <a:pt x="0" y="0"/>
                </a:lnTo>
              </a:path>
            </a:pathLst>
          </a:custGeom>
          <a:noFill xmlns:a="http://schemas.openxmlformats.org/drawingml/2006/main"/>
          <a:ln xmlns:a="http://schemas.openxmlformats.org/drawingml/2006/main" w="28575">
            <a:solidFill>
              <a:srgbClr val="111111"/>
            </a:solidFill>
          </a:ln>
        </p:spPr>
      </p:sp>
      <p:sp>
        <p:nvSpPr>
          <p:cNvPr id="25" name="">
            <a:extLst xmlns:a="http://schemas.openxmlformats.org/drawingml/2006/main">
              <a:ext uri="{FF2B5EF4-FFF2-40B4-BE49-F238E27FC236}">
                <a16:creationId xmlns:a16="http://schemas.microsoft.com/office/drawing/2014/main" id="{C925F8B1-FDB4-476D-A37A-EAE5E28912E6}"/>
              </a:ext>
            </a:extLst>
          </p:cNvPr>
          <p:cNvSpPr>
            <a:spLocks xmlns:a="http://schemas.openxmlformats.org/drawingml/2006/main" noGrp="1"/>
          </p:cNvSpPr>
          <p:nvPr/>
        </p:nvSpPr>
        <p:spPr>
          <a:xfrm xmlns:a="http://schemas.openxmlformats.org/drawingml/2006/main">
            <a:off x="650081" y="3426619"/>
            <a:ext cx="485775" cy="485775"/>
          </a:xfrm>
          <a:prstGeom xmlns:a="http://schemas.openxmlformats.org/drawingml/2006/main" prst="ellipse">
            <a:avLst/>
          </a:prstGeom>
          <a:solidFill xmlns:a="http://schemas.openxmlformats.org/drawingml/2006/main">
            <a:srgbClr val="FFFFFF"/>
          </a:solidFill>
          <a:ln xmlns:a="http://schemas.openxmlformats.org/drawingml/2006/main" w="28575">
            <a:solidFill>
              <a:srgbClr val="505864"/>
            </a:solidFill>
          </a:ln>
        </p:spPr>
      </p:sp>
      <p:sp>
        <p:nvSpPr>
          <p:cNvPr id="26" name="+">
            <a:extLst xmlns:a="http://schemas.openxmlformats.org/drawingml/2006/main">
              <a:ext uri="{FF2B5EF4-FFF2-40B4-BE49-F238E27FC236}">
                <a16:creationId xmlns:a16="http://schemas.microsoft.com/office/drawing/2014/main" id="{8FEFFEC4-1EE4-4001-87F9-45B48C2615F3}"/>
              </a:ext>
            </a:extLst>
          </p:cNvPr>
          <p:cNvSpPr>
            <a:spLocks xmlns:a="http://schemas.openxmlformats.org/drawingml/2006/main" noGrp="1"/>
          </p:cNvSpPr>
          <p:nvPr/>
        </p:nvSpPr>
        <p:spPr>
          <a:xfrm xmlns:a="http://schemas.openxmlformats.org/drawingml/2006/main">
            <a:off x="800100" y="3448050"/>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7" name="−">
            <a:extLst xmlns:a="http://schemas.openxmlformats.org/drawingml/2006/main">
              <a:ext uri="{FF2B5EF4-FFF2-40B4-BE49-F238E27FC236}">
                <a16:creationId xmlns:a16="http://schemas.microsoft.com/office/drawing/2014/main" id="{D52CE755-5CCE-476A-AD13-671AC37B7776}"/>
              </a:ext>
            </a:extLst>
          </p:cNvPr>
          <p:cNvSpPr>
            <a:spLocks xmlns:a="http://schemas.openxmlformats.org/drawingml/2006/main" noGrp="1"/>
          </p:cNvSpPr>
          <p:nvPr/>
        </p:nvSpPr>
        <p:spPr>
          <a:xfrm xmlns:a="http://schemas.openxmlformats.org/drawingml/2006/main">
            <a:off x="800100" y="3683794"/>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8" name="12 V-källa&#10;AV">
            <a:extLst xmlns:a="http://schemas.openxmlformats.org/drawingml/2006/main">
              <a:ext uri="{FF2B5EF4-FFF2-40B4-BE49-F238E27FC236}">
                <a16:creationId xmlns:a16="http://schemas.microsoft.com/office/drawing/2014/main" id="{F2A045F3-176B-4064-9253-6B57A8328889}"/>
              </a:ext>
            </a:extLst>
          </p:cNvPr>
          <p:cNvSpPr>
            <a:spLocks xmlns:a="http://schemas.openxmlformats.org/drawingml/2006/main" noGrp="1"/>
          </p:cNvSpPr>
          <p:nvPr/>
        </p:nvSpPr>
        <p:spPr>
          <a:xfrm xmlns:a="http://schemas.openxmlformats.org/drawingml/2006/main">
            <a:off x="1293019" y="3469481"/>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12 V-källa</a:t>
            </a:r>
          </a:p>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AV</a:t>
            </a:r>
          </a:p>
        </p:txBody>
      </p:sp>
      <p:sp>
        <p:nvSpPr>
          <p:cNvPr id="29" name="H1">
            <a:extLst xmlns:a="http://schemas.openxmlformats.org/drawingml/2006/main">
              <a:ext uri="{FF2B5EF4-FFF2-40B4-BE49-F238E27FC236}">
                <a16:creationId xmlns:a16="http://schemas.microsoft.com/office/drawing/2014/main" id="{187A1C6A-3A82-4F81-81A9-BDDF79312029}"/>
              </a:ext>
            </a:extLst>
          </p:cNvPr>
          <p:cNvSpPr>
            <a:spLocks xmlns:a="http://schemas.openxmlformats.org/drawingml/2006/main" noGrp="1"/>
          </p:cNvSpPr>
          <p:nvPr/>
        </p:nvSpPr>
        <p:spPr>
          <a:xfrm xmlns:a="http://schemas.openxmlformats.org/drawingml/2006/main">
            <a:off x="4822031" y="3548062"/>
            <a:ext cx="500062"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H1</a:t>
            </a:r>
          </a:p>
        </p:txBody>
      </p:sp>
      <p:sp>
        <p:nvSpPr>
          <p:cNvPr id="30" name="">
            <a:extLst xmlns:a="http://schemas.openxmlformats.org/drawingml/2006/main">
              <a:ext uri="{FF2B5EF4-FFF2-40B4-BE49-F238E27FC236}">
                <a16:creationId xmlns:a16="http://schemas.microsoft.com/office/drawing/2014/main" id="{2E9D397D-BCF1-4566-85AA-7140161CA0DF}"/>
              </a:ext>
            </a:extLst>
          </p:cNvPr>
          <p:cNvSpPr>
            <a:spLocks xmlns:a="http://schemas.openxmlformats.org/drawingml/2006/main" noGrp="1"/>
          </p:cNvSpPr>
          <p:nvPr/>
        </p:nvSpPr>
        <p:spPr>
          <a:xfrm xmlns:a="http://schemas.openxmlformats.org/drawingml/2006/main">
            <a:off x="4500562" y="3048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1" name="">
            <a:extLst xmlns:a="http://schemas.openxmlformats.org/drawingml/2006/main">
              <a:ext uri="{FF2B5EF4-FFF2-40B4-BE49-F238E27FC236}">
                <a16:creationId xmlns:a16="http://schemas.microsoft.com/office/drawing/2014/main" id="{0B7BA68E-D8A8-4565-B9C5-82C1DEA9786B}"/>
              </a:ext>
            </a:extLst>
          </p:cNvPr>
          <p:cNvSpPr>
            <a:spLocks xmlns:a="http://schemas.openxmlformats.org/drawingml/2006/main" noGrp="1"/>
          </p:cNvSpPr>
          <p:nvPr/>
        </p:nvSpPr>
        <p:spPr>
          <a:xfrm xmlns:a="http://schemas.openxmlformats.org/drawingml/2006/main">
            <a:off x="4500562" y="4191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2" name="P1">
            <a:extLst xmlns:a="http://schemas.openxmlformats.org/drawingml/2006/main">
              <a:ext uri="{FF2B5EF4-FFF2-40B4-BE49-F238E27FC236}">
                <a16:creationId xmlns:a16="http://schemas.microsoft.com/office/drawing/2014/main" id="{83C1A192-EB56-42E0-81E1-4366051C7B5A}"/>
              </a:ext>
            </a:extLst>
          </p:cNvPr>
          <p:cNvSpPr>
            <a:spLocks xmlns:a="http://schemas.openxmlformats.org/drawingml/2006/main" noGrp="1"/>
          </p:cNvSpPr>
          <p:nvPr/>
        </p:nvSpPr>
        <p:spPr>
          <a:xfrm xmlns:a="http://schemas.openxmlformats.org/drawingml/2006/main">
            <a:off x="4722019" y="2797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P1</a:t>
            </a:r>
          </a:p>
        </p:txBody>
      </p:sp>
      <p:sp>
        <p:nvSpPr>
          <p:cNvPr id="33" name="P2">
            <a:extLst xmlns:a="http://schemas.openxmlformats.org/drawingml/2006/main">
              <a:ext uri="{FF2B5EF4-FFF2-40B4-BE49-F238E27FC236}">
                <a16:creationId xmlns:a16="http://schemas.microsoft.com/office/drawing/2014/main" id="{CF288075-CDBB-4B24-941D-4337555F1B62}"/>
              </a:ext>
            </a:extLst>
          </p:cNvPr>
          <p:cNvSpPr>
            <a:spLocks xmlns:a="http://schemas.openxmlformats.org/drawingml/2006/main" noGrp="1"/>
          </p:cNvSpPr>
          <p:nvPr/>
        </p:nvSpPr>
        <p:spPr>
          <a:xfrm xmlns:a="http://schemas.openxmlformats.org/drawingml/2006/main">
            <a:off x="4722019" y="3940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P2</a:t>
            </a:r>
          </a:p>
        </p:txBody>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cc09e1277dc74f26"/>
          <a:stretch xmlns:a="http://schemas.openxmlformats.org/drawingml/2006/main"/>
        </p:blipFill>
        <p:spPr>
          <a:xfrm xmlns:a="http://schemas.openxmlformats.org/drawingml/2006/main">
            <a:off x="6357938" y="1905000"/>
            <a:ext cx="2071688" cy="3107531"/>
          </a:xfrm>
          <a:prstGeom xmlns:a="http://schemas.openxmlformats.org/drawingml/2006/main" prst="rect">
            <a:avLst/>
          </a:prstGeom>
        </p:spPr>
      </p:pic>
      <p:sp>
        <p:nvSpPr>
          <p:cNvPr id="35" name="10 A">
            <a:extLst xmlns:a="http://schemas.openxmlformats.org/drawingml/2006/main">
              <a:ext uri="{FF2B5EF4-FFF2-40B4-BE49-F238E27FC236}">
                <a16:creationId xmlns:a16="http://schemas.microsoft.com/office/drawing/2014/main" id="{76CE86B8-BBB0-4B41-BD1F-A6F726B0D3B6}"/>
              </a:ext>
            </a:extLst>
          </p:cNvPr>
          <p:cNvSpPr>
            <a:spLocks xmlns:a="http://schemas.openxmlformats.org/drawingml/2006/main" noGrp="1"/>
          </p:cNvSpPr>
          <p:nvPr/>
        </p:nvSpPr>
        <p:spPr>
          <a:xfrm xmlns:a="http://schemas.openxmlformats.org/drawingml/2006/main">
            <a:off x="667283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10 A</a:t>
            </a:r>
          </a:p>
        </p:txBody>
      </p:sp>
      <p:sp>
        <p:nvSpPr>
          <p:cNvPr id="36" name="mA">
            <a:extLst xmlns:a="http://schemas.openxmlformats.org/drawingml/2006/main">
              <a:ext uri="{FF2B5EF4-FFF2-40B4-BE49-F238E27FC236}">
                <a16:creationId xmlns:a16="http://schemas.microsoft.com/office/drawing/2014/main" id="{E08AD341-A395-471F-8810-B9A422837C9B}"/>
              </a:ext>
            </a:extLst>
          </p:cNvPr>
          <p:cNvSpPr>
            <a:spLocks xmlns:a="http://schemas.openxmlformats.org/drawingml/2006/main" noGrp="1"/>
          </p:cNvSpPr>
          <p:nvPr/>
        </p:nvSpPr>
        <p:spPr>
          <a:xfrm xmlns:a="http://schemas.openxmlformats.org/drawingml/2006/main">
            <a:off x="702916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mA</a:t>
            </a:r>
          </a:p>
        </p:txBody>
      </p:sp>
      <p:sp>
        <p:nvSpPr>
          <p:cNvPr id="37" name="COM">
            <a:extLst xmlns:a="http://schemas.openxmlformats.org/drawingml/2006/main">
              <a:ext uri="{FF2B5EF4-FFF2-40B4-BE49-F238E27FC236}">
                <a16:creationId xmlns:a16="http://schemas.microsoft.com/office/drawing/2014/main" id="{40937F58-C71D-454B-A9B1-428A54E3F835}"/>
              </a:ext>
            </a:extLst>
          </p:cNvPr>
          <p:cNvSpPr>
            <a:spLocks xmlns:a="http://schemas.openxmlformats.org/drawingml/2006/main" noGrp="1"/>
          </p:cNvSpPr>
          <p:nvPr/>
        </p:nvSpPr>
        <p:spPr>
          <a:xfrm xmlns:a="http://schemas.openxmlformats.org/drawingml/2006/main">
            <a:off x="738549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COM</a:t>
            </a:r>
          </a:p>
        </p:txBody>
      </p:sp>
      <p:sp>
        <p:nvSpPr>
          <p:cNvPr id="38" name="VΩ">
            <a:extLst xmlns:a="http://schemas.openxmlformats.org/drawingml/2006/main">
              <a:ext uri="{FF2B5EF4-FFF2-40B4-BE49-F238E27FC236}">
                <a16:creationId xmlns:a16="http://schemas.microsoft.com/office/drawing/2014/main" id="{353E7FA4-309B-4751-89CA-671DD2081828}"/>
              </a:ext>
            </a:extLst>
          </p:cNvPr>
          <p:cNvSpPr>
            <a:spLocks xmlns:a="http://schemas.openxmlformats.org/drawingml/2006/main" noGrp="1"/>
          </p:cNvSpPr>
          <p:nvPr/>
        </p:nvSpPr>
        <p:spPr>
          <a:xfrm xmlns:a="http://schemas.openxmlformats.org/drawingml/2006/main">
            <a:off x="7741825"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VΩ</a:t>
            </a:r>
          </a:p>
        </p:txBody>
      </p:sp>
      <p:sp>
        <p:nvSpPr>
          <p:cNvPr id="39" name="V DC">
            <a:extLst xmlns:a="http://schemas.openxmlformats.org/drawingml/2006/main">
              <a:ext uri="{FF2B5EF4-FFF2-40B4-BE49-F238E27FC236}">
                <a16:creationId xmlns:a16="http://schemas.microsoft.com/office/drawing/2014/main" id="{DAD26E5E-CEB8-4731-85BB-F32A1C2D268D}"/>
              </a:ext>
            </a:extLst>
          </p:cNvPr>
          <p:cNvSpPr>
            <a:spLocks xmlns:a="http://schemas.openxmlformats.org/drawingml/2006/main" noGrp="1"/>
          </p:cNvSpPr>
          <p:nvPr/>
        </p:nvSpPr>
        <p:spPr>
          <a:xfrm xmlns:a="http://schemas.openxmlformats.org/drawingml/2006/main">
            <a:off x="6813709" y="2622840"/>
            <a:ext cx="1160145" cy="121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62" b="1">
                <a:solidFill>
                  <a:srgbClr val="111111"/>
                </a:solidFill>
                <a:latin typeface="Calibri"/>
                <a:ea typeface="Calibri"/>
                <a:cs typeface="Calibri"/>
              </a:defRPr>
            </a:pPr>
            <a:r>
              <a:rPr sz="962" b="1">
                <a:solidFill>
                  <a:srgbClr val="111111"/>
                </a:solidFill>
                <a:latin typeface="Calibri"/>
                <a:ea typeface="Calibri"/>
                <a:cs typeface="Calibri"/>
              </a:rPr>
              <a:t>V DC</a:t>
            </a:r>
          </a:p>
        </p:txBody>
      </p:sp>
      <p:sp>
        <p:nvSpPr>
          <p:cNvPr id="40" name="V DC">
            <a:extLst xmlns:a="http://schemas.openxmlformats.org/drawingml/2006/main">
              <a:ext uri="{FF2B5EF4-FFF2-40B4-BE49-F238E27FC236}">
                <a16:creationId xmlns:a16="http://schemas.microsoft.com/office/drawing/2014/main" id="{915FC0EF-AD23-451F-8223-53FA06B703B3}"/>
              </a:ext>
            </a:extLst>
          </p:cNvPr>
          <p:cNvSpPr>
            <a:spLocks xmlns:a="http://schemas.openxmlformats.org/drawingml/2006/main" noGrp="1"/>
          </p:cNvSpPr>
          <p:nvPr/>
        </p:nvSpPr>
        <p:spPr>
          <a:xfrm xmlns:a="http://schemas.openxmlformats.org/drawingml/2006/main">
            <a:off x="7207330" y="285279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1">
                <a:solidFill>
                  <a:srgbClr val="064F91"/>
                </a:solidFill>
                <a:latin typeface="Calibri"/>
                <a:ea typeface="Calibri"/>
                <a:cs typeface="Calibri"/>
              </a:defRPr>
            </a:pPr>
            <a:r>
              <a:rPr sz="897" b="1">
                <a:solidFill>
                  <a:srgbClr val="064F91"/>
                </a:solidFill>
                <a:latin typeface="Calibri"/>
                <a:ea typeface="Calibri"/>
                <a:cs typeface="Calibri"/>
              </a:rPr>
              <a:t>V DC</a:t>
            </a:r>
          </a:p>
        </p:txBody>
      </p:sp>
      <p:sp>
        <p:nvSpPr>
          <p:cNvPr id="41" name="V AC">
            <a:extLst xmlns:a="http://schemas.openxmlformats.org/drawingml/2006/main">
              <a:ext uri="{FF2B5EF4-FFF2-40B4-BE49-F238E27FC236}">
                <a16:creationId xmlns:a16="http://schemas.microsoft.com/office/drawing/2014/main" id="{BB065E39-BA24-4C5A-A808-65B23EF99C57}"/>
              </a:ext>
            </a:extLst>
          </p:cNvPr>
          <p:cNvSpPr>
            <a:spLocks xmlns:a="http://schemas.openxmlformats.org/drawingml/2006/main" noGrp="1"/>
          </p:cNvSpPr>
          <p:nvPr/>
        </p:nvSpPr>
        <p:spPr>
          <a:xfrm xmlns:a="http://schemas.openxmlformats.org/drawingml/2006/main">
            <a:off x="7664834"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AC</a:t>
            </a:r>
          </a:p>
        </p:txBody>
      </p:sp>
      <p:sp>
        <p:nvSpPr>
          <p:cNvPr id="42" name="A DC">
            <a:extLst xmlns:a="http://schemas.openxmlformats.org/drawingml/2006/main">
              <a:ext uri="{FF2B5EF4-FFF2-40B4-BE49-F238E27FC236}">
                <a16:creationId xmlns:a16="http://schemas.microsoft.com/office/drawing/2014/main" id="{F9F3A145-6606-4221-84B3-BBD2F6707757}"/>
              </a:ext>
            </a:extLst>
          </p:cNvPr>
          <p:cNvSpPr>
            <a:spLocks xmlns:a="http://schemas.openxmlformats.org/drawingml/2006/main" noGrp="1"/>
          </p:cNvSpPr>
          <p:nvPr/>
        </p:nvSpPr>
        <p:spPr>
          <a:xfrm xmlns:a="http://schemas.openxmlformats.org/drawingml/2006/main">
            <a:off x="7664834"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A DC</a:t>
            </a:r>
          </a:p>
        </p:txBody>
      </p:sp>
      <p:sp>
        <p:nvSpPr>
          <p:cNvPr id="43" name="Ω">
            <a:extLst xmlns:a="http://schemas.openxmlformats.org/drawingml/2006/main">
              <a:ext uri="{FF2B5EF4-FFF2-40B4-BE49-F238E27FC236}">
                <a16:creationId xmlns:a16="http://schemas.microsoft.com/office/drawing/2014/main" id="{183735BF-AE9D-4D41-A4FE-635148AD6DF1}"/>
              </a:ext>
            </a:extLst>
          </p:cNvPr>
          <p:cNvSpPr>
            <a:spLocks xmlns:a="http://schemas.openxmlformats.org/drawingml/2006/main" noGrp="1"/>
          </p:cNvSpPr>
          <p:nvPr/>
        </p:nvSpPr>
        <p:spPr>
          <a:xfrm xmlns:a="http://schemas.openxmlformats.org/drawingml/2006/main">
            <a:off x="7207330" y="390935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Ω</a:t>
            </a:r>
          </a:p>
        </p:txBody>
      </p:sp>
      <p:sp>
        <p:nvSpPr>
          <p:cNvPr id="44" name="PIP">
            <a:extLst xmlns:a="http://schemas.openxmlformats.org/drawingml/2006/main">
              <a:ext uri="{FF2B5EF4-FFF2-40B4-BE49-F238E27FC236}">
                <a16:creationId xmlns:a16="http://schemas.microsoft.com/office/drawing/2014/main" id="{F12DC7C3-ACA3-4C0F-B0E9-FF5A99018ED1}"/>
              </a:ext>
            </a:extLst>
          </p:cNvPr>
          <p:cNvSpPr>
            <a:spLocks xmlns:a="http://schemas.openxmlformats.org/drawingml/2006/main" noGrp="1"/>
          </p:cNvSpPr>
          <p:nvPr/>
        </p:nvSpPr>
        <p:spPr>
          <a:xfrm xmlns:a="http://schemas.openxmlformats.org/drawingml/2006/main">
            <a:off x="6749825"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PIP</a:t>
            </a:r>
          </a:p>
        </p:txBody>
      </p:sp>
      <p:sp>
        <p:nvSpPr>
          <p:cNvPr id="45" name="OFF">
            <a:extLst xmlns:a="http://schemas.openxmlformats.org/drawingml/2006/main">
              <a:ext uri="{FF2B5EF4-FFF2-40B4-BE49-F238E27FC236}">
                <a16:creationId xmlns:a16="http://schemas.microsoft.com/office/drawing/2014/main" id="{B1D43FF8-BB23-4D9C-A493-8DCBF7C82B22}"/>
              </a:ext>
            </a:extLst>
          </p:cNvPr>
          <p:cNvSpPr>
            <a:spLocks xmlns:a="http://schemas.openxmlformats.org/drawingml/2006/main" noGrp="1"/>
          </p:cNvSpPr>
          <p:nvPr/>
        </p:nvSpPr>
        <p:spPr>
          <a:xfrm xmlns:a="http://schemas.openxmlformats.org/drawingml/2006/main">
            <a:off x="6749825"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OFF</a:t>
            </a:r>
          </a:p>
        </p:txBody>
      </p:sp>
      <p:sp>
        <p:nvSpPr>
          <p:cNvPr id="46" name="Ledning">
            <a:extLst xmlns:a="http://schemas.openxmlformats.org/drawingml/2006/main">
              <a:ext uri="{FF2B5EF4-FFF2-40B4-BE49-F238E27FC236}">
                <a16:creationId xmlns:a16="http://schemas.microsoft.com/office/drawing/2014/main" id="{8A4529C5-8240-48EF-9987-8D3910B497F7}"/>
              </a:ext>
            </a:extLst>
          </p:cNvPr>
          <p:cNvSpPr>
            <a:spLocks xmlns:a="http://schemas.openxmlformats.org/drawingml/2006/main" noGrp="1"/>
          </p:cNvSpPr>
          <p:nvPr/>
        </p:nvSpPr>
        <p:spPr>
          <a:xfrm xmlns:a="http://schemas.openxmlformats.org/drawingml/2006/main">
            <a:off x="7393781" y="3148012"/>
            <a:ext cx="715" cy="310754"/>
          </a:xfrm>
          <a:custGeom xmlns:a="http://schemas.openxmlformats.org/drawingml/2006/main">
            <a:pathLst>
              <a:path w="953" h="414338">
                <a:moveTo>
                  <a:pt x="0" y="414338"/>
                </a:moveTo>
                <a:lnTo>
                  <a:pt x="0" y="0"/>
                </a:lnTo>
              </a:path>
            </a:pathLst>
          </a:custGeom>
          <a:noFill xmlns:a="http://schemas.openxmlformats.org/drawingml/2006/main"/>
          <a:ln xmlns:a="http://schemas.openxmlformats.org/drawingml/2006/main" w="42862">
            <a:solidFill>
              <a:srgbClr val="064F91"/>
            </a:solidFill>
          </a:ln>
        </p:spPr>
      </p:sp>
      <p:sp>
        <p:nvSpPr>
          <p:cNvPr id="47" name="">
            <a:extLst xmlns:a="http://schemas.openxmlformats.org/drawingml/2006/main">
              <a:ext uri="{FF2B5EF4-FFF2-40B4-BE49-F238E27FC236}">
                <a16:creationId xmlns:a16="http://schemas.microsoft.com/office/drawing/2014/main" id="{D93536A8-C018-4967-837C-12F3115AEF92}"/>
              </a:ext>
            </a:extLst>
          </p:cNvPr>
          <p:cNvSpPr>
            <a:spLocks xmlns:a="http://schemas.openxmlformats.org/drawingml/2006/main" noGrp="1"/>
          </p:cNvSpPr>
          <p:nvPr/>
        </p:nvSpPr>
        <p:spPr>
          <a:xfrm xmlns:a="http://schemas.openxmlformats.org/drawingml/2006/main">
            <a:off x="7358062" y="3423047"/>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48" name="">
            <a:extLst xmlns:a="http://schemas.openxmlformats.org/drawingml/2006/main">
              <a:ext uri="{FF2B5EF4-FFF2-40B4-BE49-F238E27FC236}">
                <a16:creationId xmlns:a16="http://schemas.microsoft.com/office/drawing/2014/main" id="{A0D2E1E5-E9EA-47A8-B953-FED7AFB51014}"/>
              </a:ext>
            </a:extLst>
          </p:cNvPr>
          <p:cNvSpPr>
            <a:spLocks xmlns:a="http://schemas.openxmlformats.org/drawingml/2006/main" noGrp="1"/>
          </p:cNvSpPr>
          <p:nvPr/>
        </p:nvSpPr>
        <p:spPr>
          <a:xfrm xmlns:a="http://schemas.openxmlformats.org/drawingml/2006/main">
            <a:off x="7478720" y="4440746"/>
            <a:ext cx="186452" cy="186452"/>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49" name="">
            <a:extLst xmlns:a="http://schemas.openxmlformats.org/drawingml/2006/main">
              <a:ext uri="{FF2B5EF4-FFF2-40B4-BE49-F238E27FC236}">
                <a16:creationId xmlns:a16="http://schemas.microsoft.com/office/drawing/2014/main" id="{51D67C61-EA06-4909-88FC-A9770498B300}"/>
              </a:ext>
            </a:extLst>
          </p:cNvPr>
          <p:cNvSpPr>
            <a:spLocks xmlns:a="http://schemas.openxmlformats.org/drawingml/2006/main" noGrp="1"/>
          </p:cNvSpPr>
          <p:nvPr/>
        </p:nvSpPr>
        <p:spPr>
          <a:xfrm xmlns:a="http://schemas.openxmlformats.org/drawingml/2006/main">
            <a:off x="7518082" y="4480108"/>
            <a:ext cx="107728" cy="107728"/>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50" name="">
            <a:extLst xmlns:a="http://schemas.openxmlformats.org/drawingml/2006/main">
              <a:ext uri="{FF2B5EF4-FFF2-40B4-BE49-F238E27FC236}">
                <a16:creationId xmlns:a16="http://schemas.microsoft.com/office/drawing/2014/main" id="{249E541D-45DF-4BB2-B344-D23821BD9582}"/>
              </a:ext>
            </a:extLst>
          </p:cNvPr>
          <p:cNvSpPr>
            <a:spLocks xmlns:a="http://schemas.openxmlformats.org/drawingml/2006/main" noGrp="1"/>
          </p:cNvSpPr>
          <p:nvPr/>
        </p:nvSpPr>
        <p:spPr>
          <a:xfrm xmlns:a="http://schemas.openxmlformats.org/drawingml/2006/main">
            <a:off x="7835050" y="4440746"/>
            <a:ext cx="186452" cy="186452"/>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51" name="">
            <a:extLst xmlns:a="http://schemas.openxmlformats.org/drawingml/2006/main">
              <a:ext uri="{FF2B5EF4-FFF2-40B4-BE49-F238E27FC236}">
                <a16:creationId xmlns:a16="http://schemas.microsoft.com/office/drawing/2014/main" id="{4CDF7E5C-48EF-441E-BDC5-59868C5C6360}"/>
              </a:ext>
            </a:extLst>
          </p:cNvPr>
          <p:cNvSpPr>
            <a:spLocks xmlns:a="http://schemas.openxmlformats.org/drawingml/2006/main" noGrp="1"/>
          </p:cNvSpPr>
          <p:nvPr/>
        </p:nvSpPr>
        <p:spPr>
          <a:xfrm xmlns:a="http://schemas.openxmlformats.org/drawingml/2006/main">
            <a:off x="7874413" y="4480108"/>
            <a:ext cx="107728" cy="107728"/>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52" name="Ledning">
            <a:extLst xmlns:a="http://schemas.openxmlformats.org/drawingml/2006/main">
              <a:ext uri="{FF2B5EF4-FFF2-40B4-BE49-F238E27FC236}">
                <a16:creationId xmlns:a16="http://schemas.microsoft.com/office/drawing/2014/main" id="{331A6477-D789-4AB7-9696-5939F831F1DA}"/>
              </a:ext>
            </a:extLst>
          </p:cNvPr>
          <p:cNvSpPr>
            <a:spLocks xmlns:a="http://schemas.openxmlformats.org/drawingml/2006/main" noGrp="1"/>
          </p:cNvSpPr>
          <p:nvPr/>
        </p:nvSpPr>
        <p:spPr>
          <a:xfrm xmlns:a="http://schemas.openxmlformats.org/drawingml/2006/main">
            <a:off x="7571947" y="4533971"/>
            <a:ext cx="715" cy="507135"/>
          </a:xfrm>
          <a:custGeom xmlns:a="http://schemas.openxmlformats.org/drawingml/2006/main">
            <a:pathLst>
              <a:path w="953" h="676180">
                <a:moveTo>
                  <a:pt x="0" y="0"/>
                </a:moveTo>
                <a:lnTo>
                  <a:pt x="0" y="676180"/>
                </a:lnTo>
              </a:path>
            </a:pathLst>
          </a:custGeom>
          <a:noFill xmlns:a="http://schemas.openxmlformats.org/drawingml/2006/main"/>
          <a:ln xmlns:a="http://schemas.openxmlformats.org/drawingml/2006/main" w="35719">
            <a:solidFill>
              <a:srgbClr val="20282E"/>
            </a:solidFill>
          </a:ln>
        </p:spPr>
      </p:sp>
      <p:sp>
        <p:nvSpPr>
          <p:cNvPr id="53" name="Ledning">
            <a:extLst xmlns:a="http://schemas.openxmlformats.org/drawingml/2006/main">
              <a:ext uri="{FF2B5EF4-FFF2-40B4-BE49-F238E27FC236}">
                <a16:creationId xmlns:a16="http://schemas.microsoft.com/office/drawing/2014/main" id="{8941EF27-F7A2-483C-B530-0C1B1D5EB983}"/>
              </a:ext>
            </a:extLst>
          </p:cNvPr>
          <p:cNvSpPr>
            <a:spLocks xmlns:a="http://schemas.openxmlformats.org/drawingml/2006/main" noGrp="1"/>
          </p:cNvSpPr>
          <p:nvPr/>
        </p:nvSpPr>
        <p:spPr>
          <a:xfrm xmlns:a="http://schemas.openxmlformats.org/drawingml/2006/main">
            <a:off x="5500688" y="5041106"/>
            <a:ext cx="2071259" cy="715"/>
          </a:xfrm>
          <a:custGeom xmlns:a="http://schemas.openxmlformats.org/drawingml/2006/main">
            <a:pathLst>
              <a:path w="2761679" h="953">
                <a:moveTo>
                  <a:pt x="2761679" y="0"/>
                </a:moveTo>
                <a:lnTo>
                  <a:pt x="0" y="0"/>
                </a:lnTo>
              </a:path>
            </a:pathLst>
          </a:custGeom>
          <a:noFill xmlns:a="http://schemas.openxmlformats.org/drawingml/2006/main"/>
          <a:ln xmlns:a="http://schemas.openxmlformats.org/drawingml/2006/main" w="35719">
            <a:solidFill>
              <a:srgbClr val="20282E"/>
            </a:solidFill>
          </a:ln>
        </p:spPr>
      </p:sp>
      <p:sp>
        <p:nvSpPr>
          <p:cNvPr id="54" name="Ledning">
            <a:extLst xmlns:a="http://schemas.openxmlformats.org/drawingml/2006/main">
              <a:ext uri="{FF2B5EF4-FFF2-40B4-BE49-F238E27FC236}">
                <a16:creationId xmlns:a16="http://schemas.microsoft.com/office/drawing/2014/main" id="{2A21C2BD-4F1F-46A6-AA0D-590270E8F0D6}"/>
              </a:ext>
            </a:extLst>
          </p:cNvPr>
          <p:cNvSpPr>
            <a:spLocks xmlns:a="http://schemas.openxmlformats.org/drawingml/2006/main" noGrp="1"/>
          </p:cNvSpPr>
          <p:nvPr/>
        </p:nvSpPr>
        <p:spPr>
          <a:xfrm xmlns:a="http://schemas.openxmlformats.org/drawingml/2006/main">
            <a:off x="5500688" y="4226719"/>
            <a:ext cx="715" cy="814388"/>
          </a:xfrm>
          <a:custGeom xmlns:a="http://schemas.openxmlformats.org/drawingml/2006/main">
            <a:pathLst>
              <a:path w="953" h="1085850">
                <a:moveTo>
                  <a:pt x="0" y="1085850"/>
                </a:moveTo>
                <a:lnTo>
                  <a:pt x="0" y="0"/>
                </a:lnTo>
              </a:path>
            </a:pathLst>
          </a:custGeom>
          <a:noFill xmlns:a="http://schemas.openxmlformats.org/drawingml/2006/main"/>
          <a:ln xmlns:a="http://schemas.openxmlformats.org/drawingml/2006/main" w="35719">
            <a:solidFill>
              <a:srgbClr val="20282E"/>
            </a:solidFill>
          </a:ln>
        </p:spPr>
      </p:sp>
      <p:sp>
        <p:nvSpPr>
          <p:cNvPr id="55" name="Ledning">
            <a:extLst xmlns:a="http://schemas.openxmlformats.org/drawingml/2006/main">
              <a:ext uri="{FF2B5EF4-FFF2-40B4-BE49-F238E27FC236}">
                <a16:creationId xmlns:a16="http://schemas.microsoft.com/office/drawing/2014/main" id="{7761EDC8-A4AA-4DE1-B907-BAE7F9E95D21}"/>
              </a:ext>
            </a:extLst>
          </p:cNvPr>
          <p:cNvSpPr>
            <a:spLocks xmlns:a="http://schemas.openxmlformats.org/drawingml/2006/main" noGrp="1"/>
          </p:cNvSpPr>
          <p:nvPr/>
        </p:nvSpPr>
        <p:spPr>
          <a:xfrm xmlns:a="http://schemas.openxmlformats.org/drawingml/2006/main">
            <a:off x="4536281" y="4226719"/>
            <a:ext cx="964406" cy="715"/>
          </a:xfrm>
          <a:custGeom xmlns:a="http://schemas.openxmlformats.org/drawingml/2006/main">
            <a:pathLst>
              <a:path w="1285875" h="953">
                <a:moveTo>
                  <a:pt x="1285875" y="0"/>
                </a:moveTo>
                <a:lnTo>
                  <a:pt x="0" y="0"/>
                </a:lnTo>
              </a:path>
            </a:pathLst>
          </a:custGeom>
          <a:noFill xmlns:a="http://schemas.openxmlformats.org/drawingml/2006/main"/>
          <a:ln xmlns:a="http://schemas.openxmlformats.org/drawingml/2006/main" w="35719">
            <a:solidFill>
              <a:srgbClr val="20282E"/>
            </a:solidFill>
          </a:ln>
        </p:spPr>
      </p:sp>
      <p:sp>
        <p:nvSpPr>
          <p:cNvPr id="56" name="">
            <a:extLst xmlns:a="http://schemas.openxmlformats.org/drawingml/2006/main">
              <a:ext uri="{FF2B5EF4-FFF2-40B4-BE49-F238E27FC236}">
                <a16:creationId xmlns:a16="http://schemas.microsoft.com/office/drawing/2014/main" id="{A05DAD2C-7F29-486D-A5AA-E4849E81FB67}"/>
              </a:ext>
            </a:extLst>
          </p:cNvPr>
          <p:cNvSpPr>
            <a:spLocks xmlns:a="http://schemas.openxmlformats.org/drawingml/2006/main" noGrp="1"/>
          </p:cNvSpPr>
          <p:nvPr/>
        </p:nvSpPr>
        <p:spPr>
          <a:xfrm xmlns:a="http://schemas.openxmlformats.org/drawingml/2006/main">
            <a:off x="4486275" y="4176712"/>
            <a:ext cx="100012" cy="100012"/>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57" name="P2 är vår jämförelsepunkt. COM betyder inte automatiskt">
            <a:extLst xmlns:a="http://schemas.openxmlformats.org/drawingml/2006/main">
              <a:ext uri="{FF2B5EF4-FFF2-40B4-BE49-F238E27FC236}">
                <a16:creationId xmlns:a16="http://schemas.microsoft.com/office/drawing/2014/main" id="{79EB68D2-A9D9-43B9-BA22-D6903804AA4F}"/>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P2 är vår jämförelsepunkt. COM betyder inte automatiskt jord.</a:t>
            </a:r>
          </a:p>
        </p:txBody>
      </p:sp>
      <p:sp>
        <p:nvSpPr>
          <p:cNvPr id="9001" name="Spänning  Svart spets till P2">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Spänning  Svart spets till P2</a:t>
            </a:r>
          </a:p>
        </p:txBody>
      </p:sp>
      <p:sp>
        <p:nvSpPr>
          <p:cNvPr id="9002" name="12">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12</a:t>
            </a:r>
          </a:p>
        </p:txBody>
      </p:sp>
    </p:spTree>
    <p:extLst>
      <p:ext uri="{BB962C8B-B14F-4D97-AF65-F5344CB8AC3E}">
        <p14:creationId xmlns:p14="http://schemas.microsoft.com/office/powerpoint/2010/main" val="206535780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Matningen frånkopplad under förberedelsen">
            <a:extLst xmlns:a="http://schemas.openxmlformats.org/drawingml/2006/main">
              <a:ext uri="{FF2B5EF4-FFF2-40B4-BE49-F238E27FC236}">
                <a16:creationId xmlns:a16="http://schemas.microsoft.com/office/drawing/2014/main" id="{30AB3087-07B8-44FF-BDD8-E6BC5F2BAA37}"/>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505864"/>
                </a:solidFill>
                <a:latin typeface="Calibri"/>
                <a:ea typeface="Calibri"/>
                <a:cs typeface="Calibri"/>
              </a:defRPr>
            </a:pPr>
            <a:r>
              <a:rPr sz="1406" b="1">
                <a:solidFill>
                  <a:srgbClr val="505864"/>
                </a:solidFill>
                <a:latin typeface="Calibri"/>
                <a:ea typeface="Calibri"/>
                <a:cs typeface="Calibri"/>
              </a:rPr>
              <a:t>Matningen frånkopplad under förberedelsen</a:t>
            </a:r>
          </a:p>
        </p:txBody>
      </p:sp>
      <p:sp>
        <p:nvSpPr>
          <p:cNvPr id="5" name="Ledning">
            <a:extLst xmlns:a="http://schemas.openxmlformats.org/drawingml/2006/main">
              <a:ext uri="{FF2B5EF4-FFF2-40B4-BE49-F238E27FC236}">
                <a16:creationId xmlns:a16="http://schemas.microsoft.com/office/drawing/2014/main" id="{9C9570FA-149D-46C8-B80F-CA545E414BEB}"/>
              </a:ext>
            </a:extLst>
          </p:cNvPr>
          <p:cNvSpPr>
            <a:spLocks xmlns:a="http://schemas.openxmlformats.org/drawingml/2006/main" noGrp="1"/>
          </p:cNvSpPr>
          <p:nvPr/>
        </p:nvSpPr>
        <p:spPr>
          <a:xfrm xmlns:a="http://schemas.openxmlformats.org/drawingml/2006/main">
            <a:off x="892969" y="2547938"/>
            <a:ext cx="715" cy="878681"/>
          </a:xfrm>
          <a:custGeom xmlns:a="http://schemas.openxmlformats.org/drawingml/2006/main">
            <a:pathLst>
              <a:path w="953" h="1171575">
                <a:moveTo>
                  <a:pt x="0" y="11715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6E87C140-2928-432C-A3B5-63FBC0FAC4C0}"/>
              </a:ext>
            </a:extLst>
          </p:cNvPr>
          <p:cNvSpPr>
            <a:spLocks xmlns:a="http://schemas.openxmlformats.org/drawingml/2006/main" noGrp="1"/>
          </p:cNvSpPr>
          <p:nvPr/>
        </p:nvSpPr>
        <p:spPr>
          <a:xfrm xmlns:a="http://schemas.openxmlformats.org/drawingml/2006/main">
            <a:off x="892969" y="2547938"/>
            <a:ext cx="785812" cy="715"/>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28575">
            <a:solidFill>
              <a:srgbClr val="111111"/>
            </a:solidFill>
          </a:ln>
        </p:spPr>
      </p:sp>
      <p:sp>
        <p:nvSpPr>
          <p:cNvPr id="7" name="">
            <a:extLst xmlns:a="http://schemas.openxmlformats.org/drawingml/2006/main">
              <a:ext uri="{FF2B5EF4-FFF2-40B4-BE49-F238E27FC236}">
                <a16:creationId xmlns:a16="http://schemas.microsoft.com/office/drawing/2014/main" id="{7F51C671-DAE6-41B6-87D1-D06EEF13C9BF}"/>
              </a:ext>
            </a:extLst>
          </p:cNvPr>
          <p:cNvSpPr>
            <a:spLocks xmlns:a="http://schemas.openxmlformats.org/drawingml/2006/main" noGrp="1"/>
          </p:cNvSpPr>
          <p:nvPr/>
        </p:nvSpPr>
        <p:spPr>
          <a:xfrm xmlns:a="http://schemas.openxmlformats.org/drawingml/2006/main">
            <a:off x="1678781" y="2462212"/>
            <a:ext cx="571500" cy="171450"/>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8" name="Ledning">
            <a:extLst xmlns:a="http://schemas.openxmlformats.org/drawingml/2006/main">
              <a:ext uri="{FF2B5EF4-FFF2-40B4-BE49-F238E27FC236}">
                <a16:creationId xmlns:a16="http://schemas.microsoft.com/office/drawing/2014/main" id="{56D906DA-9DD2-411A-8C28-A192E1051074}"/>
              </a:ext>
            </a:extLst>
          </p:cNvPr>
          <p:cNvSpPr>
            <a:spLocks xmlns:a="http://schemas.openxmlformats.org/drawingml/2006/main" noGrp="1"/>
          </p:cNvSpPr>
          <p:nvPr/>
        </p:nvSpPr>
        <p:spPr>
          <a:xfrm xmlns:a="http://schemas.openxmlformats.org/drawingml/2006/main">
            <a:off x="1678781" y="2547938"/>
            <a:ext cx="571500" cy="715"/>
          </a:xfrm>
          <a:custGeom xmlns:a="http://schemas.openxmlformats.org/drawingml/2006/main">
            <a:pathLst>
              <a:path w="762000" h="953">
                <a:moveTo>
                  <a:pt x="0" y="0"/>
                </a:moveTo>
                <a:lnTo>
                  <a:pt x="762000" y="0"/>
                </a:lnTo>
              </a:path>
            </a:pathLst>
          </a:custGeom>
          <a:noFill xmlns:a="http://schemas.openxmlformats.org/drawingml/2006/main"/>
          <a:ln xmlns:a="http://schemas.openxmlformats.org/drawingml/2006/main" w="14288">
            <a:solidFill>
              <a:srgbClr val="111111"/>
            </a:solidFill>
          </a:ln>
        </p:spPr>
      </p:sp>
      <p:sp>
        <p:nvSpPr>
          <p:cNvPr id="9" name="F1">
            <a:extLst xmlns:a="http://schemas.openxmlformats.org/drawingml/2006/main">
              <a:ext uri="{FF2B5EF4-FFF2-40B4-BE49-F238E27FC236}">
                <a16:creationId xmlns:a16="http://schemas.microsoft.com/office/drawing/2014/main" id="{AD2CF6A8-1078-450F-AFB3-70DBE5574F62}"/>
              </a:ext>
            </a:extLst>
          </p:cNvPr>
          <p:cNvSpPr>
            <a:spLocks xmlns:a="http://schemas.openxmlformats.org/drawingml/2006/main" noGrp="1"/>
          </p:cNvSpPr>
          <p:nvPr/>
        </p:nvSpPr>
        <p:spPr>
          <a:xfrm xmlns:a="http://schemas.openxmlformats.org/drawingml/2006/main">
            <a:off x="1778794"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F1</a:t>
            </a:r>
          </a:p>
        </p:txBody>
      </p:sp>
      <p:sp>
        <p:nvSpPr>
          <p:cNvPr id="10" name="Ledning">
            <a:extLst xmlns:a="http://schemas.openxmlformats.org/drawingml/2006/main">
              <a:ext uri="{FF2B5EF4-FFF2-40B4-BE49-F238E27FC236}">
                <a16:creationId xmlns:a16="http://schemas.microsoft.com/office/drawing/2014/main" id="{F18A78A9-27E7-43D5-8DB1-4FE8C354B3F6}"/>
              </a:ext>
            </a:extLst>
          </p:cNvPr>
          <p:cNvSpPr>
            <a:spLocks xmlns:a="http://schemas.openxmlformats.org/drawingml/2006/main" noGrp="1"/>
          </p:cNvSpPr>
          <p:nvPr/>
        </p:nvSpPr>
        <p:spPr>
          <a:xfrm xmlns:a="http://schemas.openxmlformats.org/drawingml/2006/main">
            <a:off x="2250281" y="2547938"/>
            <a:ext cx="392906" cy="715"/>
          </a:xfrm>
          <a:custGeom xmlns:a="http://schemas.openxmlformats.org/drawingml/2006/main">
            <a:pathLst>
              <a:path w="523875" h="953">
                <a:moveTo>
                  <a:pt x="0" y="0"/>
                </a:moveTo>
                <a:lnTo>
                  <a:pt x="523875" y="0"/>
                </a:lnTo>
              </a:path>
            </a:pathLst>
          </a:custGeom>
          <a:noFill xmlns:a="http://schemas.openxmlformats.org/drawingml/2006/main"/>
          <a:ln xmlns:a="http://schemas.openxmlformats.org/drawingml/2006/main" w="28575">
            <a:solidFill>
              <a:srgbClr val="111111"/>
            </a:solidFill>
          </a:ln>
        </p:spPr>
      </p:sp>
      <p:sp>
        <p:nvSpPr>
          <p:cNvPr id="11" name="">
            <a:extLst xmlns:a="http://schemas.openxmlformats.org/drawingml/2006/main">
              <a:ext uri="{FF2B5EF4-FFF2-40B4-BE49-F238E27FC236}">
                <a16:creationId xmlns:a16="http://schemas.microsoft.com/office/drawing/2014/main" id="{9888A692-4F03-4894-B6EA-CB5FEB8164AE}"/>
              </a:ext>
            </a:extLst>
          </p:cNvPr>
          <p:cNvSpPr>
            <a:spLocks xmlns:a="http://schemas.openxmlformats.org/drawingml/2006/main" noGrp="1"/>
          </p:cNvSpPr>
          <p:nvPr/>
        </p:nvSpPr>
        <p:spPr>
          <a:xfrm xmlns:a="http://schemas.openxmlformats.org/drawingml/2006/main">
            <a:off x="26074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
            <a:extLst xmlns:a="http://schemas.openxmlformats.org/drawingml/2006/main">
              <a:ext uri="{FF2B5EF4-FFF2-40B4-BE49-F238E27FC236}">
                <a16:creationId xmlns:a16="http://schemas.microsoft.com/office/drawing/2014/main" id="{1329B754-6CF8-46AE-8153-0A9ADD26EF81}"/>
              </a:ext>
            </a:extLst>
          </p:cNvPr>
          <p:cNvSpPr>
            <a:spLocks xmlns:a="http://schemas.openxmlformats.org/drawingml/2006/main" noGrp="1"/>
          </p:cNvSpPr>
          <p:nvPr/>
        </p:nvSpPr>
        <p:spPr>
          <a:xfrm xmlns:a="http://schemas.openxmlformats.org/drawingml/2006/main">
            <a:off x="29503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3" name="Ledning">
            <a:extLst xmlns:a="http://schemas.openxmlformats.org/drawingml/2006/main">
              <a:ext uri="{FF2B5EF4-FFF2-40B4-BE49-F238E27FC236}">
                <a16:creationId xmlns:a16="http://schemas.microsoft.com/office/drawing/2014/main" id="{AA54E691-B64F-47A3-874E-4BAC38D4932D}"/>
              </a:ext>
            </a:extLst>
          </p:cNvPr>
          <p:cNvSpPr>
            <a:spLocks xmlns:a="http://schemas.openxmlformats.org/drawingml/2006/main" noGrp="1"/>
          </p:cNvSpPr>
          <p:nvPr/>
        </p:nvSpPr>
        <p:spPr>
          <a:xfrm xmlns:a="http://schemas.openxmlformats.org/drawingml/2006/main">
            <a:off x="2643188" y="2547938"/>
            <a:ext cx="342900" cy="715"/>
          </a:xfrm>
          <a:custGeom xmlns:a="http://schemas.openxmlformats.org/drawingml/2006/main">
            <a:pathLst>
              <a:path w="457200" h="953">
                <a:moveTo>
                  <a:pt x="0" y="0"/>
                </a:moveTo>
                <a:lnTo>
                  <a:pt x="457200" y="0"/>
                </a:lnTo>
              </a:path>
            </a:pathLst>
          </a:custGeom>
          <a:noFill xmlns:a="http://schemas.openxmlformats.org/drawingml/2006/main"/>
          <a:ln xmlns:a="http://schemas.openxmlformats.org/drawingml/2006/main" w="28575">
            <a:solidFill>
              <a:srgbClr val="111111"/>
            </a:solidFill>
          </a:ln>
        </p:spPr>
      </p:sp>
      <p:sp>
        <p:nvSpPr>
          <p:cNvPr id="14" name="S1">
            <a:extLst xmlns:a="http://schemas.openxmlformats.org/drawingml/2006/main">
              <a:ext uri="{FF2B5EF4-FFF2-40B4-BE49-F238E27FC236}">
                <a16:creationId xmlns:a16="http://schemas.microsoft.com/office/drawing/2014/main" id="{06040A00-0155-4C12-BDF5-F78E93C90212}"/>
              </a:ext>
            </a:extLst>
          </p:cNvPr>
          <p:cNvSpPr>
            <a:spLocks xmlns:a="http://schemas.openxmlformats.org/drawingml/2006/main" noGrp="1"/>
          </p:cNvSpPr>
          <p:nvPr/>
        </p:nvSpPr>
        <p:spPr>
          <a:xfrm xmlns:a="http://schemas.openxmlformats.org/drawingml/2006/main">
            <a:off x="2628900"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S1</a:t>
            </a:r>
          </a:p>
        </p:txBody>
      </p:sp>
      <p:sp>
        <p:nvSpPr>
          <p:cNvPr id="15" name="Ledning">
            <a:extLst xmlns:a="http://schemas.openxmlformats.org/drawingml/2006/main">
              <a:ext uri="{FF2B5EF4-FFF2-40B4-BE49-F238E27FC236}">
                <a16:creationId xmlns:a16="http://schemas.microsoft.com/office/drawing/2014/main" id="{758C10DA-C5EA-44D1-ABC9-508BEDEE3682}"/>
              </a:ext>
            </a:extLst>
          </p:cNvPr>
          <p:cNvSpPr>
            <a:spLocks xmlns:a="http://schemas.openxmlformats.org/drawingml/2006/main" noGrp="1"/>
          </p:cNvSpPr>
          <p:nvPr/>
        </p:nvSpPr>
        <p:spPr>
          <a:xfrm xmlns:a="http://schemas.openxmlformats.org/drawingml/2006/main">
            <a:off x="2986088" y="2547938"/>
            <a:ext cx="264319" cy="715"/>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28575">
            <a:solidFill>
              <a:srgbClr val="111111"/>
            </a:solidFill>
          </a:ln>
        </p:spPr>
      </p:sp>
      <p:sp>
        <p:nvSpPr>
          <p:cNvPr id="16" name="Ledning">
            <a:extLst xmlns:a="http://schemas.openxmlformats.org/drawingml/2006/main">
              <a:ext uri="{FF2B5EF4-FFF2-40B4-BE49-F238E27FC236}">
                <a16:creationId xmlns:a16="http://schemas.microsoft.com/office/drawing/2014/main" id="{411EC6F2-12DC-4CBF-B526-2F0482A91985}"/>
              </a:ext>
            </a:extLst>
          </p:cNvPr>
          <p:cNvSpPr>
            <a:spLocks xmlns:a="http://schemas.openxmlformats.org/drawingml/2006/main" noGrp="1"/>
          </p:cNvSpPr>
          <p:nvPr/>
        </p:nvSpPr>
        <p:spPr>
          <a:xfrm xmlns:a="http://schemas.openxmlformats.org/drawingml/2006/main">
            <a:off x="3250406"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7" name="Ledning">
            <a:extLst xmlns:a="http://schemas.openxmlformats.org/drawingml/2006/main">
              <a:ext uri="{FF2B5EF4-FFF2-40B4-BE49-F238E27FC236}">
                <a16:creationId xmlns:a16="http://schemas.microsoft.com/office/drawing/2014/main" id="{DC361F9B-EA9B-4442-89EA-7B6F4AA147C6}"/>
              </a:ext>
            </a:extLst>
          </p:cNvPr>
          <p:cNvSpPr>
            <a:spLocks xmlns:a="http://schemas.openxmlformats.org/drawingml/2006/main" noGrp="1"/>
          </p:cNvSpPr>
          <p:nvPr/>
        </p:nvSpPr>
        <p:spPr>
          <a:xfrm xmlns:a="http://schemas.openxmlformats.org/drawingml/2006/main">
            <a:off x="3893344"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8" name="Ledning">
            <a:extLst xmlns:a="http://schemas.openxmlformats.org/drawingml/2006/main">
              <a:ext uri="{FF2B5EF4-FFF2-40B4-BE49-F238E27FC236}">
                <a16:creationId xmlns:a16="http://schemas.microsoft.com/office/drawing/2014/main" id="{9BA18254-C044-4AE7-A633-07484666C673}"/>
              </a:ext>
            </a:extLst>
          </p:cNvPr>
          <p:cNvSpPr>
            <a:spLocks xmlns:a="http://schemas.openxmlformats.org/drawingml/2006/main" noGrp="1"/>
          </p:cNvSpPr>
          <p:nvPr/>
        </p:nvSpPr>
        <p:spPr>
          <a:xfrm xmlns:a="http://schemas.openxmlformats.org/drawingml/2006/main">
            <a:off x="4536281" y="2547938"/>
            <a:ext cx="715" cy="892969"/>
          </a:xfrm>
          <a:custGeom xmlns:a="http://schemas.openxmlformats.org/drawingml/2006/main">
            <a:pathLst>
              <a:path w="953" h="1190625">
                <a:moveTo>
                  <a:pt x="0" y="0"/>
                </a:moveTo>
                <a:lnTo>
                  <a:pt x="0" y="1190625"/>
                </a:lnTo>
              </a:path>
            </a:pathLst>
          </a:custGeom>
          <a:noFill xmlns:a="http://schemas.openxmlformats.org/drawingml/2006/main"/>
          <a:ln xmlns:a="http://schemas.openxmlformats.org/drawingml/2006/main" w="28575">
            <a:solidFill>
              <a:srgbClr val="111111"/>
            </a:solidFill>
          </a:ln>
        </p:spPr>
      </p:sp>
      <p:sp>
        <p:nvSpPr>
          <p:cNvPr id="19" name="">
            <a:extLst xmlns:a="http://schemas.openxmlformats.org/drawingml/2006/main">
              <a:ext uri="{FF2B5EF4-FFF2-40B4-BE49-F238E27FC236}">
                <a16:creationId xmlns:a16="http://schemas.microsoft.com/office/drawing/2014/main" id="{ED6F74B8-599A-4CA6-B8E8-CBD6DD11588A}"/>
              </a:ext>
            </a:extLst>
          </p:cNvPr>
          <p:cNvSpPr>
            <a:spLocks xmlns:a="http://schemas.openxmlformats.org/drawingml/2006/main" noGrp="1"/>
          </p:cNvSpPr>
          <p:nvPr/>
        </p:nvSpPr>
        <p:spPr>
          <a:xfrm xmlns:a="http://schemas.openxmlformats.org/drawingml/2006/main">
            <a:off x="4321969" y="3440906"/>
            <a:ext cx="428625" cy="428625"/>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20" name="Ledning">
            <a:extLst xmlns:a="http://schemas.openxmlformats.org/drawingml/2006/main">
              <a:ext uri="{FF2B5EF4-FFF2-40B4-BE49-F238E27FC236}">
                <a16:creationId xmlns:a16="http://schemas.microsoft.com/office/drawing/2014/main" id="{BBD86FF5-1A8E-49F5-9F5E-FD9555C8B787}"/>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0" y="0"/>
                </a:moveTo>
                <a:lnTo>
                  <a:pt x="388620" y="388620"/>
                </a:lnTo>
              </a:path>
            </a:pathLst>
          </a:custGeom>
          <a:noFill xmlns:a="http://schemas.openxmlformats.org/drawingml/2006/main"/>
          <a:ln xmlns:a="http://schemas.openxmlformats.org/drawingml/2006/main" w="28575">
            <a:solidFill>
              <a:srgbClr val="111111"/>
            </a:solidFill>
          </a:ln>
        </p:spPr>
      </p:sp>
      <p:sp>
        <p:nvSpPr>
          <p:cNvPr id="21" name="Ledning">
            <a:extLst xmlns:a="http://schemas.openxmlformats.org/drawingml/2006/main">
              <a:ext uri="{FF2B5EF4-FFF2-40B4-BE49-F238E27FC236}">
                <a16:creationId xmlns:a16="http://schemas.microsoft.com/office/drawing/2014/main" id="{5984D7DF-40FD-462C-B579-18C3BB83A0C7}"/>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388620" y="0"/>
                </a:moveTo>
                <a:lnTo>
                  <a:pt x="0" y="388620"/>
                </a:lnTo>
              </a:path>
            </a:pathLst>
          </a:custGeom>
          <a:noFill xmlns:a="http://schemas.openxmlformats.org/drawingml/2006/main"/>
          <a:ln xmlns:a="http://schemas.openxmlformats.org/drawingml/2006/main" w="28575">
            <a:solidFill>
              <a:srgbClr val="111111"/>
            </a:solidFill>
          </a:ln>
        </p:spPr>
      </p:sp>
      <p:sp>
        <p:nvSpPr>
          <p:cNvPr id="22" name="Ledning">
            <a:extLst xmlns:a="http://schemas.openxmlformats.org/drawingml/2006/main">
              <a:ext uri="{FF2B5EF4-FFF2-40B4-BE49-F238E27FC236}">
                <a16:creationId xmlns:a16="http://schemas.microsoft.com/office/drawing/2014/main" id="{9ECF668E-1B56-4498-8682-CD1B90DB0129}"/>
              </a:ext>
            </a:extLst>
          </p:cNvPr>
          <p:cNvSpPr>
            <a:spLocks xmlns:a="http://schemas.openxmlformats.org/drawingml/2006/main" noGrp="1"/>
          </p:cNvSpPr>
          <p:nvPr/>
        </p:nvSpPr>
        <p:spPr>
          <a:xfrm xmlns:a="http://schemas.openxmlformats.org/drawingml/2006/main">
            <a:off x="4536281" y="3869531"/>
            <a:ext cx="715" cy="785812"/>
          </a:xfrm>
          <a:custGeom xmlns:a="http://schemas.openxmlformats.org/drawingml/2006/main">
            <a:pathLst>
              <a:path w="953" h="1047750">
                <a:moveTo>
                  <a:pt x="0" y="0"/>
                </a:moveTo>
                <a:lnTo>
                  <a:pt x="0" y="1047750"/>
                </a:lnTo>
              </a:path>
            </a:pathLst>
          </a:custGeom>
          <a:noFill xmlns:a="http://schemas.openxmlformats.org/drawingml/2006/main"/>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9B2629E6-BFFD-4213-9914-AC2F718FACDF}"/>
              </a:ext>
            </a:extLst>
          </p:cNvPr>
          <p:cNvSpPr>
            <a:spLocks xmlns:a="http://schemas.openxmlformats.org/drawingml/2006/main" noGrp="1"/>
          </p:cNvSpPr>
          <p:nvPr/>
        </p:nvSpPr>
        <p:spPr>
          <a:xfrm xmlns:a="http://schemas.openxmlformats.org/drawingml/2006/main">
            <a:off x="892969" y="4655344"/>
            <a:ext cx="3643312" cy="715"/>
          </a:xfrm>
          <a:custGeom xmlns:a="http://schemas.openxmlformats.org/drawingml/2006/main">
            <a:pathLst>
              <a:path w="4857750" h="953">
                <a:moveTo>
                  <a:pt x="4857750" y="0"/>
                </a:moveTo>
                <a:lnTo>
                  <a:pt x="0" y="0"/>
                </a:lnTo>
              </a:path>
            </a:pathLst>
          </a:custGeom>
          <a:noFill xmlns:a="http://schemas.openxmlformats.org/drawingml/2006/main"/>
          <a:ln xmlns:a="http://schemas.openxmlformats.org/drawingml/2006/main" w="28575">
            <a:solidFill>
              <a:srgbClr val="111111"/>
            </a:solidFill>
          </a:ln>
        </p:spPr>
      </p:sp>
      <p:sp>
        <p:nvSpPr>
          <p:cNvPr id="24" name="Ledning">
            <a:extLst xmlns:a="http://schemas.openxmlformats.org/drawingml/2006/main">
              <a:ext uri="{FF2B5EF4-FFF2-40B4-BE49-F238E27FC236}">
                <a16:creationId xmlns:a16="http://schemas.microsoft.com/office/drawing/2014/main" id="{06BFC59A-F008-40E9-B643-C7BCDCAA16BB}"/>
              </a:ext>
            </a:extLst>
          </p:cNvPr>
          <p:cNvSpPr>
            <a:spLocks xmlns:a="http://schemas.openxmlformats.org/drawingml/2006/main" noGrp="1"/>
          </p:cNvSpPr>
          <p:nvPr/>
        </p:nvSpPr>
        <p:spPr>
          <a:xfrm xmlns:a="http://schemas.openxmlformats.org/drawingml/2006/main">
            <a:off x="892969" y="3912394"/>
            <a:ext cx="715" cy="742950"/>
          </a:xfrm>
          <a:custGeom xmlns:a="http://schemas.openxmlformats.org/drawingml/2006/main">
            <a:pathLst>
              <a:path w="953" h="990600">
                <a:moveTo>
                  <a:pt x="0" y="990600"/>
                </a:moveTo>
                <a:lnTo>
                  <a:pt x="0" y="0"/>
                </a:lnTo>
              </a:path>
            </a:pathLst>
          </a:custGeom>
          <a:noFill xmlns:a="http://schemas.openxmlformats.org/drawingml/2006/main"/>
          <a:ln xmlns:a="http://schemas.openxmlformats.org/drawingml/2006/main" w="28575">
            <a:solidFill>
              <a:srgbClr val="111111"/>
            </a:solidFill>
          </a:ln>
        </p:spPr>
      </p:sp>
      <p:sp>
        <p:nvSpPr>
          <p:cNvPr id="25" name="">
            <a:extLst xmlns:a="http://schemas.openxmlformats.org/drawingml/2006/main">
              <a:ext uri="{FF2B5EF4-FFF2-40B4-BE49-F238E27FC236}">
                <a16:creationId xmlns:a16="http://schemas.microsoft.com/office/drawing/2014/main" id="{6F59E873-A6AB-4B86-AB67-33B3E21D17DA}"/>
              </a:ext>
            </a:extLst>
          </p:cNvPr>
          <p:cNvSpPr>
            <a:spLocks xmlns:a="http://schemas.openxmlformats.org/drawingml/2006/main" noGrp="1"/>
          </p:cNvSpPr>
          <p:nvPr/>
        </p:nvSpPr>
        <p:spPr>
          <a:xfrm xmlns:a="http://schemas.openxmlformats.org/drawingml/2006/main">
            <a:off x="650081" y="3426619"/>
            <a:ext cx="485775" cy="485775"/>
          </a:xfrm>
          <a:prstGeom xmlns:a="http://schemas.openxmlformats.org/drawingml/2006/main" prst="ellipse">
            <a:avLst/>
          </a:prstGeom>
          <a:solidFill xmlns:a="http://schemas.openxmlformats.org/drawingml/2006/main">
            <a:srgbClr val="FFFFFF"/>
          </a:solidFill>
          <a:ln xmlns:a="http://schemas.openxmlformats.org/drawingml/2006/main" w="28575">
            <a:solidFill>
              <a:srgbClr val="505864"/>
            </a:solidFill>
          </a:ln>
        </p:spPr>
      </p:sp>
      <p:sp>
        <p:nvSpPr>
          <p:cNvPr id="26" name="+">
            <a:extLst xmlns:a="http://schemas.openxmlformats.org/drawingml/2006/main">
              <a:ext uri="{FF2B5EF4-FFF2-40B4-BE49-F238E27FC236}">
                <a16:creationId xmlns:a16="http://schemas.microsoft.com/office/drawing/2014/main" id="{2E3DCC44-7644-4654-B99A-EF0FDD1AA283}"/>
              </a:ext>
            </a:extLst>
          </p:cNvPr>
          <p:cNvSpPr>
            <a:spLocks xmlns:a="http://schemas.openxmlformats.org/drawingml/2006/main" noGrp="1"/>
          </p:cNvSpPr>
          <p:nvPr/>
        </p:nvSpPr>
        <p:spPr>
          <a:xfrm xmlns:a="http://schemas.openxmlformats.org/drawingml/2006/main">
            <a:off x="800100" y="3448050"/>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7" name="−">
            <a:extLst xmlns:a="http://schemas.openxmlformats.org/drawingml/2006/main">
              <a:ext uri="{FF2B5EF4-FFF2-40B4-BE49-F238E27FC236}">
                <a16:creationId xmlns:a16="http://schemas.microsoft.com/office/drawing/2014/main" id="{C9218771-2E9B-4669-AB44-887D082B6A8E}"/>
              </a:ext>
            </a:extLst>
          </p:cNvPr>
          <p:cNvSpPr>
            <a:spLocks xmlns:a="http://schemas.openxmlformats.org/drawingml/2006/main" noGrp="1"/>
          </p:cNvSpPr>
          <p:nvPr/>
        </p:nvSpPr>
        <p:spPr>
          <a:xfrm xmlns:a="http://schemas.openxmlformats.org/drawingml/2006/main">
            <a:off x="800100" y="3683794"/>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8" name="12 V-källa&#10;AV">
            <a:extLst xmlns:a="http://schemas.openxmlformats.org/drawingml/2006/main">
              <a:ext uri="{FF2B5EF4-FFF2-40B4-BE49-F238E27FC236}">
                <a16:creationId xmlns:a16="http://schemas.microsoft.com/office/drawing/2014/main" id="{3A04B948-81E3-490A-A44A-D7A754F5F8CF}"/>
              </a:ext>
            </a:extLst>
          </p:cNvPr>
          <p:cNvSpPr>
            <a:spLocks xmlns:a="http://schemas.openxmlformats.org/drawingml/2006/main" noGrp="1"/>
          </p:cNvSpPr>
          <p:nvPr/>
        </p:nvSpPr>
        <p:spPr>
          <a:xfrm xmlns:a="http://schemas.openxmlformats.org/drawingml/2006/main">
            <a:off x="1293019" y="3469481"/>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12 V-källa</a:t>
            </a:r>
          </a:p>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AV</a:t>
            </a:r>
          </a:p>
        </p:txBody>
      </p:sp>
      <p:sp>
        <p:nvSpPr>
          <p:cNvPr id="29" name="H1">
            <a:extLst xmlns:a="http://schemas.openxmlformats.org/drawingml/2006/main">
              <a:ext uri="{FF2B5EF4-FFF2-40B4-BE49-F238E27FC236}">
                <a16:creationId xmlns:a16="http://schemas.microsoft.com/office/drawing/2014/main" id="{93A6B86D-53A8-4B15-8BE8-52BE1F9CBDC3}"/>
              </a:ext>
            </a:extLst>
          </p:cNvPr>
          <p:cNvSpPr>
            <a:spLocks xmlns:a="http://schemas.openxmlformats.org/drawingml/2006/main" noGrp="1"/>
          </p:cNvSpPr>
          <p:nvPr/>
        </p:nvSpPr>
        <p:spPr>
          <a:xfrm xmlns:a="http://schemas.openxmlformats.org/drawingml/2006/main">
            <a:off x="4822031" y="3548062"/>
            <a:ext cx="500062"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H1</a:t>
            </a:r>
          </a:p>
        </p:txBody>
      </p:sp>
      <p:sp>
        <p:nvSpPr>
          <p:cNvPr id="30" name="">
            <a:extLst xmlns:a="http://schemas.openxmlformats.org/drawingml/2006/main">
              <a:ext uri="{FF2B5EF4-FFF2-40B4-BE49-F238E27FC236}">
                <a16:creationId xmlns:a16="http://schemas.microsoft.com/office/drawing/2014/main" id="{C4AE1BFD-0C46-4D17-AE6E-3CEE1F229A52}"/>
              </a:ext>
            </a:extLst>
          </p:cNvPr>
          <p:cNvSpPr>
            <a:spLocks xmlns:a="http://schemas.openxmlformats.org/drawingml/2006/main" noGrp="1"/>
          </p:cNvSpPr>
          <p:nvPr/>
        </p:nvSpPr>
        <p:spPr>
          <a:xfrm xmlns:a="http://schemas.openxmlformats.org/drawingml/2006/main">
            <a:off x="4500562" y="3048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1" name="">
            <a:extLst xmlns:a="http://schemas.openxmlformats.org/drawingml/2006/main">
              <a:ext uri="{FF2B5EF4-FFF2-40B4-BE49-F238E27FC236}">
                <a16:creationId xmlns:a16="http://schemas.microsoft.com/office/drawing/2014/main" id="{963203F0-0C47-4B29-8EDA-AF2D89364384}"/>
              </a:ext>
            </a:extLst>
          </p:cNvPr>
          <p:cNvSpPr>
            <a:spLocks xmlns:a="http://schemas.openxmlformats.org/drawingml/2006/main" noGrp="1"/>
          </p:cNvSpPr>
          <p:nvPr/>
        </p:nvSpPr>
        <p:spPr>
          <a:xfrm xmlns:a="http://schemas.openxmlformats.org/drawingml/2006/main">
            <a:off x="4500562" y="4191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2" name="P1">
            <a:extLst xmlns:a="http://schemas.openxmlformats.org/drawingml/2006/main">
              <a:ext uri="{FF2B5EF4-FFF2-40B4-BE49-F238E27FC236}">
                <a16:creationId xmlns:a16="http://schemas.microsoft.com/office/drawing/2014/main" id="{80170BAF-F5C6-4477-B3C5-8DFED52BE7C1}"/>
              </a:ext>
            </a:extLst>
          </p:cNvPr>
          <p:cNvSpPr>
            <a:spLocks xmlns:a="http://schemas.openxmlformats.org/drawingml/2006/main" noGrp="1"/>
          </p:cNvSpPr>
          <p:nvPr/>
        </p:nvSpPr>
        <p:spPr>
          <a:xfrm xmlns:a="http://schemas.openxmlformats.org/drawingml/2006/main">
            <a:off x="4722019" y="2797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P1</a:t>
            </a:r>
          </a:p>
        </p:txBody>
      </p:sp>
      <p:sp>
        <p:nvSpPr>
          <p:cNvPr id="33" name="P2">
            <a:extLst xmlns:a="http://schemas.openxmlformats.org/drawingml/2006/main">
              <a:ext uri="{FF2B5EF4-FFF2-40B4-BE49-F238E27FC236}">
                <a16:creationId xmlns:a16="http://schemas.microsoft.com/office/drawing/2014/main" id="{9CF3D465-3623-4F11-A19F-85CFD5F677F3}"/>
              </a:ext>
            </a:extLst>
          </p:cNvPr>
          <p:cNvSpPr>
            <a:spLocks xmlns:a="http://schemas.openxmlformats.org/drawingml/2006/main" noGrp="1"/>
          </p:cNvSpPr>
          <p:nvPr/>
        </p:nvSpPr>
        <p:spPr>
          <a:xfrm xmlns:a="http://schemas.openxmlformats.org/drawingml/2006/main">
            <a:off x="4722019" y="3940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P2</a:t>
            </a:r>
          </a:p>
        </p:txBody>
      </p:sp>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dc4bb20a80094b67"/>
          <a:stretch xmlns:a="http://schemas.openxmlformats.org/drawingml/2006/main"/>
        </p:blipFill>
        <p:spPr>
          <a:xfrm xmlns:a="http://schemas.openxmlformats.org/drawingml/2006/main">
            <a:off x="6357938" y="1905000"/>
            <a:ext cx="2071688" cy="3107531"/>
          </a:xfrm>
          <a:prstGeom xmlns:a="http://schemas.openxmlformats.org/drawingml/2006/main" prst="rect">
            <a:avLst/>
          </a:prstGeom>
        </p:spPr>
      </p:pic>
      <p:sp>
        <p:nvSpPr>
          <p:cNvPr id="35" name="10 A">
            <a:extLst xmlns:a="http://schemas.openxmlformats.org/drawingml/2006/main">
              <a:ext uri="{FF2B5EF4-FFF2-40B4-BE49-F238E27FC236}">
                <a16:creationId xmlns:a16="http://schemas.microsoft.com/office/drawing/2014/main" id="{3CB2C407-AED7-4628-A52A-4D7D514D268A}"/>
              </a:ext>
            </a:extLst>
          </p:cNvPr>
          <p:cNvSpPr>
            <a:spLocks xmlns:a="http://schemas.openxmlformats.org/drawingml/2006/main" noGrp="1"/>
          </p:cNvSpPr>
          <p:nvPr/>
        </p:nvSpPr>
        <p:spPr>
          <a:xfrm xmlns:a="http://schemas.openxmlformats.org/drawingml/2006/main">
            <a:off x="667283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10 A</a:t>
            </a:r>
          </a:p>
        </p:txBody>
      </p:sp>
      <p:sp>
        <p:nvSpPr>
          <p:cNvPr id="36" name="mA">
            <a:extLst xmlns:a="http://schemas.openxmlformats.org/drawingml/2006/main">
              <a:ext uri="{FF2B5EF4-FFF2-40B4-BE49-F238E27FC236}">
                <a16:creationId xmlns:a16="http://schemas.microsoft.com/office/drawing/2014/main" id="{F476A493-6298-4A6D-B20D-E10573F6EF6D}"/>
              </a:ext>
            </a:extLst>
          </p:cNvPr>
          <p:cNvSpPr>
            <a:spLocks xmlns:a="http://schemas.openxmlformats.org/drawingml/2006/main" noGrp="1"/>
          </p:cNvSpPr>
          <p:nvPr/>
        </p:nvSpPr>
        <p:spPr>
          <a:xfrm xmlns:a="http://schemas.openxmlformats.org/drawingml/2006/main">
            <a:off x="702916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mA</a:t>
            </a:r>
          </a:p>
        </p:txBody>
      </p:sp>
      <p:sp>
        <p:nvSpPr>
          <p:cNvPr id="37" name="COM">
            <a:extLst xmlns:a="http://schemas.openxmlformats.org/drawingml/2006/main">
              <a:ext uri="{FF2B5EF4-FFF2-40B4-BE49-F238E27FC236}">
                <a16:creationId xmlns:a16="http://schemas.microsoft.com/office/drawing/2014/main" id="{FEF736A5-0D6A-4EE8-A016-7EA79D7C090E}"/>
              </a:ext>
            </a:extLst>
          </p:cNvPr>
          <p:cNvSpPr>
            <a:spLocks xmlns:a="http://schemas.openxmlformats.org/drawingml/2006/main" noGrp="1"/>
          </p:cNvSpPr>
          <p:nvPr/>
        </p:nvSpPr>
        <p:spPr>
          <a:xfrm xmlns:a="http://schemas.openxmlformats.org/drawingml/2006/main">
            <a:off x="738549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COM</a:t>
            </a:r>
          </a:p>
        </p:txBody>
      </p:sp>
      <p:sp>
        <p:nvSpPr>
          <p:cNvPr id="38" name="VΩ">
            <a:extLst xmlns:a="http://schemas.openxmlformats.org/drawingml/2006/main">
              <a:ext uri="{FF2B5EF4-FFF2-40B4-BE49-F238E27FC236}">
                <a16:creationId xmlns:a16="http://schemas.microsoft.com/office/drawing/2014/main" id="{91E38460-3B16-443D-B1B2-FFEE277C7DB6}"/>
              </a:ext>
            </a:extLst>
          </p:cNvPr>
          <p:cNvSpPr>
            <a:spLocks xmlns:a="http://schemas.openxmlformats.org/drawingml/2006/main" noGrp="1"/>
          </p:cNvSpPr>
          <p:nvPr/>
        </p:nvSpPr>
        <p:spPr>
          <a:xfrm xmlns:a="http://schemas.openxmlformats.org/drawingml/2006/main">
            <a:off x="7741825"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VΩ</a:t>
            </a:r>
          </a:p>
        </p:txBody>
      </p:sp>
      <p:sp>
        <p:nvSpPr>
          <p:cNvPr id="39" name="V DC">
            <a:extLst xmlns:a="http://schemas.openxmlformats.org/drawingml/2006/main">
              <a:ext uri="{FF2B5EF4-FFF2-40B4-BE49-F238E27FC236}">
                <a16:creationId xmlns:a16="http://schemas.microsoft.com/office/drawing/2014/main" id="{118F5649-27CE-4012-8BD8-0EF72C7CFBA0}"/>
              </a:ext>
            </a:extLst>
          </p:cNvPr>
          <p:cNvSpPr>
            <a:spLocks xmlns:a="http://schemas.openxmlformats.org/drawingml/2006/main" noGrp="1"/>
          </p:cNvSpPr>
          <p:nvPr/>
        </p:nvSpPr>
        <p:spPr>
          <a:xfrm xmlns:a="http://schemas.openxmlformats.org/drawingml/2006/main">
            <a:off x="6813709" y="2622840"/>
            <a:ext cx="1160145" cy="121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62" b="1">
                <a:solidFill>
                  <a:srgbClr val="111111"/>
                </a:solidFill>
                <a:latin typeface="Calibri"/>
                <a:ea typeface="Calibri"/>
                <a:cs typeface="Calibri"/>
              </a:defRPr>
            </a:pPr>
            <a:r>
              <a:rPr sz="962" b="1">
                <a:solidFill>
                  <a:srgbClr val="111111"/>
                </a:solidFill>
                <a:latin typeface="Calibri"/>
                <a:ea typeface="Calibri"/>
                <a:cs typeface="Calibri"/>
              </a:rPr>
              <a:t>V DC</a:t>
            </a:r>
          </a:p>
        </p:txBody>
      </p:sp>
      <p:sp>
        <p:nvSpPr>
          <p:cNvPr id="40" name="V DC">
            <a:extLst xmlns:a="http://schemas.openxmlformats.org/drawingml/2006/main">
              <a:ext uri="{FF2B5EF4-FFF2-40B4-BE49-F238E27FC236}">
                <a16:creationId xmlns:a16="http://schemas.microsoft.com/office/drawing/2014/main" id="{D7744ED4-EE1B-4CD9-B15F-21B704409ED3}"/>
              </a:ext>
            </a:extLst>
          </p:cNvPr>
          <p:cNvSpPr>
            <a:spLocks xmlns:a="http://schemas.openxmlformats.org/drawingml/2006/main" noGrp="1"/>
          </p:cNvSpPr>
          <p:nvPr/>
        </p:nvSpPr>
        <p:spPr>
          <a:xfrm xmlns:a="http://schemas.openxmlformats.org/drawingml/2006/main">
            <a:off x="7207330" y="285279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1">
                <a:solidFill>
                  <a:srgbClr val="064F91"/>
                </a:solidFill>
                <a:latin typeface="Calibri"/>
                <a:ea typeface="Calibri"/>
                <a:cs typeface="Calibri"/>
              </a:defRPr>
            </a:pPr>
            <a:r>
              <a:rPr sz="897" b="1">
                <a:solidFill>
                  <a:srgbClr val="064F91"/>
                </a:solidFill>
                <a:latin typeface="Calibri"/>
                <a:ea typeface="Calibri"/>
                <a:cs typeface="Calibri"/>
              </a:rPr>
              <a:t>V DC</a:t>
            </a:r>
          </a:p>
        </p:txBody>
      </p:sp>
      <p:sp>
        <p:nvSpPr>
          <p:cNvPr id="41" name="V AC">
            <a:extLst xmlns:a="http://schemas.openxmlformats.org/drawingml/2006/main">
              <a:ext uri="{FF2B5EF4-FFF2-40B4-BE49-F238E27FC236}">
                <a16:creationId xmlns:a16="http://schemas.microsoft.com/office/drawing/2014/main" id="{C2CC037B-FC66-49F3-A4D3-2AA62BB16A3D}"/>
              </a:ext>
            </a:extLst>
          </p:cNvPr>
          <p:cNvSpPr>
            <a:spLocks xmlns:a="http://schemas.openxmlformats.org/drawingml/2006/main" noGrp="1"/>
          </p:cNvSpPr>
          <p:nvPr/>
        </p:nvSpPr>
        <p:spPr>
          <a:xfrm xmlns:a="http://schemas.openxmlformats.org/drawingml/2006/main">
            <a:off x="7664834"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AC</a:t>
            </a:r>
          </a:p>
        </p:txBody>
      </p:sp>
      <p:sp>
        <p:nvSpPr>
          <p:cNvPr id="42" name="A DC">
            <a:extLst xmlns:a="http://schemas.openxmlformats.org/drawingml/2006/main">
              <a:ext uri="{FF2B5EF4-FFF2-40B4-BE49-F238E27FC236}">
                <a16:creationId xmlns:a16="http://schemas.microsoft.com/office/drawing/2014/main" id="{3484551C-8F77-4F50-9AD5-D3B7408AE119}"/>
              </a:ext>
            </a:extLst>
          </p:cNvPr>
          <p:cNvSpPr>
            <a:spLocks xmlns:a="http://schemas.openxmlformats.org/drawingml/2006/main" noGrp="1"/>
          </p:cNvSpPr>
          <p:nvPr/>
        </p:nvSpPr>
        <p:spPr>
          <a:xfrm xmlns:a="http://schemas.openxmlformats.org/drawingml/2006/main">
            <a:off x="7664834"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A DC</a:t>
            </a:r>
          </a:p>
        </p:txBody>
      </p:sp>
      <p:sp>
        <p:nvSpPr>
          <p:cNvPr id="43" name="Ω">
            <a:extLst xmlns:a="http://schemas.openxmlformats.org/drawingml/2006/main">
              <a:ext uri="{FF2B5EF4-FFF2-40B4-BE49-F238E27FC236}">
                <a16:creationId xmlns:a16="http://schemas.microsoft.com/office/drawing/2014/main" id="{40D92083-7211-440F-8598-844CA2CE8B57}"/>
              </a:ext>
            </a:extLst>
          </p:cNvPr>
          <p:cNvSpPr>
            <a:spLocks xmlns:a="http://schemas.openxmlformats.org/drawingml/2006/main" noGrp="1"/>
          </p:cNvSpPr>
          <p:nvPr/>
        </p:nvSpPr>
        <p:spPr>
          <a:xfrm xmlns:a="http://schemas.openxmlformats.org/drawingml/2006/main">
            <a:off x="7207330" y="390935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Ω</a:t>
            </a:r>
          </a:p>
        </p:txBody>
      </p:sp>
      <p:sp>
        <p:nvSpPr>
          <p:cNvPr id="44" name="PIP">
            <a:extLst xmlns:a="http://schemas.openxmlformats.org/drawingml/2006/main">
              <a:ext uri="{FF2B5EF4-FFF2-40B4-BE49-F238E27FC236}">
                <a16:creationId xmlns:a16="http://schemas.microsoft.com/office/drawing/2014/main" id="{FC4EF872-9489-49F2-B2AA-B2E631C4F4BF}"/>
              </a:ext>
            </a:extLst>
          </p:cNvPr>
          <p:cNvSpPr>
            <a:spLocks xmlns:a="http://schemas.openxmlformats.org/drawingml/2006/main" noGrp="1"/>
          </p:cNvSpPr>
          <p:nvPr/>
        </p:nvSpPr>
        <p:spPr>
          <a:xfrm xmlns:a="http://schemas.openxmlformats.org/drawingml/2006/main">
            <a:off x="6749825"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PIP</a:t>
            </a:r>
          </a:p>
        </p:txBody>
      </p:sp>
      <p:sp>
        <p:nvSpPr>
          <p:cNvPr id="45" name="OFF">
            <a:extLst xmlns:a="http://schemas.openxmlformats.org/drawingml/2006/main">
              <a:ext uri="{FF2B5EF4-FFF2-40B4-BE49-F238E27FC236}">
                <a16:creationId xmlns:a16="http://schemas.microsoft.com/office/drawing/2014/main" id="{DBA4FD78-5024-4C06-A3E7-8E4779FF6443}"/>
              </a:ext>
            </a:extLst>
          </p:cNvPr>
          <p:cNvSpPr>
            <a:spLocks xmlns:a="http://schemas.openxmlformats.org/drawingml/2006/main" noGrp="1"/>
          </p:cNvSpPr>
          <p:nvPr/>
        </p:nvSpPr>
        <p:spPr>
          <a:xfrm xmlns:a="http://schemas.openxmlformats.org/drawingml/2006/main">
            <a:off x="6749825"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OFF</a:t>
            </a:r>
          </a:p>
        </p:txBody>
      </p:sp>
      <p:sp>
        <p:nvSpPr>
          <p:cNvPr id="46" name="Ledning">
            <a:extLst xmlns:a="http://schemas.openxmlformats.org/drawingml/2006/main">
              <a:ext uri="{FF2B5EF4-FFF2-40B4-BE49-F238E27FC236}">
                <a16:creationId xmlns:a16="http://schemas.microsoft.com/office/drawing/2014/main" id="{23879B12-115A-4469-B525-04A5E686ABEE}"/>
              </a:ext>
            </a:extLst>
          </p:cNvPr>
          <p:cNvSpPr>
            <a:spLocks xmlns:a="http://schemas.openxmlformats.org/drawingml/2006/main" noGrp="1"/>
          </p:cNvSpPr>
          <p:nvPr/>
        </p:nvSpPr>
        <p:spPr>
          <a:xfrm xmlns:a="http://schemas.openxmlformats.org/drawingml/2006/main">
            <a:off x="7393781" y="3148012"/>
            <a:ext cx="715" cy="310754"/>
          </a:xfrm>
          <a:custGeom xmlns:a="http://schemas.openxmlformats.org/drawingml/2006/main">
            <a:pathLst>
              <a:path w="953" h="414338">
                <a:moveTo>
                  <a:pt x="0" y="414338"/>
                </a:moveTo>
                <a:lnTo>
                  <a:pt x="0" y="0"/>
                </a:lnTo>
              </a:path>
            </a:pathLst>
          </a:custGeom>
          <a:noFill xmlns:a="http://schemas.openxmlformats.org/drawingml/2006/main"/>
          <a:ln xmlns:a="http://schemas.openxmlformats.org/drawingml/2006/main" w="42862">
            <a:solidFill>
              <a:srgbClr val="064F91"/>
            </a:solidFill>
          </a:ln>
        </p:spPr>
      </p:sp>
      <p:sp>
        <p:nvSpPr>
          <p:cNvPr id="47" name="">
            <a:extLst xmlns:a="http://schemas.openxmlformats.org/drawingml/2006/main">
              <a:ext uri="{FF2B5EF4-FFF2-40B4-BE49-F238E27FC236}">
                <a16:creationId xmlns:a16="http://schemas.microsoft.com/office/drawing/2014/main" id="{8E67CE79-1A33-40BF-A1A7-91C806643967}"/>
              </a:ext>
            </a:extLst>
          </p:cNvPr>
          <p:cNvSpPr>
            <a:spLocks xmlns:a="http://schemas.openxmlformats.org/drawingml/2006/main" noGrp="1"/>
          </p:cNvSpPr>
          <p:nvPr/>
        </p:nvSpPr>
        <p:spPr>
          <a:xfrm xmlns:a="http://schemas.openxmlformats.org/drawingml/2006/main">
            <a:off x="7358062" y="3423047"/>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48" name="">
            <a:extLst xmlns:a="http://schemas.openxmlformats.org/drawingml/2006/main">
              <a:ext uri="{FF2B5EF4-FFF2-40B4-BE49-F238E27FC236}">
                <a16:creationId xmlns:a16="http://schemas.microsoft.com/office/drawing/2014/main" id="{0468704E-D762-4D8D-987A-90F114ED2B20}"/>
              </a:ext>
            </a:extLst>
          </p:cNvPr>
          <p:cNvSpPr>
            <a:spLocks xmlns:a="http://schemas.openxmlformats.org/drawingml/2006/main" noGrp="1"/>
          </p:cNvSpPr>
          <p:nvPr/>
        </p:nvSpPr>
        <p:spPr>
          <a:xfrm xmlns:a="http://schemas.openxmlformats.org/drawingml/2006/main">
            <a:off x="7478720" y="4440746"/>
            <a:ext cx="186452" cy="186452"/>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49" name="">
            <a:extLst xmlns:a="http://schemas.openxmlformats.org/drawingml/2006/main">
              <a:ext uri="{FF2B5EF4-FFF2-40B4-BE49-F238E27FC236}">
                <a16:creationId xmlns:a16="http://schemas.microsoft.com/office/drawing/2014/main" id="{254DB36B-0FD1-4744-9F9D-158EC8A61DED}"/>
              </a:ext>
            </a:extLst>
          </p:cNvPr>
          <p:cNvSpPr>
            <a:spLocks xmlns:a="http://schemas.openxmlformats.org/drawingml/2006/main" noGrp="1"/>
          </p:cNvSpPr>
          <p:nvPr/>
        </p:nvSpPr>
        <p:spPr>
          <a:xfrm xmlns:a="http://schemas.openxmlformats.org/drawingml/2006/main">
            <a:off x="7518082" y="4480108"/>
            <a:ext cx="107728" cy="107728"/>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50" name="">
            <a:extLst xmlns:a="http://schemas.openxmlformats.org/drawingml/2006/main">
              <a:ext uri="{FF2B5EF4-FFF2-40B4-BE49-F238E27FC236}">
                <a16:creationId xmlns:a16="http://schemas.microsoft.com/office/drawing/2014/main" id="{12527998-720D-48DC-9837-DF8D18747674}"/>
              </a:ext>
            </a:extLst>
          </p:cNvPr>
          <p:cNvSpPr>
            <a:spLocks xmlns:a="http://schemas.openxmlformats.org/drawingml/2006/main" noGrp="1"/>
          </p:cNvSpPr>
          <p:nvPr/>
        </p:nvSpPr>
        <p:spPr>
          <a:xfrm xmlns:a="http://schemas.openxmlformats.org/drawingml/2006/main">
            <a:off x="7835050" y="4440746"/>
            <a:ext cx="186452" cy="186452"/>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51" name="">
            <a:extLst xmlns:a="http://schemas.openxmlformats.org/drawingml/2006/main">
              <a:ext uri="{FF2B5EF4-FFF2-40B4-BE49-F238E27FC236}">
                <a16:creationId xmlns:a16="http://schemas.microsoft.com/office/drawing/2014/main" id="{D00CA797-3E1F-417C-B237-792F711DC107}"/>
              </a:ext>
            </a:extLst>
          </p:cNvPr>
          <p:cNvSpPr>
            <a:spLocks xmlns:a="http://schemas.openxmlformats.org/drawingml/2006/main" noGrp="1"/>
          </p:cNvSpPr>
          <p:nvPr/>
        </p:nvSpPr>
        <p:spPr>
          <a:xfrm xmlns:a="http://schemas.openxmlformats.org/drawingml/2006/main">
            <a:off x="7874413" y="4480108"/>
            <a:ext cx="107728" cy="107728"/>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52" name="Ledning">
            <a:extLst xmlns:a="http://schemas.openxmlformats.org/drawingml/2006/main">
              <a:ext uri="{FF2B5EF4-FFF2-40B4-BE49-F238E27FC236}">
                <a16:creationId xmlns:a16="http://schemas.microsoft.com/office/drawing/2014/main" id="{F761A47A-7767-4DCC-84EC-11361AA0EF56}"/>
              </a:ext>
            </a:extLst>
          </p:cNvPr>
          <p:cNvSpPr>
            <a:spLocks xmlns:a="http://schemas.openxmlformats.org/drawingml/2006/main" noGrp="1"/>
          </p:cNvSpPr>
          <p:nvPr/>
        </p:nvSpPr>
        <p:spPr>
          <a:xfrm xmlns:a="http://schemas.openxmlformats.org/drawingml/2006/main">
            <a:off x="7571947" y="4533971"/>
            <a:ext cx="715" cy="507135"/>
          </a:xfrm>
          <a:custGeom xmlns:a="http://schemas.openxmlformats.org/drawingml/2006/main">
            <a:pathLst>
              <a:path w="953" h="676180">
                <a:moveTo>
                  <a:pt x="0" y="0"/>
                </a:moveTo>
                <a:lnTo>
                  <a:pt x="0" y="676180"/>
                </a:lnTo>
              </a:path>
            </a:pathLst>
          </a:custGeom>
          <a:noFill xmlns:a="http://schemas.openxmlformats.org/drawingml/2006/main"/>
          <a:ln xmlns:a="http://schemas.openxmlformats.org/drawingml/2006/main" w="35719">
            <a:solidFill>
              <a:srgbClr val="20282E"/>
            </a:solidFill>
          </a:ln>
        </p:spPr>
      </p:sp>
      <p:sp>
        <p:nvSpPr>
          <p:cNvPr id="53" name="Ledning">
            <a:extLst xmlns:a="http://schemas.openxmlformats.org/drawingml/2006/main">
              <a:ext uri="{FF2B5EF4-FFF2-40B4-BE49-F238E27FC236}">
                <a16:creationId xmlns:a16="http://schemas.microsoft.com/office/drawing/2014/main" id="{0D6C86F6-1069-48E2-95D6-5E89179675FA}"/>
              </a:ext>
            </a:extLst>
          </p:cNvPr>
          <p:cNvSpPr>
            <a:spLocks xmlns:a="http://schemas.openxmlformats.org/drawingml/2006/main" noGrp="1"/>
          </p:cNvSpPr>
          <p:nvPr/>
        </p:nvSpPr>
        <p:spPr>
          <a:xfrm xmlns:a="http://schemas.openxmlformats.org/drawingml/2006/main">
            <a:off x="5500688" y="5041106"/>
            <a:ext cx="2071259" cy="715"/>
          </a:xfrm>
          <a:custGeom xmlns:a="http://schemas.openxmlformats.org/drawingml/2006/main">
            <a:pathLst>
              <a:path w="2761679" h="953">
                <a:moveTo>
                  <a:pt x="2761679" y="0"/>
                </a:moveTo>
                <a:lnTo>
                  <a:pt x="0" y="0"/>
                </a:lnTo>
              </a:path>
            </a:pathLst>
          </a:custGeom>
          <a:noFill xmlns:a="http://schemas.openxmlformats.org/drawingml/2006/main"/>
          <a:ln xmlns:a="http://schemas.openxmlformats.org/drawingml/2006/main" w="35719">
            <a:solidFill>
              <a:srgbClr val="20282E"/>
            </a:solidFill>
          </a:ln>
        </p:spPr>
      </p:sp>
      <p:sp>
        <p:nvSpPr>
          <p:cNvPr id="54" name="Ledning">
            <a:extLst xmlns:a="http://schemas.openxmlformats.org/drawingml/2006/main">
              <a:ext uri="{FF2B5EF4-FFF2-40B4-BE49-F238E27FC236}">
                <a16:creationId xmlns:a16="http://schemas.microsoft.com/office/drawing/2014/main" id="{90C75017-841D-46BA-A661-2BE877ED27E8}"/>
              </a:ext>
            </a:extLst>
          </p:cNvPr>
          <p:cNvSpPr>
            <a:spLocks xmlns:a="http://schemas.openxmlformats.org/drawingml/2006/main" noGrp="1"/>
          </p:cNvSpPr>
          <p:nvPr/>
        </p:nvSpPr>
        <p:spPr>
          <a:xfrm xmlns:a="http://schemas.openxmlformats.org/drawingml/2006/main">
            <a:off x="5500688" y="4226719"/>
            <a:ext cx="715" cy="814388"/>
          </a:xfrm>
          <a:custGeom xmlns:a="http://schemas.openxmlformats.org/drawingml/2006/main">
            <a:pathLst>
              <a:path w="953" h="1085850">
                <a:moveTo>
                  <a:pt x="0" y="1085850"/>
                </a:moveTo>
                <a:lnTo>
                  <a:pt x="0" y="0"/>
                </a:lnTo>
              </a:path>
            </a:pathLst>
          </a:custGeom>
          <a:noFill xmlns:a="http://schemas.openxmlformats.org/drawingml/2006/main"/>
          <a:ln xmlns:a="http://schemas.openxmlformats.org/drawingml/2006/main" w="35719">
            <a:solidFill>
              <a:srgbClr val="20282E"/>
            </a:solidFill>
          </a:ln>
        </p:spPr>
      </p:sp>
      <p:sp>
        <p:nvSpPr>
          <p:cNvPr id="55" name="Ledning">
            <a:extLst xmlns:a="http://schemas.openxmlformats.org/drawingml/2006/main">
              <a:ext uri="{FF2B5EF4-FFF2-40B4-BE49-F238E27FC236}">
                <a16:creationId xmlns:a16="http://schemas.microsoft.com/office/drawing/2014/main" id="{EBB70C97-92A9-4BD2-8EA0-117090697885}"/>
              </a:ext>
            </a:extLst>
          </p:cNvPr>
          <p:cNvSpPr>
            <a:spLocks xmlns:a="http://schemas.openxmlformats.org/drawingml/2006/main" noGrp="1"/>
          </p:cNvSpPr>
          <p:nvPr/>
        </p:nvSpPr>
        <p:spPr>
          <a:xfrm xmlns:a="http://schemas.openxmlformats.org/drawingml/2006/main">
            <a:off x="4536281" y="4226719"/>
            <a:ext cx="964406" cy="715"/>
          </a:xfrm>
          <a:custGeom xmlns:a="http://schemas.openxmlformats.org/drawingml/2006/main">
            <a:pathLst>
              <a:path w="1285875" h="953">
                <a:moveTo>
                  <a:pt x="1285875" y="0"/>
                </a:moveTo>
                <a:lnTo>
                  <a:pt x="0" y="0"/>
                </a:lnTo>
              </a:path>
            </a:pathLst>
          </a:custGeom>
          <a:noFill xmlns:a="http://schemas.openxmlformats.org/drawingml/2006/main"/>
          <a:ln xmlns:a="http://schemas.openxmlformats.org/drawingml/2006/main" w="35719">
            <a:solidFill>
              <a:srgbClr val="20282E"/>
            </a:solidFill>
          </a:ln>
        </p:spPr>
      </p:sp>
      <p:sp>
        <p:nvSpPr>
          <p:cNvPr id="56" name="">
            <a:extLst xmlns:a="http://schemas.openxmlformats.org/drawingml/2006/main">
              <a:ext uri="{FF2B5EF4-FFF2-40B4-BE49-F238E27FC236}">
                <a16:creationId xmlns:a16="http://schemas.microsoft.com/office/drawing/2014/main" id="{0848A94C-8914-4365-AE53-485F23FE2AE0}"/>
              </a:ext>
            </a:extLst>
          </p:cNvPr>
          <p:cNvSpPr>
            <a:spLocks xmlns:a="http://schemas.openxmlformats.org/drawingml/2006/main" noGrp="1"/>
          </p:cNvSpPr>
          <p:nvPr/>
        </p:nvSpPr>
        <p:spPr>
          <a:xfrm xmlns:a="http://schemas.openxmlformats.org/drawingml/2006/main">
            <a:off x="4486275" y="4176712"/>
            <a:ext cx="100012" cy="100012"/>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57" name="Ledning">
            <a:extLst xmlns:a="http://schemas.openxmlformats.org/drawingml/2006/main">
              <a:ext uri="{FF2B5EF4-FFF2-40B4-BE49-F238E27FC236}">
                <a16:creationId xmlns:a16="http://schemas.microsoft.com/office/drawing/2014/main" id="{0D38ED0C-A622-4DDF-8818-C65680B731D6}"/>
              </a:ext>
            </a:extLst>
          </p:cNvPr>
          <p:cNvSpPr>
            <a:spLocks xmlns:a="http://schemas.openxmlformats.org/drawingml/2006/main" noGrp="1"/>
          </p:cNvSpPr>
          <p:nvPr/>
        </p:nvSpPr>
        <p:spPr>
          <a:xfrm xmlns:a="http://schemas.openxmlformats.org/drawingml/2006/main">
            <a:off x="7928277" y="4533971"/>
            <a:ext cx="787099" cy="715"/>
          </a:xfrm>
          <a:custGeom xmlns:a="http://schemas.openxmlformats.org/drawingml/2006/main">
            <a:pathLst>
              <a:path w="1049465" h="953">
                <a:moveTo>
                  <a:pt x="0" y="0"/>
                </a:moveTo>
                <a:lnTo>
                  <a:pt x="1049465" y="0"/>
                </a:lnTo>
              </a:path>
            </a:pathLst>
          </a:custGeom>
          <a:noFill xmlns:a="http://schemas.openxmlformats.org/drawingml/2006/main"/>
          <a:ln xmlns:a="http://schemas.openxmlformats.org/drawingml/2006/main" w="35719">
            <a:solidFill>
              <a:srgbClr val="AD2929"/>
            </a:solidFill>
          </a:ln>
        </p:spPr>
      </p:sp>
      <p:sp>
        <p:nvSpPr>
          <p:cNvPr id="58" name="Ledning">
            <a:extLst xmlns:a="http://schemas.openxmlformats.org/drawingml/2006/main">
              <a:ext uri="{FF2B5EF4-FFF2-40B4-BE49-F238E27FC236}">
                <a16:creationId xmlns:a16="http://schemas.microsoft.com/office/drawing/2014/main" id="{D2525D1E-58F1-4A04-A9B7-4DE9A31479E0}"/>
              </a:ext>
            </a:extLst>
          </p:cNvPr>
          <p:cNvSpPr>
            <a:spLocks xmlns:a="http://schemas.openxmlformats.org/drawingml/2006/main" noGrp="1"/>
          </p:cNvSpPr>
          <p:nvPr/>
        </p:nvSpPr>
        <p:spPr>
          <a:xfrm xmlns:a="http://schemas.openxmlformats.org/drawingml/2006/main">
            <a:off x="8715375" y="2005012"/>
            <a:ext cx="715" cy="2528959"/>
          </a:xfrm>
          <a:custGeom xmlns:a="http://schemas.openxmlformats.org/drawingml/2006/main">
            <a:pathLst>
              <a:path w="953" h="3371945">
                <a:moveTo>
                  <a:pt x="0" y="3371945"/>
                </a:moveTo>
                <a:lnTo>
                  <a:pt x="0" y="0"/>
                </a:lnTo>
              </a:path>
            </a:pathLst>
          </a:custGeom>
          <a:noFill xmlns:a="http://schemas.openxmlformats.org/drawingml/2006/main"/>
          <a:ln xmlns:a="http://schemas.openxmlformats.org/drawingml/2006/main" w="35719">
            <a:solidFill>
              <a:srgbClr val="AD2929"/>
            </a:solidFill>
          </a:ln>
        </p:spPr>
      </p:sp>
      <p:sp>
        <p:nvSpPr>
          <p:cNvPr id="59" name="Ledning">
            <a:extLst xmlns:a="http://schemas.openxmlformats.org/drawingml/2006/main">
              <a:ext uri="{FF2B5EF4-FFF2-40B4-BE49-F238E27FC236}">
                <a16:creationId xmlns:a16="http://schemas.microsoft.com/office/drawing/2014/main" id="{8FD28A16-1C63-47CC-A96A-481F4706AAF9}"/>
              </a:ext>
            </a:extLst>
          </p:cNvPr>
          <p:cNvSpPr>
            <a:spLocks xmlns:a="http://schemas.openxmlformats.org/drawingml/2006/main" noGrp="1"/>
          </p:cNvSpPr>
          <p:nvPr/>
        </p:nvSpPr>
        <p:spPr>
          <a:xfrm xmlns:a="http://schemas.openxmlformats.org/drawingml/2006/main">
            <a:off x="5750719" y="2005012"/>
            <a:ext cx="2964656" cy="715"/>
          </a:xfrm>
          <a:custGeom xmlns:a="http://schemas.openxmlformats.org/drawingml/2006/main">
            <a:pathLst>
              <a:path w="3952875" h="953">
                <a:moveTo>
                  <a:pt x="3952875" y="0"/>
                </a:moveTo>
                <a:lnTo>
                  <a:pt x="0" y="0"/>
                </a:lnTo>
              </a:path>
            </a:pathLst>
          </a:custGeom>
          <a:noFill xmlns:a="http://schemas.openxmlformats.org/drawingml/2006/main"/>
          <a:ln xmlns:a="http://schemas.openxmlformats.org/drawingml/2006/main" w="35719">
            <a:solidFill>
              <a:srgbClr val="AD2929"/>
            </a:solidFill>
          </a:ln>
        </p:spPr>
      </p:sp>
      <p:sp>
        <p:nvSpPr>
          <p:cNvPr id="60" name="Ledning">
            <a:extLst xmlns:a="http://schemas.openxmlformats.org/drawingml/2006/main">
              <a:ext uri="{FF2B5EF4-FFF2-40B4-BE49-F238E27FC236}">
                <a16:creationId xmlns:a16="http://schemas.microsoft.com/office/drawing/2014/main" id="{2E5F70D8-3095-4CED-88E4-F0859401B31A}"/>
              </a:ext>
            </a:extLst>
          </p:cNvPr>
          <p:cNvSpPr>
            <a:spLocks xmlns:a="http://schemas.openxmlformats.org/drawingml/2006/main" noGrp="1"/>
          </p:cNvSpPr>
          <p:nvPr/>
        </p:nvSpPr>
        <p:spPr>
          <a:xfrm xmlns:a="http://schemas.openxmlformats.org/drawingml/2006/main">
            <a:off x="5750719" y="2005012"/>
            <a:ext cx="715" cy="1078706"/>
          </a:xfrm>
          <a:custGeom xmlns:a="http://schemas.openxmlformats.org/drawingml/2006/main">
            <a:pathLst>
              <a:path w="953" h="1438275">
                <a:moveTo>
                  <a:pt x="0" y="0"/>
                </a:moveTo>
                <a:lnTo>
                  <a:pt x="0" y="1438275"/>
                </a:lnTo>
              </a:path>
            </a:pathLst>
          </a:custGeom>
          <a:noFill xmlns:a="http://schemas.openxmlformats.org/drawingml/2006/main"/>
          <a:ln xmlns:a="http://schemas.openxmlformats.org/drawingml/2006/main" w="35719">
            <a:solidFill>
              <a:srgbClr val="AD2929"/>
            </a:solidFill>
          </a:ln>
        </p:spPr>
      </p:sp>
      <p:sp>
        <p:nvSpPr>
          <p:cNvPr id="61" name="Ledning">
            <a:extLst xmlns:a="http://schemas.openxmlformats.org/drawingml/2006/main">
              <a:ext uri="{FF2B5EF4-FFF2-40B4-BE49-F238E27FC236}">
                <a16:creationId xmlns:a16="http://schemas.microsoft.com/office/drawing/2014/main" id="{CC80B05E-199B-4180-8844-B17EDB8DF688}"/>
              </a:ext>
            </a:extLst>
          </p:cNvPr>
          <p:cNvSpPr>
            <a:spLocks xmlns:a="http://schemas.openxmlformats.org/drawingml/2006/main" noGrp="1"/>
          </p:cNvSpPr>
          <p:nvPr/>
        </p:nvSpPr>
        <p:spPr>
          <a:xfrm xmlns:a="http://schemas.openxmlformats.org/drawingml/2006/main">
            <a:off x="4536281" y="3083719"/>
            <a:ext cx="1214438" cy="715"/>
          </a:xfrm>
          <a:custGeom xmlns:a="http://schemas.openxmlformats.org/drawingml/2006/main">
            <a:pathLst>
              <a:path w="1619250" h="953">
                <a:moveTo>
                  <a:pt x="1619250" y="0"/>
                </a:moveTo>
                <a:lnTo>
                  <a:pt x="0" y="0"/>
                </a:lnTo>
              </a:path>
            </a:pathLst>
          </a:custGeom>
          <a:noFill xmlns:a="http://schemas.openxmlformats.org/drawingml/2006/main"/>
          <a:ln xmlns:a="http://schemas.openxmlformats.org/drawingml/2006/main" w="35719">
            <a:solidFill>
              <a:srgbClr val="AD2929"/>
            </a:solidFill>
          </a:ln>
        </p:spPr>
      </p:sp>
      <p:sp>
        <p:nvSpPr>
          <p:cNvPr id="62" name="">
            <a:extLst xmlns:a="http://schemas.openxmlformats.org/drawingml/2006/main">
              <a:ext uri="{FF2B5EF4-FFF2-40B4-BE49-F238E27FC236}">
                <a16:creationId xmlns:a16="http://schemas.microsoft.com/office/drawing/2014/main" id="{7D85D477-AA9E-4EBB-AADF-4462B73E373E}"/>
              </a:ext>
            </a:extLst>
          </p:cNvPr>
          <p:cNvSpPr>
            <a:spLocks xmlns:a="http://schemas.openxmlformats.org/drawingml/2006/main" noGrp="1"/>
          </p:cNvSpPr>
          <p:nvPr/>
        </p:nvSpPr>
        <p:spPr>
          <a:xfrm xmlns:a="http://schemas.openxmlformats.org/drawingml/2006/main">
            <a:off x="4486275" y="3033712"/>
            <a:ext cx="100012" cy="100012"/>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63" name="Mätaren ligger parallellt över H1. Lampkretsen är obrut">
            <a:extLst xmlns:a="http://schemas.openxmlformats.org/drawingml/2006/main">
              <a:ext uri="{FF2B5EF4-FFF2-40B4-BE49-F238E27FC236}">
                <a16:creationId xmlns:a16="http://schemas.microsoft.com/office/drawing/2014/main" id="{BCB98D36-6FCF-455D-9BD9-54E3117888CF}"/>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Mätaren ligger parallellt över H1. Lampkretsen är obruten.</a:t>
            </a:r>
          </a:p>
        </p:txBody>
      </p:sp>
      <p:sp>
        <p:nvSpPr>
          <p:cNvPr id="9001" name="Spänning  Röd spets till P1">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Spänning  Röd spets till P1</a:t>
            </a:r>
          </a:p>
        </p:txBody>
      </p:sp>
      <p:sp>
        <p:nvSpPr>
          <p:cNvPr id="9002" name="13">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13</a:t>
            </a:r>
          </a:p>
        </p:txBody>
      </p:sp>
    </p:spTree>
    <p:extLst>
      <p:ext uri="{BB962C8B-B14F-4D97-AF65-F5344CB8AC3E}">
        <p14:creationId xmlns:p14="http://schemas.microsoft.com/office/powerpoint/2010/main" val="99513843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Matning på efter kontroll av kopplingen">
            <a:extLst xmlns:a="http://schemas.openxmlformats.org/drawingml/2006/main">
              <a:ext uri="{FF2B5EF4-FFF2-40B4-BE49-F238E27FC236}">
                <a16:creationId xmlns:a16="http://schemas.microsoft.com/office/drawing/2014/main" id="{926FD3AB-6FE7-423E-825B-B3334C690922}"/>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Matning på efter kontroll av kopplingen</a:t>
            </a:r>
          </a:p>
        </p:txBody>
      </p:sp>
      <p:sp>
        <p:nvSpPr>
          <p:cNvPr id="5" name="Ledning">
            <a:extLst xmlns:a="http://schemas.openxmlformats.org/drawingml/2006/main">
              <a:ext uri="{FF2B5EF4-FFF2-40B4-BE49-F238E27FC236}">
                <a16:creationId xmlns:a16="http://schemas.microsoft.com/office/drawing/2014/main" id="{B99047DF-E2F5-445B-9EAA-277FDB307D81}"/>
              </a:ext>
            </a:extLst>
          </p:cNvPr>
          <p:cNvSpPr>
            <a:spLocks xmlns:a="http://schemas.openxmlformats.org/drawingml/2006/main" noGrp="1"/>
          </p:cNvSpPr>
          <p:nvPr/>
        </p:nvSpPr>
        <p:spPr>
          <a:xfrm xmlns:a="http://schemas.openxmlformats.org/drawingml/2006/main">
            <a:off x="892969" y="2547938"/>
            <a:ext cx="715" cy="878681"/>
          </a:xfrm>
          <a:custGeom xmlns:a="http://schemas.openxmlformats.org/drawingml/2006/main">
            <a:pathLst>
              <a:path w="953" h="1171575">
                <a:moveTo>
                  <a:pt x="0" y="11715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581DBA04-7305-49BF-A371-5C3061C0B8E1}"/>
              </a:ext>
            </a:extLst>
          </p:cNvPr>
          <p:cNvSpPr>
            <a:spLocks xmlns:a="http://schemas.openxmlformats.org/drawingml/2006/main" noGrp="1"/>
          </p:cNvSpPr>
          <p:nvPr/>
        </p:nvSpPr>
        <p:spPr>
          <a:xfrm xmlns:a="http://schemas.openxmlformats.org/drawingml/2006/main">
            <a:off x="892969" y="2547938"/>
            <a:ext cx="785812" cy="715"/>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28575">
            <a:solidFill>
              <a:srgbClr val="111111"/>
            </a:solidFill>
          </a:ln>
        </p:spPr>
      </p:sp>
      <p:sp>
        <p:nvSpPr>
          <p:cNvPr id="7" name="">
            <a:extLst xmlns:a="http://schemas.openxmlformats.org/drawingml/2006/main">
              <a:ext uri="{FF2B5EF4-FFF2-40B4-BE49-F238E27FC236}">
                <a16:creationId xmlns:a16="http://schemas.microsoft.com/office/drawing/2014/main" id="{32B0E352-1456-400C-904F-58CF06C1335A}"/>
              </a:ext>
            </a:extLst>
          </p:cNvPr>
          <p:cNvSpPr>
            <a:spLocks xmlns:a="http://schemas.openxmlformats.org/drawingml/2006/main" noGrp="1"/>
          </p:cNvSpPr>
          <p:nvPr/>
        </p:nvSpPr>
        <p:spPr>
          <a:xfrm xmlns:a="http://schemas.openxmlformats.org/drawingml/2006/main">
            <a:off x="1678781" y="2462212"/>
            <a:ext cx="571500" cy="171450"/>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8" name="Ledning">
            <a:extLst xmlns:a="http://schemas.openxmlformats.org/drawingml/2006/main">
              <a:ext uri="{FF2B5EF4-FFF2-40B4-BE49-F238E27FC236}">
                <a16:creationId xmlns:a16="http://schemas.microsoft.com/office/drawing/2014/main" id="{22306CA1-99EF-4BDE-8C93-E1D34AF198F4}"/>
              </a:ext>
            </a:extLst>
          </p:cNvPr>
          <p:cNvSpPr>
            <a:spLocks xmlns:a="http://schemas.openxmlformats.org/drawingml/2006/main" noGrp="1"/>
          </p:cNvSpPr>
          <p:nvPr/>
        </p:nvSpPr>
        <p:spPr>
          <a:xfrm xmlns:a="http://schemas.openxmlformats.org/drawingml/2006/main">
            <a:off x="1678781" y="2547938"/>
            <a:ext cx="571500" cy="715"/>
          </a:xfrm>
          <a:custGeom xmlns:a="http://schemas.openxmlformats.org/drawingml/2006/main">
            <a:pathLst>
              <a:path w="762000" h="953">
                <a:moveTo>
                  <a:pt x="0" y="0"/>
                </a:moveTo>
                <a:lnTo>
                  <a:pt x="762000" y="0"/>
                </a:lnTo>
              </a:path>
            </a:pathLst>
          </a:custGeom>
          <a:noFill xmlns:a="http://schemas.openxmlformats.org/drawingml/2006/main"/>
          <a:ln xmlns:a="http://schemas.openxmlformats.org/drawingml/2006/main" w="14288">
            <a:solidFill>
              <a:srgbClr val="111111"/>
            </a:solidFill>
          </a:ln>
        </p:spPr>
      </p:sp>
      <p:sp>
        <p:nvSpPr>
          <p:cNvPr id="9" name="F1">
            <a:extLst xmlns:a="http://schemas.openxmlformats.org/drawingml/2006/main">
              <a:ext uri="{FF2B5EF4-FFF2-40B4-BE49-F238E27FC236}">
                <a16:creationId xmlns:a16="http://schemas.microsoft.com/office/drawing/2014/main" id="{893822DF-336E-45F8-95D0-88E1F583E56F}"/>
              </a:ext>
            </a:extLst>
          </p:cNvPr>
          <p:cNvSpPr>
            <a:spLocks xmlns:a="http://schemas.openxmlformats.org/drawingml/2006/main" noGrp="1"/>
          </p:cNvSpPr>
          <p:nvPr/>
        </p:nvSpPr>
        <p:spPr>
          <a:xfrm xmlns:a="http://schemas.openxmlformats.org/drawingml/2006/main">
            <a:off x="1778794"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F1</a:t>
            </a:r>
          </a:p>
        </p:txBody>
      </p:sp>
      <p:sp>
        <p:nvSpPr>
          <p:cNvPr id="10" name="Ledning">
            <a:extLst xmlns:a="http://schemas.openxmlformats.org/drawingml/2006/main">
              <a:ext uri="{FF2B5EF4-FFF2-40B4-BE49-F238E27FC236}">
                <a16:creationId xmlns:a16="http://schemas.microsoft.com/office/drawing/2014/main" id="{FE13A40C-29D1-4E40-BCCE-657B9160A5BD}"/>
              </a:ext>
            </a:extLst>
          </p:cNvPr>
          <p:cNvSpPr>
            <a:spLocks xmlns:a="http://schemas.openxmlformats.org/drawingml/2006/main" noGrp="1"/>
          </p:cNvSpPr>
          <p:nvPr/>
        </p:nvSpPr>
        <p:spPr>
          <a:xfrm xmlns:a="http://schemas.openxmlformats.org/drawingml/2006/main">
            <a:off x="2250281" y="2547938"/>
            <a:ext cx="392906" cy="715"/>
          </a:xfrm>
          <a:custGeom xmlns:a="http://schemas.openxmlformats.org/drawingml/2006/main">
            <a:pathLst>
              <a:path w="523875" h="953">
                <a:moveTo>
                  <a:pt x="0" y="0"/>
                </a:moveTo>
                <a:lnTo>
                  <a:pt x="523875" y="0"/>
                </a:lnTo>
              </a:path>
            </a:pathLst>
          </a:custGeom>
          <a:noFill xmlns:a="http://schemas.openxmlformats.org/drawingml/2006/main"/>
          <a:ln xmlns:a="http://schemas.openxmlformats.org/drawingml/2006/main" w="28575">
            <a:solidFill>
              <a:srgbClr val="111111"/>
            </a:solidFill>
          </a:ln>
        </p:spPr>
      </p:sp>
      <p:sp>
        <p:nvSpPr>
          <p:cNvPr id="11" name="">
            <a:extLst xmlns:a="http://schemas.openxmlformats.org/drawingml/2006/main">
              <a:ext uri="{FF2B5EF4-FFF2-40B4-BE49-F238E27FC236}">
                <a16:creationId xmlns:a16="http://schemas.microsoft.com/office/drawing/2014/main" id="{CE176323-7D1D-41DA-AE4E-D5F8902F343E}"/>
              </a:ext>
            </a:extLst>
          </p:cNvPr>
          <p:cNvSpPr>
            <a:spLocks xmlns:a="http://schemas.openxmlformats.org/drawingml/2006/main" noGrp="1"/>
          </p:cNvSpPr>
          <p:nvPr/>
        </p:nvSpPr>
        <p:spPr>
          <a:xfrm xmlns:a="http://schemas.openxmlformats.org/drawingml/2006/main">
            <a:off x="26074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
            <a:extLst xmlns:a="http://schemas.openxmlformats.org/drawingml/2006/main">
              <a:ext uri="{FF2B5EF4-FFF2-40B4-BE49-F238E27FC236}">
                <a16:creationId xmlns:a16="http://schemas.microsoft.com/office/drawing/2014/main" id="{7B4DD19E-DC62-47D9-BBB4-EA80CB5D1F58}"/>
              </a:ext>
            </a:extLst>
          </p:cNvPr>
          <p:cNvSpPr>
            <a:spLocks xmlns:a="http://schemas.openxmlformats.org/drawingml/2006/main" noGrp="1"/>
          </p:cNvSpPr>
          <p:nvPr/>
        </p:nvSpPr>
        <p:spPr>
          <a:xfrm xmlns:a="http://schemas.openxmlformats.org/drawingml/2006/main">
            <a:off x="29503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3" name="Ledning">
            <a:extLst xmlns:a="http://schemas.openxmlformats.org/drawingml/2006/main">
              <a:ext uri="{FF2B5EF4-FFF2-40B4-BE49-F238E27FC236}">
                <a16:creationId xmlns:a16="http://schemas.microsoft.com/office/drawing/2014/main" id="{C7F8685D-756F-4555-B434-CA6BC361ED60}"/>
              </a:ext>
            </a:extLst>
          </p:cNvPr>
          <p:cNvSpPr>
            <a:spLocks xmlns:a="http://schemas.openxmlformats.org/drawingml/2006/main" noGrp="1"/>
          </p:cNvSpPr>
          <p:nvPr/>
        </p:nvSpPr>
        <p:spPr>
          <a:xfrm xmlns:a="http://schemas.openxmlformats.org/drawingml/2006/main">
            <a:off x="2643188" y="2547938"/>
            <a:ext cx="342900" cy="715"/>
          </a:xfrm>
          <a:custGeom xmlns:a="http://schemas.openxmlformats.org/drawingml/2006/main">
            <a:pathLst>
              <a:path w="457200" h="953">
                <a:moveTo>
                  <a:pt x="0" y="0"/>
                </a:moveTo>
                <a:lnTo>
                  <a:pt x="457200" y="0"/>
                </a:lnTo>
              </a:path>
            </a:pathLst>
          </a:custGeom>
          <a:noFill xmlns:a="http://schemas.openxmlformats.org/drawingml/2006/main"/>
          <a:ln xmlns:a="http://schemas.openxmlformats.org/drawingml/2006/main" w="28575">
            <a:solidFill>
              <a:srgbClr val="111111"/>
            </a:solidFill>
          </a:ln>
        </p:spPr>
      </p:sp>
      <p:sp>
        <p:nvSpPr>
          <p:cNvPr id="14" name="S1">
            <a:extLst xmlns:a="http://schemas.openxmlformats.org/drawingml/2006/main">
              <a:ext uri="{FF2B5EF4-FFF2-40B4-BE49-F238E27FC236}">
                <a16:creationId xmlns:a16="http://schemas.microsoft.com/office/drawing/2014/main" id="{79600FB7-6DF2-4087-87CF-955270D92272}"/>
              </a:ext>
            </a:extLst>
          </p:cNvPr>
          <p:cNvSpPr>
            <a:spLocks xmlns:a="http://schemas.openxmlformats.org/drawingml/2006/main" noGrp="1"/>
          </p:cNvSpPr>
          <p:nvPr/>
        </p:nvSpPr>
        <p:spPr>
          <a:xfrm xmlns:a="http://schemas.openxmlformats.org/drawingml/2006/main">
            <a:off x="2628900"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S1</a:t>
            </a:r>
          </a:p>
        </p:txBody>
      </p:sp>
      <p:sp>
        <p:nvSpPr>
          <p:cNvPr id="15" name="Ledning">
            <a:extLst xmlns:a="http://schemas.openxmlformats.org/drawingml/2006/main">
              <a:ext uri="{FF2B5EF4-FFF2-40B4-BE49-F238E27FC236}">
                <a16:creationId xmlns:a16="http://schemas.microsoft.com/office/drawing/2014/main" id="{5C742C6D-2666-434C-AEA1-669CB36C20AD}"/>
              </a:ext>
            </a:extLst>
          </p:cNvPr>
          <p:cNvSpPr>
            <a:spLocks xmlns:a="http://schemas.openxmlformats.org/drawingml/2006/main" noGrp="1"/>
          </p:cNvSpPr>
          <p:nvPr/>
        </p:nvSpPr>
        <p:spPr>
          <a:xfrm xmlns:a="http://schemas.openxmlformats.org/drawingml/2006/main">
            <a:off x="2986088" y="2547938"/>
            <a:ext cx="264319" cy="715"/>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28575">
            <a:solidFill>
              <a:srgbClr val="111111"/>
            </a:solidFill>
          </a:ln>
        </p:spPr>
      </p:sp>
      <p:sp>
        <p:nvSpPr>
          <p:cNvPr id="16" name="Ledning">
            <a:extLst xmlns:a="http://schemas.openxmlformats.org/drawingml/2006/main">
              <a:ext uri="{FF2B5EF4-FFF2-40B4-BE49-F238E27FC236}">
                <a16:creationId xmlns:a16="http://schemas.microsoft.com/office/drawing/2014/main" id="{C984B98D-FF58-4E8D-80B6-62A3B9E7CD43}"/>
              </a:ext>
            </a:extLst>
          </p:cNvPr>
          <p:cNvSpPr>
            <a:spLocks xmlns:a="http://schemas.openxmlformats.org/drawingml/2006/main" noGrp="1"/>
          </p:cNvSpPr>
          <p:nvPr/>
        </p:nvSpPr>
        <p:spPr>
          <a:xfrm xmlns:a="http://schemas.openxmlformats.org/drawingml/2006/main">
            <a:off x="3250406"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7" name="Ledning">
            <a:extLst xmlns:a="http://schemas.openxmlformats.org/drawingml/2006/main">
              <a:ext uri="{FF2B5EF4-FFF2-40B4-BE49-F238E27FC236}">
                <a16:creationId xmlns:a16="http://schemas.microsoft.com/office/drawing/2014/main" id="{6133A509-B4C9-40C9-9BD0-0F4FDBB54D2C}"/>
              </a:ext>
            </a:extLst>
          </p:cNvPr>
          <p:cNvSpPr>
            <a:spLocks xmlns:a="http://schemas.openxmlformats.org/drawingml/2006/main" noGrp="1"/>
          </p:cNvSpPr>
          <p:nvPr/>
        </p:nvSpPr>
        <p:spPr>
          <a:xfrm xmlns:a="http://schemas.openxmlformats.org/drawingml/2006/main">
            <a:off x="3893344"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8" name="Ledning">
            <a:extLst xmlns:a="http://schemas.openxmlformats.org/drawingml/2006/main">
              <a:ext uri="{FF2B5EF4-FFF2-40B4-BE49-F238E27FC236}">
                <a16:creationId xmlns:a16="http://schemas.microsoft.com/office/drawing/2014/main" id="{84F91AB4-9160-45F0-B63D-135BE16FD4AC}"/>
              </a:ext>
            </a:extLst>
          </p:cNvPr>
          <p:cNvSpPr>
            <a:spLocks xmlns:a="http://schemas.openxmlformats.org/drawingml/2006/main" noGrp="1"/>
          </p:cNvSpPr>
          <p:nvPr/>
        </p:nvSpPr>
        <p:spPr>
          <a:xfrm xmlns:a="http://schemas.openxmlformats.org/drawingml/2006/main">
            <a:off x="4536281" y="2547938"/>
            <a:ext cx="715" cy="892969"/>
          </a:xfrm>
          <a:custGeom xmlns:a="http://schemas.openxmlformats.org/drawingml/2006/main">
            <a:pathLst>
              <a:path w="953" h="1190625">
                <a:moveTo>
                  <a:pt x="0" y="0"/>
                </a:moveTo>
                <a:lnTo>
                  <a:pt x="0" y="1190625"/>
                </a:lnTo>
              </a:path>
            </a:pathLst>
          </a:custGeom>
          <a:noFill xmlns:a="http://schemas.openxmlformats.org/drawingml/2006/main"/>
          <a:ln xmlns:a="http://schemas.openxmlformats.org/drawingml/2006/main" w="28575">
            <a:solidFill>
              <a:srgbClr val="111111"/>
            </a:solidFill>
          </a:ln>
        </p:spPr>
      </p:sp>
      <p:sp>
        <p:nvSpPr>
          <p:cNvPr id="19" name="">
            <a:extLst xmlns:a="http://schemas.openxmlformats.org/drawingml/2006/main">
              <a:ext uri="{FF2B5EF4-FFF2-40B4-BE49-F238E27FC236}">
                <a16:creationId xmlns:a16="http://schemas.microsoft.com/office/drawing/2014/main" id="{D0893049-AD3F-4867-BCBB-FAB9787A67A3}"/>
              </a:ext>
            </a:extLst>
          </p:cNvPr>
          <p:cNvSpPr>
            <a:spLocks xmlns:a="http://schemas.openxmlformats.org/drawingml/2006/main" noGrp="1"/>
          </p:cNvSpPr>
          <p:nvPr/>
        </p:nvSpPr>
        <p:spPr>
          <a:xfrm xmlns:a="http://schemas.openxmlformats.org/drawingml/2006/main">
            <a:off x="4321969" y="3440906"/>
            <a:ext cx="428625" cy="428625"/>
          </a:xfrm>
          <a:prstGeom xmlns:a="http://schemas.openxmlformats.org/drawingml/2006/main" prst="ellipse">
            <a:avLst/>
          </a:prstGeom>
          <a:solidFill xmlns:a="http://schemas.openxmlformats.org/drawingml/2006/main">
            <a:srgbClr val="FFF0BC"/>
          </a:solidFill>
          <a:ln xmlns:a="http://schemas.openxmlformats.org/drawingml/2006/main" w="28575">
            <a:solidFill>
              <a:srgbClr val="111111"/>
            </a:solidFill>
          </a:ln>
        </p:spPr>
      </p:sp>
      <p:sp>
        <p:nvSpPr>
          <p:cNvPr id="20" name="Ledning">
            <a:extLst xmlns:a="http://schemas.openxmlformats.org/drawingml/2006/main">
              <a:ext uri="{FF2B5EF4-FFF2-40B4-BE49-F238E27FC236}">
                <a16:creationId xmlns:a16="http://schemas.microsoft.com/office/drawing/2014/main" id="{F872F1F9-2445-4156-8369-AA5AD3C26182}"/>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0" y="0"/>
                </a:moveTo>
                <a:lnTo>
                  <a:pt x="388620" y="388620"/>
                </a:lnTo>
              </a:path>
            </a:pathLst>
          </a:custGeom>
          <a:noFill xmlns:a="http://schemas.openxmlformats.org/drawingml/2006/main"/>
          <a:ln xmlns:a="http://schemas.openxmlformats.org/drawingml/2006/main" w="28575">
            <a:solidFill>
              <a:srgbClr val="111111"/>
            </a:solidFill>
          </a:ln>
        </p:spPr>
      </p:sp>
      <p:sp>
        <p:nvSpPr>
          <p:cNvPr id="21" name="Ledning">
            <a:extLst xmlns:a="http://schemas.openxmlformats.org/drawingml/2006/main">
              <a:ext uri="{FF2B5EF4-FFF2-40B4-BE49-F238E27FC236}">
                <a16:creationId xmlns:a16="http://schemas.microsoft.com/office/drawing/2014/main" id="{8F5F550D-A79C-483D-BF9A-A5325BB483A9}"/>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388620" y="0"/>
                </a:moveTo>
                <a:lnTo>
                  <a:pt x="0" y="388620"/>
                </a:lnTo>
              </a:path>
            </a:pathLst>
          </a:custGeom>
          <a:noFill xmlns:a="http://schemas.openxmlformats.org/drawingml/2006/main"/>
          <a:ln xmlns:a="http://schemas.openxmlformats.org/drawingml/2006/main" w="28575">
            <a:solidFill>
              <a:srgbClr val="111111"/>
            </a:solidFill>
          </a:ln>
        </p:spPr>
      </p:sp>
      <p:sp>
        <p:nvSpPr>
          <p:cNvPr id="22" name="Ledning">
            <a:extLst xmlns:a="http://schemas.openxmlformats.org/drawingml/2006/main">
              <a:ext uri="{FF2B5EF4-FFF2-40B4-BE49-F238E27FC236}">
                <a16:creationId xmlns:a16="http://schemas.microsoft.com/office/drawing/2014/main" id="{33B31DF8-550F-4A7A-89E0-42DD59702062}"/>
              </a:ext>
            </a:extLst>
          </p:cNvPr>
          <p:cNvSpPr>
            <a:spLocks xmlns:a="http://schemas.openxmlformats.org/drawingml/2006/main" noGrp="1"/>
          </p:cNvSpPr>
          <p:nvPr/>
        </p:nvSpPr>
        <p:spPr>
          <a:xfrm xmlns:a="http://schemas.openxmlformats.org/drawingml/2006/main">
            <a:off x="4536281" y="3869531"/>
            <a:ext cx="715" cy="785812"/>
          </a:xfrm>
          <a:custGeom xmlns:a="http://schemas.openxmlformats.org/drawingml/2006/main">
            <a:pathLst>
              <a:path w="953" h="1047750">
                <a:moveTo>
                  <a:pt x="0" y="0"/>
                </a:moveTo>
                <a:lnTo>
                  <a:pt x="0" y="1047750"/>
                </a:lnTo>
              </a:path>
            </a:pathLst>
          </a:custGeom>
          <a:noFill xmlns:a="http://schemas.openxmlformats.org/drawingml/2006/main"/>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7FCF3229-1DC6-4274-8736-D45BD738CCFE}"/>
              </a:ext>
            </a:extLst>
          </p:cNvPr>
          <p:cNvSpPr>
            <a:spLocks xmlns:a="http://schemas.openxmlformats.org/drawingml/2006/main" noGrp="1"/>
          </p:cNvSpPr>
          <p:nvPr/>
        </p:nvSpPr>
        <p:spPr>
          <a:xfrm xmlns:a="http://schemas.openxmlformats.org/drawingml/2006/main">
            <a:off x="892969" y="4655344"/>
            <a:ext cx="3643312" cy="715"/>
          </a:xfrm>
          <a:custGeom xmlns:a="http://schemas.openxmlformats.org/drawingml/2006/main">
            <a:pathLst>
              <a:path w="4857750" h="953">
                <a:moveTo>
                  <a:pt x="4857750" y="0"/>
                </a:moveTo>
                <a:lnTo>
                  <a:pt x="0" y="0"/>
                </a:lnTo>
              </a:path>
            </a:pathLst>
          </a:custGeom>
          <a:noFill xmlns:a="http://schemas.openxmlformats.org/drawingml/2006/main"/>
          <a:ln xmlns:a="http://schemas.openxmlformats.org/drawingml/2006/main" w="28575">
            <a:solidFill>
              <a:srgbClr val="111111"/>
            </a:solidFill>
          </a:ln>
        </p:spPr>
      </p:sp>
      <p:sp>
        <p:nvSpPr>
          <p:cNvPr id="24" name="Ledning">
            <a:extLst xmlns:a="http://schemas.openxmlformats.org/drawingml/2006/main">
              <a:ext uri="{FF2B5EF4-FFF2-40B4-BE49-F238E27FC236}">
                <a16:creationId xmlns:a16="http://schemas.microsoft.com/office/drawing/2014/main" id="{D53E66CA-90B8-452A-A25C-35F1CE12A5E8}"/>
              </a:ext>
            </a:extLst>
          </p:cNvPr>
          <p:cNvSpPr>
            <a:spLocks xmlns:a="http://schemas.openxmlformats.org/drawingml/2006/main" noGrp="1"/>
          </p:cNvSpPr>
          <p:nvPr/>
        </p:nvSpPr>
        <p:spPr>
          <a:xfrm xmlns:a="http://schemas.openxmlformats.org/drawingml/2006/main">
            <a:off x="892969" y="3912394"/>
            <a:ext cx="715" cy="742950"/>
          </a:xfrm>
          <a:custGeom xmlns:a="http://schemas.openxmlformats.org/drawingml/2006/main">
            <a:pathLst>
              <a:path w="953" h="990600">
                <a:moveTo>
                  <a:pt x="0" y="990600"/>
                </a:moveTo>
                <a:lnTo>
                  <a:pt x="0" y="0"/>
                </a:lnTo>
              </a:path>
            </a:pathLst>
          </a:custGeom>
          <a:noFill xmlns:a="http://schemas.openxmlformats.org/drawingml/2006/main"/>
          <a:ln xmlns:a="http://schemas.openxmlformats.org/drawingml/2006/main" w="28575">
            <a:solidFill>
              <a:srgbClr val="111111"/>
            </a:solidFill>
          </a:ln>
        </p:spPr>
      </p:sp>
      <p:sp>
        <p:nvSpPr>
          <p:cNvPr id="25" name="">
            <a:extLst xmlns:a="http://schemas.openxmlformats.org/drawingml/2006/main">
              <a:ext uri="{FF2B5EF4-FFF2-40B4-BE49-F238E27FC236}">
                <a16:creationId xmlns:a16="http://schemas.microsoft.com/office/drawing/2014/main" id="{814D537B-6A82-4ABB-BA7D-D9C3EBD8CEC3}"/>
              </a:ext>
            </a:extLst>
          </p:cNvPr>
          <p:cNvSpPr>
            <a:spLocks xmlns:a="http://schemas.openxmlformats.org/drawingml/2006/main" noGrp="1"/>
          </p:cNvSpPr>
          <p:nvPr/>
        </p:nvSpPr>
        <p:spPr>
          <a:xfrm xmlns:a="http://schemas.openxmlformats.org/drawingml/2006/main">
            <a:off x="650081" y="3426619"/>
            <a:ext cx="485775" cy="485775"/>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26" name="+">
            <a:extLst xmlns:a="http://schemas.openxmlformats.org/drawingml/2006/main">
              <a:ext uri="{FF2B5EF4-FFF2-40B4-BE49-F238E27FC236}">
                <a16:creationId xmlns:a16="http://schemas.microsoft.com/office/drawing/2014/main" id="{A2F4DCD7-D05D-4320-BFD5-0E011771ED40}"/>
              </a:ext>
            </a:extLst>
          </p:cNvPr>
          <p:cNvSpPr>
            <a:spLocks xmlns:a="http://schemas.openxmlformats.org/drawingml/2006/main" noGrp="1"/>
          </p:cNvSpPr>
          <p:nvPr/>
        </p:nvSpPr>
        <p:spPr>
          <a:xfrm xmlns:a="http://schemas.openxmlformats.org/drawingml/2006/main">
            <a:off x="800100" y="3448050"/>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7" name="−">
            <a:extLst xmlns:a="http://schemas.openxmlformats.org/drawingml/2006/main">
              <a:ext uri="{FF2B5EF4-FFF2-40B4-BE49-F238E27FC236}">
                <a16:creationId xmlns:a16="http://schemas.microsoft.com/office/drawing/2014/main" id="{9AB9CD36-EE12-4E40-9AD9-F585624F13D1}"/>
              </a:ext>
            </a:extLst>
          </p:cNvPr>
          <p:cNvSpPr>
            <a:spLocks xmlns:a="http://schemas.openxmlformats.org/drawingml/2006/main" noGrp="1"/>
          </p:cNvSpPr>
          <p:nvPr/>
        </p:nvSpPr>
        <p:spPr>
          <a:xfrm xmlns:a="http://schemas.openxmlformats.org/drawingml/2006/main">
            <a:off x="800100" y="3683794"/>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8" name="12 V DC&#10;PÅ">
            <a:extLst xmlns:a="http://schemas.openxmlformats.org/drawingml/2006/main">
              <a:ext uri="{FF2B5EF4-FFF2-40B4-BE49-F238E27FC236}">
                <a16:creationId xmlns:a16="http://schemas.microsoft.com/office/drawing/2014/main" id="{4CAE9DF2-2BE0-415C-B128-E2D0D9A0B8C6}"/>
              </a:ext>
            </a:extLst>
          </p:cNvPr>
          <p:cNvSpPr>
            <a:spLocks xmlns:a="http://schemas.openxmlformats.org/drawingml/2006/main" noGrp="1"/>
          </p:cNvSpPr>
          <p:nvPr/>
        </p:nvSpPr>
        <p:spPr>
          <a:xfrm xmlns:a="http://schemas.openxmlformats.org/drawingml/2006/main">
            <a:off x="1293019" y="3469481"/>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12 V DC</a:t>
            </a:r>
          </a:p>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PÅ</a:t>
            </a:r>
          </a:p>
        </p:txBody>
      </p:sp>
      <p:sp>
        <p:nvSpPr>
          <p:cNvPr id="29" name="H1">
            <a:extLst xmlns:a="http://schemas.openxmlformats.org/drawingml/2006/main">
              <a:ext uri="{FF2B5EF4-FFF2-40B4-BE49-F238E27FC236}">
                <a16:creationId xmlns:a16="http://schemas.microsoft.com/office/drawing/2014/main" id="{03C35808-1450-4B67-AFC8-BCB5EB2C1DFE}"/>
              </a:ext>
            </a:extLst>
          </p:cNvPr>
          <p:cNvSpPr>
            <a:spLocks xmlns:a="http://schemas.openxmlformats.org/drawingml/2006/main" noGrp="1"/>
          </p:cNvSpPr>
          <p:nvPr/>
        </p:nvSpPr>
        <p:spPr>
          <a:xfrm xmlns:a="http://schemas.openxmlformats.org/drawingml/2006/main">
            <a:off x="4822031" y="3548062"/>
            <a:ext cx="500062"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H1</a:t>
            </a:r>
          </a:p>
        </p:txBody>
      </p:sp>
      <p:sp>
        <p:nvSpPr>
          <p:cNvPr id="30" name="">
            <a:extLst xmlns:a="http://schemas.openxmlformats.org/drawingml/2006/main">
              <a:ext uri="{FF2B5EF4-FFF2-40B4-BE49-F238E27FC236}">
                <a16:creationId xmlns:a16="http://schemas.microsoft.com/office/drawing/2014/main" id="{7C4EBEB6-7537-41B4-8157-2D7FE4B723AB}"/>
              </a:ext>
            </a:extLst>
          </p:cNvPr>
          <p:cNvSpPr>
            <a:spLocks xmlns:a="http://schemas.openxmlformats.org/drawingml/2006/main" noGrp="1"/>
          </p:cNvSpPr>
          <p:nvPr/>
        </p:nvSpPr>
        <p:spPr>
          <a:xfrm xmlns:a="http://schemas.openxmlformats.org/drawingml/2006/main">
            <a:off x="4500562" y="3048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1" name="">
            <a:extLst xmlns:a="http://schemas.openxmlformats.org/drawingml/2006/main">
              <a:ext uri="{FF2B5EF4-FFF2-40B4-BE49-F238E27FC236}">
                <a16:creationId xmlns:a16="http://schemas.microsoft.com/office/drawing/2014/main" id="{736B7751-2151-4AA9-9CE1-88AFC55F0CB0}"/>
              </a:ext>
            </a:extLst>
          </p:cNvPr>
          <p:cNvSpPr>
            <a:spLocks xmlns:a="http://schemas.openxmlformats.org/drawingml/2006/main" noGrp="1"/>
          </p:cNvSpPr>
          <p:nvPr/>
        </p:nvSpPr>
        <p:spPr>
          <a:xfrm xmlns:a="http://schemas.openxmlformats.org/drawingml/2006/main">
            <a:off x="4500562" y="4191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2" name="P1">
            <a:extLst xmlns:a="http://schemas.openxmlformats.org/drawingml/2006/main">
              <a:ext uri="{FF2B5EF4-FFF2-40B4-BE49-F238E27FC236}">
                <a16:creationId xmlns:a16="http://schemas.microsoft.com/office/drawing/2014/main" id="{94D0A636-8260-4F9A-8DE1-661959D67958}"/>
              </a:ext>
            </a:extLst>
          </p:cNvPr>
          <p:cNvSpPr>
            <a:spLocks xmlns:a="http://schemas.openxmlformats.org/drawingml/2006/main" noGrp="1"/>
          </p:cNvSpPr>
          <p:nvPr/>
        </p:nvSpPr>
        <p:spPr>
          <a:xfrm xmlns:a="http://schemas.openxmlformats.org/drawingml/2006/main">
            <a:off x="4722019" y="2797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P1</a:t>
            </a:r>
          </a:p>
        </p:txBody>
      </p:sp>
      <p:sp>
        <p:nvSpPr>
          <p:cNvPr id="33" name="P2">
            <a:extLst xmlns:a="http://schemas.openxmlformats.org/drawingml/2006/main">
              <a:ext uri="{FF2B5EF4-FFF2-40B4-BE49-F238E27FC236}">
                <a16:creationId xmlns:a16="http://schemas.microsoft.com/office/drawing/2014/main" id="{168BD658-486F-4BF0-9087-977941FE740A}"/>
              </a:ext>
            </a:extLst>
          </p:cNvPr>
          <p:cNvSpPr>
            <a:spLocks xmlns:a="http://schemas.openxmlformats.org/drawingml/2006/main" noGrp="1"/>
          </p:cNvSpPr>
          <p:nvPr/>
        </p:nvSpPr>
        <p:spPr>
          <a:xfrm xmlns:a="http://schemas.openxmlformats.org/drawingml/2006/main">
            <a:off x="4722019" y="3940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P2</a:t>
            </a:r>
          </a:p>
        </p:txBody>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5d52f44d986b4729"/>
          <a:stretch xmlns:a="http://schemas.openxmlformats.org/drawingml/2006/main"/>
        </p:blipFill>
        <p:spPr>
          <a:xfrm xmlns:a="http://schemas.openxmlformats.org/drawingml/2006/main">
            <a:off x="6357938" y="1905000"/>
            <a:ext cx="2071688" cy="3107531"/>
          </a:xfrm>
          <a:prstGeom xmlns:a="http://schemas.openxmlformats.org/drawingml/2006/main" prst="rect">
            <a:avLst/>
          </a:prstGeom>
        </p:spPr>
      </p:pic>
      <p:sp>
        <p:nvSpPr>
          <p:cNvPr id="35" name="10 A">
            <a:extLst xmlns:a="http://schemas.openxmlformats.org/drawingml/2006/main">
              <a:ext uri="{FF2B5EF4-FFF2-40B4-BE49-F238E27FC236}">
                <a16:creationId xmlns:a16="http://schemas.microsoft.com/office/drawing/2014/main" id="{E9A66D25-99D8-45F5-8DFB-EE04223A567F}"/>
              </a:ext>
            </a:extLst>
          </p:cNvPr>
          <p:cNvSpPr>
            <a:spLocks xmlns:a="http://schemas.openxmlformats.org/drawingml/2006/main" noGrp="1"/>
          </p:cNvSpPr>
          <p:nvPr/>
        </p:nvSpPr>
        <p:spPr>
          <a:xfrm xmlns:a="http://schemas.openxmlformats.org/drawingml/2006/main">
            <a:off x="667283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10 A</a:t>
            </a:r>
          </a:p>
        </p:txBody>
      </p:sp>
      <p:sp>
        <p:nvSpPr>
          <p:cNvPr id="36" name="mA">
            <a:extLst xmlns:a="http://schemas.openxmlformats.org/drawingml/2006/main">
              <a:ext uri="{FF2B5EF4-FFF2-40B4-BE49-F238E27FC236}">
                <a16:creationId xmlns:a16="http://schemas.microsoft.com/office/drawing/2014/main" id="{21F91008-92D3-438A-BC88-8351E9FB0B00}"/>
              </a:ext>
            </a:extLst>
          </p:cNvPr>
          <p:cNvSpPr>
            <a:spLocks xmlns:a="http://schemas.openxmlformats.org/drawingml/2006/main" noGrp="1"/>
          </p:cNvSpPr>
          <p:nvPr/>
        </p:nvSpPr>
        <p:spPr>
          <a:xfrm xmlns:a="http://schemas.openxmlformats.org/drawingml/2006/main">
            <a:off x="702916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mA</a:t>
            </a:r>
          </a:p>
        </p:txBody>
      </p:sp>
      <p:sp>
        <p:nvSpPr>
          <p:cNvPr id="37" name="COM">
            <a:extLst xmlns:a="http://schemas.openxmlformats.org/drawingml/2006/main">
              <a:ext uri="{FF2B5EF4-FFF2-40B4-BE49-F238E27FC236}">
                <a16:creationId xmlns:a16="http://schemas.microsoft.com/office/drawing/2014/main" id="{7F156943-8AC3-4A95-AD5F-B9E80D1B5E30}"/>
              </a:ext>
            </a:extLst>
          </p:cNvPr>
          <p:cNvSpPr>
            <a:spLocks xmlns:a="http://schemas.openxmlformats.org/drawingml/2006/main" noGrp="1"/>
          </p:cNvSpPr>
          <p:nvPr/>
        </p:nvSpPr>
        <p:spPr>
          <a:xfrm xmlns:a="http://schemas.openxmlformats.org/drawingml/2006/main">
            <a:off x="738549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COM</a:t>
            </a:r>
          </a:p>
        </p:txBody>
      </p:sp>
      <p:sp>
        <p:nvSpPr>
          <p:cNvPr id="38" name="VΩ">
            <a:extLst xmlns:a="http://schemas.openxmlformats.org/drawingml/2006/main">
              <a:ext uri="{FF2B5EF4-FFF2-40B4-BE49-F238E27FC236}">
                <a16:creationId xmlns:a16="http://schemas.microsoft.com/office/drawing/2014/main" id="{0FCCF8D1-FC22-4A94-A0A1-E4464CC860E2}"/>
              </a:ext>
            </a:extLst>
          </p:cNvPr>
          <p:cNvSpPr>
            <a:spLocks xmlns:a="http://schemas.openxmlformats.org/drawingml/2006/main" noGrp="1"/>
          </p:cNvSpPr>
          <p:nvPr/>
        </p:nvSpPr>
        <p:spPr>
          <a:xfrm xmlns:a="http://schemas.openxmlformats.org/drawingml/2006/main">
            <a:off x="7741825"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VΩ</a:t>
            </a:r>
          </a:p>
        </p:txBody>
      </p:sp>
      <p:sp>
        <p:nvSpPr>
          <p:cNvPr id="39" name="12,00 V">
            <a:extLst xmlns:a="http://schemas.openxmlformats.org/drawingml/2006/main">
              <a:ext uri="{FF2B5EF4-FFF2-40B4-BE49-F238E27FC236}">
                <a16:creationId xmlns:a16="http://schemas.microsoft.com/office/drawing/2014/main" id="{DB10A6B8-AA96-4D1A-8FF1-CF35219ECB44}"/>
              </a:ext>
            </a:extLst>
          </p:cNvPr>
          <p:cNvSpPr>
            <a:spLocks xmlns:a="http://schemas.openxmlformats.org/drawingml/2006/main" noGrp="1"/>
          </p:cNvSpPr>
          <p:nvPr/>
        </p:nvSpPr>
        <p:spPr>
          <a:xfrm xmlns:a="http://schemas.openxmlformats.org/drawingml/2006/main">
            <a:off x="6772275" y="2277904"/>
            <a:ext cx="1243012" cy="341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6" b="1">
                <a:solidFill>
                  <a:srgbClr val="111111"/>
                </a:solidFill>
                <a:latin typeface="Calibri"/>
                <a:ea typeface="Calibri"/>
                <a:cs typeface="Calibri"/>
              </a:defRPr>
            </a:pPr>
            <a:r>
              <a:rPr sz="1876" b="1">
                <a:solidFill>
                  <a:srgbClr val="111111"/>
                </a:solidFill>
                <a:latin typeface="Calibri"/>
                <a:ea typeface="Calibri"/>
                <a:cs typeface="Calibri"/>
              </a:rPr>
              <a:t>12,00 V</a:t>
            </a:r>
          </a:p>
        </p:txBody>
      </p:sp>
      <p:sp>
        <p:nvSpPr>
          <p:cNvPr id="40" name="V DC">
            <a:extLst xmlns:a="http://schemas.openxmlformats.org/drawingml/2006/main">
              <a:ext uri="{FF2B5EF4-FFF2-40B4-BE49-F238E27FC236}">
                <a16:creationId xmlns:a16="http://schemas.microsoft.com/office/drawing/2014/main" id="{15438535-8EAD-4B31-B844-E02627D02BB6}"/>
              </a:ext>
            </a:extLst>
          </p:cNvPr>
          <p:cNvSpPr>
            <a:spLocks xmlns:a="http://schemas.openxmlformats.org/drawingml/2006/main" noGrp="1"/>
          </p:cNvSpPr>
          <p:nvPr/>
        </p:nvSpPr>
        <p:spPr>
          <a:xfrm xmlns:a="http://schemas.openxmlformats.org/drawingml/2006/main">
            <a:off x="6813709" y="2622840"/>
            <a:ext cx="1160145" cy="121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62" b="1">
                <a:solidFill>
                  <a:srgbClr val="111111"/>
                </a:solidFill>
                <a:latin typeface="Calibri"/>
                <a:ea typeface="Calibri"/>
                <a:cs typeface="Calibri"/>
              </a:defRPr>
            </a:pPr>
            <a:r>
              <a:rPr sz="962" b="1">
                <a:solidFill>
                  <a:srgbClr val="111111"/>
                </a:solidFill>
                <a:latin typeface="Calibri"/>
                <a:ea typeface="Calibri"/>
                <a:cs typeface="Calibri"/>
              </a:rPr>
              <a:t>V DC</a:t>
            </a:r>
          </a:p>
        </p:txBody>
      </p:sp>
      <p:sp>
        <p:nvSpPr>
          <p:cNvPr id="41" name="V DC">
            <a:extLst xmlns:a="http://schemas.openxmlformats.org/drawingml/2006/main">
              <a:ext uri="{FF2B5EF4-FFF2-40B4-BE49-F238E27FC236}">
                <a16:creationId xmlns:a16="http://schemas.microsoft.com/office/drawing/2014/main" id="{A62A2D62-3102-4AF8-842E-E24DEA720660}"/>
              </a:ext>
            </a:extLst>
          </p:cNvPr>
          <p:cNvSpPr>
            <a:spLocks xmlns:a="http://schemas.openxmlformats.org/drawingml/2006/main" noGrp="1"/>
          </p:cNvSpPr>
          <p:nvPr/>
        </p:nvSpPr>
        <p:spPr>
          <a:xfrm xmlns:a="http://schemas.openxmlformats.org/drawingml/2006/main">
            <a:off x="7207330" y="285279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1">
                <a:solidFill>
                  <a:srgbClr val="064F91"/>
                </a:solidFill>
                <a:latin typeface="Calibri"/>
                <a:ea typeface="Calibri"/>
                <a:cs typeface="Calibri"/>
              </a:defRPr>
            </a:pPr>
            <a:r>
              <a:rPr sz="897" b="1">
                <a:solidFill>
                  <a:srgbClr val="064F91"/>
                </a:solidFill>
                <a:latin typeface="Calibri"/>
                <a:ea typeface="Calibri"/>
                <a:cs typeface="Calibri"/>
              </a:rPr>
              <a:t>V DC</a:t>
            </a:r>
          </a:p>
        </p:txBody>
      </p:sp>
      <p:sp>
        <p:nvSpPr>
          <p:cNvPr id="42" name="V AC">
            <a:extLst xmlns:a="http://schemas.openxmlformats.org/drawingml/2006/main">
              <a:ext uri="{FF2B5EF4-FFF2-40B4-BE49-F238E27FC236}">
                <a16:creationId xmlns:a16="http://schemas.microsoft.com/office/drawing/2014/main" id="{1F4A3AF7-FB47-4F55-ABC2-37086BB2CD01}"/>
              </a:ext>
            </a:extLst>
          </p:cNvPr>
          <p:cNvSpPr>
            <a:spLocks xmlns:a="http://schemas.openxmlformats.org/drawingml/2006/main" noGrp="1"/>
          </p:cNvSpPr>
          <p:nvPr/>
        </p:nvSpPr>
        <p:spPr>
          <a:xfrm xmlns:a="http://schemas.openxmlformats.org/drawingml/2006/main">
            <a:off x="7664834"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AC</a:t>
            </a:r>
          </a:p>
        </p:txBody>
      </p:sp>
      <p:sp>
        <p:nvSpPr>
          <p:cNvPr id="43" name="A DC">
            <a:extLst xmlns:a="http://schemas.openxmlformats.org/drawingml/2006/main">
              <a:ext uri="{FF2B5EF4-FFF2-40B4-BE49-F238E27FC236}">
                <a16:creationId xmlns:a16="http://schemas.microsoft.com/office/drawing/2014/main" id="{3C3DE749-644E-44A9-ADC7-E56C3C544729}"/>
              </a:ext>
            </a:extLst>
          </p:cNvPr>
          <p:cNvSpPr>
            <a:spLocks xmlns:a="http://schemas.openxmlformats.org/drawingml/2006/main" noGrp="1"/>
          </p:cNvSpPr>
          <p:nvPr/>
        </p:nvSpPr>
        <p:spPr>
          <a:xfrm xmlns:a="http://schemas.openxmlformats.org/drawingml/2006/main">
            <a:off x="7664834"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A DC</a:t>
            </a:r>
          </a:p>
        </p:txBody>
      </p:sp>
      <p:sp>
        <p:nvSpPr>
          <p:cNvPr id="44" name="Ω">
            <a:extLst xmlns:a="http://schemas.openxmlformats.org/drawingml/2006/main">
              <a:ext uri="{FF2B5EF4-FFF2-40B4-BE49-F238E27FC236}">
                <a16:creationId xmlns:a16="http://schemas.microsoft.com/office/drawing/2014/main" id="{2368EBA5-BAAA-47B9-84D8-DE572C3FEB27}"/>
              </a:ext>
            </a:extLst>
          </p:cNvPr>
          <p:cNvSpPr>
            <a:spLocks xmlns:a="http://schemas.openxmlformats.org/drawingml/2006/main" noGrp="1"/>
          </p:cNvSpPr>
          <p:nvPr/>
        </p:nvSpPr>
        <p:spPr>
          <a:xfrm xmlns:a="http://schemas.openxmlformats.org/drawingml/2006/main">
            <a:off x="7207330" y="390935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Ω</a:t>
            </a:r>
          </a:p>
        </p:txBody>
      </p:sp>
      <p:sp>
        <p:nvSpPr>
          <p:cNvPr id="45" name="PIP">
            <a:extLst xmlns:a="http://schemas.openxmlformats.org/drawingml/2006/main">
              <a:ext uri="{FF2B5EF4-FFF2-40B4-BE49-F238E27FC236}">
                <a16:creationId xmlns:a16="http://schemas.microsoft.com/office/drawing/2014/main" id="{F1583CC8-5744-4FD7-B3D5-4D701E169708}"/>
              </a:ext>
            </a:extLst>
          </p:cNvPr>
          <p:cNvSpPr>
            <a:spLocks xmlns:a="http://schemas.openxmlformats.org/drawingml/2006/main" noGrp="1"/>
          </p:cNvSpPr>
          <p:nvPr/>
        </p:nvSpPr>
        <p:spPr>
          <a:xfrm xmlns:a="http://schemas.openxmlformats.org/drawingml/2006/main">
            <a:off x="6749825"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PIP</a:t>
            </a:r>
          </a:p>
        </p:txBody>
      </p:sp>
      <p:sp>
        <p:nvSpPr>
          <p:cNvPr id="46" name="OFF">
            <a:extLst xmlns:a="http://schemas.openxmlformats.org/drawingml/2006/main">
              <a:ext uri="{FF2B5EF4-FFF2-40B4-BE49-F238E27FC236}">
                <a16:creationId xmlns:a16="http://schemas.microsoft.com/office/drawing/2014/main" id="{33206FBA-7E04-42E2-AFBF-FFAC1597BE91}"/>
              </a:ext>
            </a:extLst>
          </p:cNvPr>
          <p:cNvSpPr>
            <a:spLocks xmlns:a="http://schemas.openxmlformats.org/drawingml/2006/main" noGrp="1"/>
          </p:cNvSpPr>
          <p:nvPr/>
        </p:nvSpPr>
        <p:spPr>
          <a:xfrm xmlns:a="http://schemas.openxmlformats.org/drawingml/2006/main">
            <a:off x="6749825"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OFF</a:t>
            </a:r>
          </a:p>
        </p:txBody>
      </p:sp>
      <p:sp>
        <p:nvSpPr>
          <p:cNvPr id="47" name="Ledning">
            <a:extLst xmlns:a="http://schemas.openxmlformats.org/drawingml/2006/main">
              <a:ext uri="{FF2B5EF4-FFF2-40B4-BE49-F238E27FC236}">
                <a16:creationId xmlns:a16="http://schemas.microsoft.com/office/drawing/2014/main" id="{B295E4B5-A859-4D6F-BA99-962BF1614CAB}"/>
              </a:ext>
            </a:extLst>
          </p:cNvPr>
          <p:cNvSpPr>
            <a:spLocks xmlns:a="http://schemas.openxmlformats.org/drawingml/2006/main" noGrp="1"/>
          </p:cNvSpPr>
          <p:nvPr/>
        </p:nvSpPr>
        <p:spPr>
          <a:xfrm xmlns:a="http://schemas.openxmlformats.org/drawingml/2006/main">
            <a:off x="7393781" y="3148012"/>
            <a:ext cx="715" cy="310754"/>
          </a:xfrm>
          <a:custGeom xmlns:a="http://schemas.openxmlformats.org/drawingml/2006/main">
            <a:pathLst>
              <a:path w="953" h="414338">
                <a:moveTo>
                  <a:pt x="0" y="414338"/>
                </a:moveTo>
                <a:lnTo>
                  <a:pt x="0" y="0"/>
                </a:lnTo>
              </a:path>
            </a:pathLst>
          </a:custGeom>
          <a:noFill xmlns:a="http://schemas.openxmlformats.org/drawingml/2006/main"/>
          <a:ln xmlns:a="http://schemas.openxmlformats.org/drawingml/2006/main" w="42862">
            <a:solidFill>
              <a:srgbClr val="064F91"/>
            </a:solidFill>
          </a:ln>
        </p:spPr>
      </p:sp>
      <p:sp>
        <p:nvSpPr>
          <p:cNvPr id="48" name="">
            <a:extLst xmlns:a="http://schemas.openxmlformats.org/drawingml/2006/main">
              <a:ext uri="{FF2B5EF4-FFF2-40B4-BE49-F238E27FC236}">
                <a16:creationId xmlns:a16="http://schemas.microsoft.com/office/drawing/2014/main" id="{A52FD7EC-51BB-4946-A397-60B788F381B2}"/>
              </a:ext>
            </a:extLst>
          </p:cNvPr>
          <p:cNvSpPr>
            <a:spLocks xmlns:a="http://schemas.openxmlformats.org/drawingml/2006/main" noGrp="1"/>
          </p:cNvSpPr>
          <p:nvPr/>
        </p:nvSpPr>
        <p:spPr>
          <a:xfrm xmlns:a="http://schemas.openxmlformats.org/drawingml/2006/main">
            <a:off x="7358062" y="3423047"/>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49" name="">
            <a:extLst xmlns:a="http://schemas.openxmlformats.org/drawingml/2006/main">
              <a:ext uri="{FF2B5EF4-FFF2-40B4-BE49-F238E27FC236}">
                <a16:creationId xmlns:a16="http://schemas.microsoft.com/office/drawing/2014/main" id="{A281E2F5-EAAC-4A4C-B0BB-13890DBDB0BF}"/>
              </a:ext>
            </a:extLst>
          </p:cNvPr>
          <p:cNvSpPr>
            <a:spLocks xmlns:a="http://schemas.openxmlformats.org/drawingml/2006/main" noGrp="1"/>
          </p:cNvSpPr>
          <p:nvPr/>
        </p:nvSpPr>
        <p:spPr>
          <a:xfrm xmlns:a="http://schemas.openxmlformats.org/drawingml/2006/main">
            <a:off x="7478720" y="4440746"/>
            <a:ext cx="186452" cy="186452"/>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50" name="">
            <a:extLst xmlns:a="http://schemas.openxmlformats.org/drawingml/2006/main">
              <a:ext uri="{FF2B5EF4-FFF2-40B4-BE49-F238E27FC236}">
                <a16:creationId xmlns:a16="http://schemas.microsoft.com/office/drawing/2014/main" id="{622DC351-B891-4B73-85BD-897CC1A2D9B9}"/>
              </a:ext>
            </a:extLst>
          </p:cNvPr>
          <p:cNvSpPr>
            <a:spLocks xmlns:a="http://schemas.openxmlformats.org/drawingml/2006/main" noGrp="1"/>
          </p:cNvSpPr>
          <p:nvPr/>
        </p:nvSpPr>
        <p:spPr>
          <a:xfrm xmlns:a="http://schemas.openxmlformats.org/drawingml/2006/main">
            <a:off x="7518082" y="4480108"/>
            <a:ext cx="107728" cy="107728"/>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51" name="">
            <a:extLst xmlns:a="http://schemas.openxmlformats.org/drawingml/2006/main">
              <a:ext uri="{FF2B5EF4-FFF2-40B4-BE49-F238E27FC236}">
                <a16:creationId xmlns:a16="http://schemas.microsoft.com/office/drawing/2014/main" id="{FD451BA3-3E70-488C-B440-E3F51EE2F498}"/>
              </a:ext>
            </a:extLst>
          </p:cNvPr>
          <p:cNvSpPr>
            <a:spLocks xmlns:a="http://schemas.openxmlformats.org/drawingml/2006/main" noGrp="1"/>
          </p:cNvSpPr>
          <p:nvPr/>
        </p:nvSpPr>
        <p:spPr>
          <a:xfrm xmlns:a="http://schemas.openxmlformats.org/drawingml/2006/main">
            <a:off x="7835050" y="4440746"/>
            <a:ext cx="186452" cy="186452"/>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52" name="">
            <a:extLst xmlns:a="http://schemas.openxmlformats.org/drawingml/2006/main">
              <a:ext uri="{FF2B5EF4-FFF2-40B4-BE49-F238E27FC236}">
                <a16:creationId xmlns:a16="http://schemas.microsoft.com/office/drawing/2014/main" id="{2AB88839-B43D-4367-A7B4-FDBE36B3AC8C}"/>
              </a:ext>
            </a:extLst>
          </p:cNvPr>
          <p:cNvSpPr>
            <a:spLocks xmlns:a="http://schemas.openxmlformats.org/drawingml/2006/main" noGrp="1"/>
          </p:cNvSpPr>
          <p:nvPr/>
        </p:nvSpPr>
        <p:spPr>
          <a:xfrm xmlns:a="http://schemas.openxmlformats.org/drawingml/2006/main">
            <a:off x="7874413" y="4480108"/>
            <a:ext cx="107728" cy="107728"/>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53" name="Ledning">
            <a:extLst xmlns:a="http://schemas.openxmlformats.org/drawingml/2006/main">
              <a:ext uri="{FF2B5EF4-FFF2-40B4-BE49-F238E27FC236}">
                <a16:creationId xmlns:a16="http://schemas.microsoft.com/office/drawing/2014/main" id="{B63DB7B7-5221-4C32-913B-40358E5511D9}"/>
              </a:ext>
            </a:extLst>
          </p:cNvPr>
          <p:cNvSpPr>
            <a:spLocks xmlns:a="http://schemas.openxmlformats.org/drawingml/2006/main" noGrp="1"/>
          </p:cNvSpPr>
          <p:nvPr/>
        </p:nvSpPr>
        <p:spPr>
          <a:xfrm xmlns:a="http://schemas.openxmlformats.org/drawingml/2006/main">
            <a:off x="7571947" y="4533971"/>
            <a:ext cx="715" cy="507135"/>
          </a:xfrm>
          <a:custGeom xmlns:a="http://schemas.openxmlformats.org/drawingml/2006/main">
            <a:pathLst>
              <a:path w="953" h="676180">
                <a:moveTo>
                  <a:pt x="0" y="0"/>
                </a:moveTo>
                <a:lnTo>
                  <a:pt x="0" y="676180"/>
                </a:lnTo>
              </a:path>
            </a:pathLst>
          </a:custGeom>
          <a:noFill xmlns:a="http://schemas.openxmlformats.org/drawingml/2006/main"/>
          <a:ln xmlns:a="http://schemas.openxmlformats.org/drawingml/2006/main" w="35719">
            <a:solidFill>
              <a:srgbClr val="20282E"/>
            </a:solidFill>
          </a:ln>
        </p:spPr>
      </p:sp>
      <p:sp>
        <p:nvSpPr>
          <p:cNvPr id="54" name="Ledning">
            <a:extLst xmlns:a="http://schemas.openxmlformats.org/drawingml/2006/main">
              <a:ext uri="{FF2B5EF4-FFF2-40B4-BE49-F238E27FC236}">
                <a16:creationId xmlns:a16="http://schemas.microsoft.com/office/drawing/2014/main" id="{6A667ADC-DE6D-4D33-8252-2E91933B8D8A}"/>
              </a:ext>
            </a:extLst>
          </p:cNvPr>
          <p:cNvSpPr>
            <a:spLocks xmlns:a="http://schemas.openxmlformats.org/drawingml/2006/main" noGrp="1"/>
          </p:cNvSpPr>
          <p:nvPr/>
        </p:nvSpPr>
        <p:spPr>
          <a:xfrm xmlns:a="http://schemas.openxmlformats.org/drawingml/2006/main">
            <a:off x="5500688" y="5041106"/>
            <a:ext cx="2071259" cy="715"/>
          </a:xfrm>
          <a:custGeom xmlns:a="http://schemas.openxmlformats.org/drawingml/2006/main">
            <a:pathLst>
              <a:path w="2761679" h="953">
                <a:moveTo>
                  <a:pt x="2761679" y="0"/>
                </a:moveTo>
                <a:lnTo>
                  <a:pt x="0" y="0"/>
                </a:lnTo>
              </a:path>
            </a:pathLst>
          </a:custGeom>
          <a:noFill xmlns:a="http://schemas.openxmlformats.org/drawingml/2006/main"/>
          <a:ln xmlns:a="http://schemas.openxmlformats.org/drawingml/2006/main" w="35719">
            <a:solidFill>
              <a:srgbClr val="20282E"/>
            </a:solidFill>
          </a:ln>
        </p:spPr>
      </p:sp>
      <p:sp>
        <p:nvSpPr>
          <p:cNvPr id="55" name="Ledning">
            <a:extLst xmlns:a="http://schemas.openxmlformats.org/drawingml/2006/main">
              <a:ext uri="{FF2B5EF4-FFF2-40B4-BE49-F238E27FC236}">
                <a16:creationId xmlns:a16="http://schemas.microsoft.com/office/drawing/2014/main" id="{68CFDA98-3A3F-4772-9DBB-F2D2028402D5}"/>
              </a:ext>
            </a:extLst>
          </p:cNvPr>
          <p:cNvSpPr>
            <a:spLocks xmlns:a="http://schemas.openxmlformats.org/drawingml/2006/main" noGrp="1"/>
          </p:cNvSpPr>
          <p:nvPr/>
        </p:nvSpPr>
        <p:spPr>
          <a:xfrm xmlns:a="http://schemas.openxmlformats.org/drawingml/2006/main">
            <a:off x="5500688" y="4226719"/>
            <a:ext cx="715" cy="814388"/>
          </a:xfrm>
          <a:custGeom xmlns:a="http://schemas.openxmlformats.org/drawingml/2006/main">
            <a:pathLst>
              <a:path w="953" h="1085850">
                <a:moveTo>
                  <a:pt x="0" y="1085850"/>
                </a:moveTo>
                <a:lnTo>
                  <a:pt x="0" y="0"/>
                </a:lnTo>
              </a:path>
            </a:pathLst>
          </a:custGeom>
          <a:noFill xmlns:a="http://schemas.openxmlformats.org/drawingml/2006/main"/>
          <a:ln xmlns:a="http://schemas.openxmlformats.org/drawingml/2006/main" w="35719">
            <a:solidFill>
              <a:srgbClr val="20282E"/>
            </a:solidFill>
          </a:ln>
        </p:spPr>
      </p:sp>
      <p:sp>
        <p:nvSpPr>
          <p:cNvPr id="56" name="Ledning">
            <a:extLst xmlns:a="http://schemas.openxmlformats.org/drawingml/2006/main">
              <a:ext uri="{FF2B5EF4-FFF2-40B4-BE49-F238E27FC236}">
                <a16:creationId xmlns:a16="http://schemas.microsoft.com/office/drawing/2014/main" id="{8549AFC6-D481-44EA-9A5B-E5C3C315338A}"/>
              </a:ext>
            </a:extLst>
          </p:cNvPr>
          <p:cNvSpPr>
            <a:spLocks xmlns:a="http://schemas.openxmlformats.org/drawingml/2006/main" noGrp="1"/>
          </p:cNvSpPr>
          <p:nvPr/>
        </p:nvSpPr>
        <p:spPr>
          <a:xfrm xmlns:a="http://schemas.openxmlformats.org/drawingml/2006/main">
            <a:off x="4536281" y="4226719"/>
            <a:ext cx="964406" cy="715"/>
          </a:xfrm>
          <a:custGeom xmlns:a="http://schemas.openxmlformats.org/drawingml/2006/main">
            <a:pathLst>
              <a:path w="1285875" h="953">
                <a:moveTo>
                  <a:pt x="1285875" y="0"/>
                </a:moveTo>
                <a:lnTo>
                  <a:pt x="0" y="0"/>
                </a:lnTo>
              </a:path>
            </a:pathLst>
          </a:custGeom>
          <a:noFill xmlns:a="http://schemas.openxmlformats.org/drawingml/2006/main"/>
          <a:ln xmlns:a="http://schemas.openxmlformats.org/drawingml/2006/main" w="35719">
            <a:solidFill>
              <a:srgbClr val="20282E"/>
            </a:solidFill>
          </a:ln>
        </p:spPr>
      </p:sp>
      <p:sp>
        <p:nvSpPr>
          <p:cNvPr id="57" name="">
            <a:extLst xmlns:a="http://schemas.openxmlformats.org/drawingml/2006/main">
              <a:ext uri="{FF2B5EF4-FFF2-40B4-BE49-F238E27FC236}">
                <a16:creationId xmlns:a16="http://schemas.microsoft.com/office/drawing/2014/main" id="{7654EFAA-EF23-4F26-9E95-AF12D1F06240}"/>
              </a:ext>
            </a:extLst>
          </p:cNvPr>
          <p:cNvSpPr>
            <a:spLocks xmlns:a="http://schemas.openxmlformats.org/drawingml/2006/main" noGrp="1"/>
          </p:cNvSpPr>
          <p:nvPr/>
        </p:nvSpPr>
        <p:spPr>
          <a:xfrm xmlns:a="http://schemas.openxmlformats.org/drawingml/2006/main">
            <a:off x="4486275" y="4176712"/>
            <a:ext cx="100012" cy="100012"/>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58" name="Ledning">
            <a:extLst xmlns:a="http://schemas.openxmlformats.org/drawingml/2006/main">
              <a:ext uri="{FF2B5EF4-FFF2-40B4-BE49-F238E27FC236}">
                <a16:creationId xmlns:a16="http://schemas.microsoft.com/office/drawing/2014/main" id="{84A52145-0996-4EA7-8216-0A06CDA49106}"/>
              </a:ext>
            </a:extLst>
          </p:cNvPr>
          <p:cNvSpPr>
            <a:spLocks xmlns:a="http://schemas.openxmlformats.org/drawingml/2006/main" noGrp="1"/>
          </p:cNvSpPr>
          <p:nvPr/>
        </p:nvSpPr>
        <p:spPr>
          <a:xfrm xmlns:a="http://schemas.openxmlformats.org/drawingml/2006/main">
            <a:off x="7928277" y="4533971"/>
            <a:ext cx="787099" cy="715"/>
          </a:xfrm>
          <a:custGeom xmlns:a="http://schemas.openxmlformats.org/drawingml/2006/main">
            <a:pathLst>
              <a:path w="1049465" h="953">
                <a:moveTo>
                  <a:pt x="0" y="0"/>
                </a:moveTo>
                <a:lnTo>
                  <a:pt x="1049465" y="0"/>
                </a:lnTo>
              </a:path>
            </a:pathLst>
          </a:custGeom>
          <a:noFill xmlns:a="http://schemas.openxmlformats.org/drawingml/2006/main"/>
          <a:ln xmlns:a="http://schemas.openxmlformats.org/drawingml/2006/main" w="35719">
            <a:solidFill>
              <a:srgbClr val="AD2929"/>
            </a:solidFill>
          </a:ln>
        </p:spPr>
      </p:sp>
      <p:sp>
        <p:nvSpPr>
          <p:cNvPr id="59" name="Ledning">
            <a:extLst xmlns:a="http://schemas.openxmlformats.org/drawingml/2006/main">
              <a:ext uri="{FF2B5EF4-FFF2-40B4-BE49-F238E27FC236}">
                <a16:creationId xmlns:a16="http://schemas.microsoft.com/office/drawing/2014/main" id="{5F129E8F-2B61-4696-A918-B7F89DE6E8DC}"/>
              </a:ext>
            </a:extLst>
          </p:cNvPr>
          <p:cNvSpPr>
            <a:spLocks xmlns:a="http://schemas.openxmlformats.org/drawingml/2006/main" noGrp="1"/>
          </p:cNvSpPr>
          <p:nvPr/>
        </p:nvSpPr>
        <p:spPr>
          <a:xfrm xmlns:a="http://schemas.openxmlformats.org/drawingml/2006/main">
            <a:off x="8715375" y="2005012"/>
            <a:ext cx="715" cy="2528959"/>
          </a:xfrm>
          <a:custGeom xmlns:a="http://schemas.openxmlformats.org/drawingml/2006/main">
            <a:pathLst>
              <a:path w="953" h="3371945">
                <a:moveTo>
                  <a:pt x="0" y="3371945"/>
                </a:moveTo>
                <a:lnTo>
                  <a:pt x="0" y="0"/>
                </a:lnTo>
              </a:path>
            </a:pathLst>
          </a:custGeom>
          <a:noFill xmlns:a="http://schemas.openxmlformats.org/drawingml/2006/main"/>
          <a:ln xmlns:a="http://schemas.openxmlformats.org/drawingml/2006/main" w="35719">
            <a:solidFill>
              <a:srgbClr val="AD2929"/>
            </a:solidFill>
          </a:ln>
        </p:spPr>
      </p:sp>
      <p:sp>
        <p:nvSpPr>
          <p:cNvPr id="60" name="Ledning">
            <a:extLst xmlns:a="http://schemas.openxmlformats.org/drawingml/2006/main">
              <a:ext uri="{FF2B5EF4-FFF2-40B4-BE49-F238E27FC236}">
                <a16:creationId xmlns:a16="http://schemas.microsoft.com/office/drawing/2014/main" id="{1F483A59-1F1D-4A59-96C7-8343FE38B043}"/>
              </a:ext>
            </a:extLst>
          </p:cNvPr>
          <p:cNvSpPr>
            <a:spLocks xmlns:a="http://schemas.openxmlformats.org/drawingml/2006/main" noGrp="1"/>
          </p:cNvSpPr>
          <p:nvPr/>
        </p:nvSpPr>
        <p:spPr>
          <a:xfrm xmlns:a="http://schemas.openxmlformats.org/drawingml/2006/main">
            <a:off x="5750719" y="2005012"/>
            <a:ext cx="2964656" cy="715"/>
          </a:xfrm>
          <a:custGeom xmlns:a="http://schemas.openxmlformats.org/drawingml/2006/main">
            <a:pathLst>
              <a:path w="3952875" h="953">
                <a:moveTo>
                  <a:pt x="3952875" y="0"/>
                </a:moveTo>
                <a:lnTo>
                  <a:pt x="0" y="0"/>
                </a:lnTo>
              </a:path>
            </a:pathLst>
          </a:custGeom>
          <a:noFill xmlns:a="http://schemas.openxmlformats.org/drawingml/2006/main"/>
          <a:ln xmlns:a="http://schemas.openxmlformats.org/drawingml/2006/main" w="35719">
            <a:solidFill>
              <a:srgbClr val="AD2929"/>
            </a:solidFill>
          </a:ln>
        </p:spPr>
      </p:sp>
      <p:sp>
        <p:nvSpPr>
          <p:cNvPr id="61" name="Ledning">
            <a:extLst xmlns:a="http://schemas.openxmlformats.org/drawingml/2006/main">
              <a:ext uri="{FF2B5EF4-FFF2-40B4-BE49-F238E27FC236}">
                <a16:creationId xmlns:a16="http://schemas.microsoft.com/office/drawing/2014/main" id="{5DE13141-AF08-4CCF-822C-2B67DCD20212}"/>
              </a:ext>
            </a:extLst>
          </p:cNvPr>
          <p:cNvSpPr>
            <a:spLocks xmlns:a="http://schemas.openxmlformats.org/drawingml/2006/main" noGrp="1"/>
          </p:cNvSpPr>
          <p:nvPr/>
        </p:nvSpPr>
        <p:spPr>
          <a:xfrm xmlns:a="http://schemas.openxmlformats.org/drawingml/2006/main">
            <a:off x="5750719" y="2005012"/>
            <a:ext cx="715" cy="1078706"/>
          </a:xfrm>
          <a:custGeom xmlns:a="http://schemas.openxmlformats.org/drawingml/2006/main">
            <a:pathLst>
              <a:path w="953" h="1438275">
                <a:moveTo>
                  <a:pt x="0" y="0"/>
                </a:moveTo>
                <a:lnTo>
                  <a:pt x="0" y="1438275"/>
                </a:lnTo>
              </a:path>
            </a:pathLst>
          </a:custGeom>
          <a:noFill xmlns:a="http://schemas.openxmlformats.org/drawingml/2006/main"/>
          <a:ln xmlns:a="http://schemas.openxmlformats.org/drawingml/2006/main" w="35719">
            <a:solidFill>
              <a:srgbClr val="AD2929"/>
            </a:solidFill>
          </a:ln>
        </p:spPr>
      </p:sp>
      <p:sp>
        <p:nvSpPr>
          <p:cNvPr id="62" name="Ledning">
            <a:extLst xmlns:a="http://schemas.openxmlformats.org/drawingml/2006/main">
              <a:ext uri="{FF2B5EF4-FFF2-40B4-BE49-F238E27FC236}">
                <a16:creationId xmlns:a16="http://schemas.microsoft.com/office/drawing/2014/main" id="{6B696263-6070-4FB3-B7DB-B7DEAD0667EF}"/>
              </a:ext>
            </a:extLst>
          </p:cNvPr>
          <p:cNvSpPr>
            <a:spLocks xmlns:a="http://schemas.openxmlformats.org/drawingml/2006/main" noGrp="1"/>
          </p:cNvSpPr>
          <p:nvPr/>
        </p:nvSpPr>
        <p:spPr>
          <a:xfrm xmlns:a="http://schemas.openxmlformats.org/drawingml/2006/main">
            <a:off x="4536281" y="3083719"/>
            <a:ext cx="1214438" cy="715"/>
          </a:xfrm>
          <a:custGeom xmlns:a="http://schemas.openxmlformats.org/drawingml/2006/main">
            <a:pathLst>
              <a:path w="1619250" h="953">
                <a:moveTo>
                  <a:pt x="1619250" y="0"/>
                </a:moveTo>
                <a:lnTo>
                  <a:pt x="0" y="0"/>
                </a:lnTo>
              </a:path>
            </a:pathLst>
          </a:custGeom>
          <a:noFill xmlns:a="http://schemas.openxmlformats.org/drawingml/2006/main"/>
          <a:ln xmlns:a="http://schemas.openxmlformats.org/drawingml/2006/main" w="35719">
            <a:solidFill>
              <a:srgbClr val="AD2929"/>
            </a:solidFill>
          </a:ln>
        </p:spPr>
      </p:sp>
      <p:sp>
        <p:nvSpPr>
          <p:cNvPr id="63" name="">
            <a:extLst xmlns:a="http://schemas.openxmlformats.org/drawingml/2006/main">
              <a:ext uri="{FF2B5EF4-FFF2-40B4-BE49-F238E27FC236}">
                <a16:creationId xmlns:a16="http://schemas.microsoft.com/office/drawing/2014/main" id="{477BE4DF-230E-4855-82E8-3087C1BEF971}"/>
              </a:ext>
            </a:extLst>
          </p:cNvPr>
          <p:cNvSpPr>
            <a:spLocks xmlns:a="http://schemas.openxmlformats.org/drawingml/2006/main" noGrp="1"/>
          </p:cNvSpPr>
          <p:nvPr/>
        </p:nvSpPr>
        <p:spPr>
          <a:xfrm xmlns:a="http://schemas.openxmlformats.org/drawingml/2006/main">
            <a:off x="4486275" y="3033712"/>
            <a:ext cx="100012" cy="100012"/>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64" name="Visningen gäller P1 jämfört med P2. Här visar modellen ">
            <a:extLst xmlns:a="http://schemas.openxmlformats.org/drawingml/2006/main">
              <a:ext uri="{FF2B5EF4-FFF2-40B4-BE49-F238E27FC236}">
                <a16:creationId xmlns:a16="http://schemas.microsoft.com/office/drawing/2014/main" id="{396D5A73-954F-435A-88B8-E6837EABBFD9}"/>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Visningen gäller P1 jämfört med P2. Här visar modellen 12,00 V.</a:t>
            </a:r>
          </a:p>
        </p:txBody>
      </p:sp>
      <p:sp>
        <p:nvSpPr>
          <p:cNvPr id="9001" name="Spänning  Avläsning och facit">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Spänning  Avläsning och facit</a:t>
            </a:r>
          </a:p>
        </p:txBody>
      </p:sp>
      <p:sp>
        <p:nvSpPr>
          <p:cNvPr id="9002" name="14">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14</a:t>
            </a:r>
          </a:p>
        </p:txBody>
      </p:sp>
    </p:spTree>
    <p:extLst>
      <p:ext uri="{BB962C8B-B14F-4D97-AF65-F5344CB8AC3E}">
        <p14:creationId xmlns:p14="http://schemas.microsoft.com/office/powerpoint/2010/main" val="97216997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Spetsarna har bytt plats med matningen av. Nu är matnin">
            <a:extLst xmlns:a="http://schemas.openxmlformats.org/drawingml/2006/main">
              <a:ext uri="{FF2B5EF4-FFF2-40B4-BE49-F238E27FC236}">
                <a16:creationId xmlns:a16="http://schemas.microsoft.com/office/drawing/2014/main" id="{A6DD28FB-6656-4C33-B789-E178B4A87074}"/>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Spetsarna har bytt plats med matningen av. Nu är matningen på.</a:t>
            </a:r>
          </a:p>
        </p:txBody>
      </p:sp>
      <p:sp>
        <p:nvSpPr>
          <p:cNvPr id="5" name="Ledning">
            <a:extLst xmlns:a="http://schemas.openxmlformats.org/drawingml/2006/main">
              <a:ext uri="{FF2B5EF4-FFF2-40B4-BE49-F238E27FC236}">
                <a16:creationId xmlns:a16="http://schemas.microsoft.com/office/drawing/2014/main" id="{216D82C7-A556-4B04-AB63-F191D40D065F}"/>
              </a:ext>
            </a:extLst>
          </p:cNvPr>
          <p:cNvSpPr>
            <a:spLocks xmlns:a="http://schemas.openxmlformats.org/drawingml/2006/main" noGrp="1"/>
          </p:cNvSpPr>
          <p:nvPr/>
        </p:nvSpPr>
        <p:spPr>
          <a:xfrm xmlns:a="http://schemas.openxmlformats.org/drawingml/2006/main">
            <a:off x="892969" y="2547938"/>
            <a:ext cx="715" cy="878681"/>
          </a:xfrm>
          <a:custGeom xmlns:a="http://schemas.openxmlformats.org/drawingml/2006/main">
            <a:pathLst>
              <a:path w="953" h="1171575">
                <a:moveTo>
                  <a:pt x="0" y="11715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E72BC047-CC97-4FA7-A5D3-498266CDEB0C}"/>
              </a:ext>
            </a:extLst>
          </p:cNvPr>
          <p:cNvSpPr>
            <a:spLocks xmlns:a="http://schemas.openxmlformats.org/drawingml/2006/main" noGrp="1"/>
          </p:cNvSpPr>
          <p:nvPr/>
        </p:nvSpPr>
        <p:spPr>
          <a:xfrm xmlns:a="http://schemas.openxmlformats.org/drawingml/2006/main">
            <a:off x="892969" y="2547938"/>
            <a:ext cx="785812" cy="715"/>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28575">
            <a:solidFill>
              <a:srgbClr val="111111"/>
            </a:solidFill>
          </a:ln>
        </p:spPr>
      </p:sp>
      <p:sp>
        <p:nvSpPr>
          <p:cNvPr id="7" name="">
            <a:extLst xmlns:a="http://schemas.openxmlformats.org/drawingml/2006/main">
              <a:ext uri="{FF2B5EF4-FFF2-40B4-BE49-F238E27FC236}">
                <a16:creationId xmlns:a16="http://schemas.microsoft.com/office/drawing/2014/main" id="{19626153-B539-4B2B-9224-E82B03B87E95}"/>
              </a:ext>
            </a:extLst>
          </p:cNvPr>
          <p:cNvSpPr>
            <a:spLocks xmlns:a="http://schemas.openxmlformats.org/drawingml/2006/main" noGrp="1"/>
          </p:cNvSpPr>
          <p:nvPr/>
        </p:nvSpPr>
        <p:spPr>
          <a:xfrm xmlns:a="http://schemas.openxmlformats.org/drawingml/2006/main">
            <a:off x="1678781" y="2462212"/>
            <a:ext cx="571500" cy="171450"/>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8" name="Ledning">
            <a:extLst xmlns:a="http://schemas.openxmlformats.org/drawingml/2006/main">
              <a:ext uri="{FF2B5EF4-FFF2-40B4-BE49-F238E27FC236}">
                <a16:creationId xmlns:a16="http://schemas.microsoft.com/office/drawing/2014/main" id="{B5D90D7E-6CCD-46DE-A4B3-06E400256A00}"/>
              </a:ext>
            </a:extLst>
          </p:cNvPr>
          <p:cNvSpPr>
            <a:spLocks xmlns:a="http://schemas.openxmlformats.org/drawingml/2006/main" noGrp="1"/>
          </p:cNvSpPr>
          <p:nvPr/>
        </p:nvSpPr>
        <p:spPr>
          <a:xfrm xmlns:a="http://schemas.openxmlformats.org/drawingml/2006/main">
            <a:off x="1678781" y="2547938"/>
            <a:ext cx="571500" cy="715"/>
          </a:xfrm>
          <a:custGeom xmlns:a="http://schemas.openxmlformats.org/drawingml/2006/main">
            <a:pathLst>
              <a:path w="762000" h="953">
                <a:moveTo>
                  <a:pt x="0" y="0"/>
                </a:moveTo>
                <a:lnTo>
                  <a:pt x="762000" y="0"/>
                </a:lnTo>
              </a:path>
            </a:pathLst>
          </a:custGeom>
          <a:noFill xmlns:a="http://schemas.openxmlformats.org/drawingml/2006/main"/>
          <a:ln xmlns:a="http://schemas.openxmlformats.org/drawingml/2006/main" w="14288">
            <a:solidFill>
              <a:srgbClr val="111111"/>
            </a:solidFill>
          </a:ln>
        </p:spPr>
      </p:sp>
      <p:sp>
        <p:nvSpPr>
          <p:cNvPr id="9" name="F1">
            <a:extLst xmlns:a="http://schemas.openxmlformats.org/drawingml/2006/main">
              <a:ext uri="{FF2B5EF4-FFF2-40B4-BE49-F238E27FC236}">
                <a16:creationId xmlns:a16="http://schemas.microsoft.com/office/drawing/2014/main" id="{E67D91CB-A3BF-4ECA-9312-43489EC9B613}"/>
              </a:ext>
            </a:extLst>
          </p:cNvPr>
          <p:cNvSpPr>
            <a:spLocks xmlns:a="http://schemas.openxmlformats.org/drawingml/2006/main" noGrp="1"/>
          </p:cNvSpPr>
          <p:nvPr/>
        </p:nvSpPr>
        <p:spPr>
          <a:xfrm xmlns:a="http://schemas.openxmlformats.org/drawingml/2006/main">
            <a:off x="1778794"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F1</a:t>
            </a:r>
          </a:p>
        </p:txBody>
      </p:sp>
      <p:sp>
        <p:nvSpPr>
          <p:cNvPr id="10" name="Ledning">
            <a:extLst xmlns:a="http://schemas.openxmlformats.org/drawingml/2006/main">
              <a:ext uri="{FF2B5EF4-FFF2-40B4-BE49-F238E27FC236}">
                <a16:creationId xmlns:a16="http://schemas.microsoft.com/office/drawing/2014/main" id="{D07AB307-4054-4A94-9E84-E911BAA170D1}"/>
              </a:ext>
            </a:extLst>
          </p:cNvPr>
          <p:cNvSpPr>
            <a:spLocks xmlns:a="http://schemas.openxmlformats.org/drawingml/2006/main" noGrp="1"/>
          </p:cNvSpPr>
          <p:nvPr/>
        </p:nvSpPr>
        <p:spPr>
          <a:xfrm xmlns:a="http://schemas.openxmlformats.org/drawingml/2006/main">
            <a:off x="2250281" y="2547938"/>
            <a:ext cx="392906" cy="715"/>
          </a:xfrm>
          <a:custGeom xmlns:a="http://schemas.openxmlformats.org/drawingml/2006/main">
            <a:pathLst>
              <a:path w="523875" h="953">
                <a:moveTo>
                  <a:pt x="0" y="0"/>
                </a:moveTo>
                <a:lnTo>
                  <a:pt x="523875" y="0"/>
                </a:lnTo>
              </a:path>
            </a:pathLst>
          </a:custGeom>
          <a:noFill xmlns:a="http://schemas.openxmlformats.org/drawingml/2006/main"/>
          <a:ln xmlns:a="http://schemas.openxmlformats.org/drawingml/2006/main" w="28575">
            <a:solidFill>
              <a:srgbClr val="111111"/>
            </a:solidFill>
          </a:ln>
        </p:spPr>
      </p:sp>
      <p:sp>
        <p:nvSpPr>
          <p:cNvPr id="11" name="">
            <a:extLst xmlns:a="http://schemas.openxmlformats.org/drawingml/2006/main">
              <a:ext uri="{FF2B5EF4-FFF2-40B4-BE49-F238E27FC236}">
                <a16:creationId xmlns:a16="http://schemas.microsoft.com/office/drawing/2014/main" id="{AD1AFE37-8228-4D88-88B5-8A68BCE376AD}"/>
              </a:ext>
            </a:extLst>
          </p:cNvPr>
          <p:cNvSpPr>
            <a:spLocks xmlns:a="http://schemas.openxmlformats.org/drawingml/2006/main" noGrp="1"/>
          </p:cNvSpPr>
          <p:nvPr/>
        </p:nvSpPr>
        <p:spPr>
          <a:xfrm xmlns:a="http://schemas.openxmlformats.org/drawingml/2006/main">
            <a:off x="26074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
            <a:extLst xmlns:a="http://schemas.openxmlformats.org/drawingml/2006/main">
              <a:ext uri="{FF2B5EF4-FFF2-40B4-BE49-F238E27FC236}">
                <a16:creationId xmlns:a16="http://schemas.microsoft.com/office/drawing/2014/main" id="{C922FCB1-28AE-457A-BF69-751EA14A67CD}"/>
              </a:ext>
            </a:extLst>
          </p:cNvPr>
          <p:cNvSpPr>
            <a:spLocks xmlns:a="http://schemas.openxmlformats.org/drawingml/2006/main" noGrp="1"/>
          </p:cNvSpPr>
          <p:nvPr/>
        </p:nvSpPr>
        <p:spPr>
          <a:xfrm xmlns:a="http://schemas.openxmlformats.org/drawingml/2006/main">
            <a:off x="29503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3" name="Ledning">
            <a:extLst xmlns:a="http://schemas.openxmlformats.org/drawingml/2006/main">
              <a:ext uri="{FF2B5EF4-FFF2-40B4-BE49-F238E27FC236}">
                <a16:creationId xmlns:a16="http://schemas.microsoft.com/office/drawing/2014/main" id="{30AD085E-CFED-4B4B-AE6D-42608D013675}"/>
              </a:ext>
            </a:extLst>
          </p:cNvPr>
          <p:cNvSpPr>
            <a:spLocks xmlns:a="http://schemas.openxmlformats.org/drawingml/2006/main" noGrp="1"/>
          </p:cNvSpPr>
          <p:nvPr/>
        </p:nvSpPr>
        <p:spPr>
          <a:xfrm xmlns:a="http://schemas.openxmlformats.org/drawingml/2006/main">
            <a:off x="2643188" y="2547938"/>
            <a:ext cx="342900" cy="715"/>
          </a:xfrm>
          <a:custGeom xmlns:a="http://schemas.openxmlformats.org/drawingml/2006/main">
            <a:pathLst>
              <a:path w="457200" h="953">
                <a:moveTo>
                  <a:pt x="0" y="0"/>
                </a:moveTo>
                <a:lnTo>
                  <a:pt x="457200" y="0"/>
                </a:lnTo>
              </a:path>
            </a:pathLst>
          </a:custGeom>
          <a:noFill xmlns:a="http://schemas.openxmlformats.org/drawingml/2006/main"/>
          <a:ln xmlns:a="http://schemas.openxmlformats.org/drawingml/2006/main" w="28575">
            <a:solidFill>
              <a:srgbClr val="111111"/>
            </a:solidFill>
          </a:ln>
        </p:spPr>
      </p:sp>
      <p:sp>
        <p:nvSpPr>
          <p:cNvPr id="14" name="S1">
            <a:extLst xmlns:a="http://schemas.openxmlformats.org/drawingml/2006/main">
              <a:ext uri="{FF2B5EF4-FFF2-40B4-BE49-F238E27FC236}">
                <a16:creationId xmlns:a16="http://schemas.microsoft.com/office/drawing/2014/main" id="{742CEC25-FA3E-4847-B997-305E7AB37070}"/>
              </a:ext>
            </a:extLst>
          </p:cNvPr>
          <p:cNvSpPr>
            <a:spLocks xmlns:a="http://schemas.openxmlformats.org/drawingml/2006/main" noGrp="1"/>
          </p:cNvSpPr>
          <p:nvPr/>
        </p:nvSpPr>
        <p:spPr>
          <a:xfrm xmlns:a="http://schemas.openxmlformats.org/drawingml/2006/main">
            <a:off x="2628900"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S1</a:t>
            </a:r>
          </a:p>
        </p:txBody>
      </p:sp>
      <p:sp>
        <p:nvSpPr>
          <p:cNvPr id="15" name="Ledning">
            <a:extLst xmlns:a="http://schemas.openxmlformats.org/drawingml/2006/main">
              <a:ext uri="{FF2B5EF4-FFF2-40B4-BE49-F238E27FC236}">
                <a16:creationId xmlns:a16="http://schemas.microsoft.com/office/drawing/2014/main" id="{2D88A324-2218-4CAC-94F3-180F854A355D}"/>
              </a:ext>
            </a:extLst>
          </p:cNvPr>
          <p:cNvSpPr>
            <a:spLocks xmlns:a="http://schemas.openxmlformats.org/drawingml/2006/main" noGrp="1"/>
          </p:cNvSpPr>
          <p:nvPr/>
        </p:nvSpPr>
        <p:spPr>
          <a:xfrm xmlns:a="http://schemas.openxmlformats.org/drawingml/2006/main">
            <a:off x="2986088" y="2547938"/>
            <a:ext cx="264319" cy="715"/>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28575">
            <a:solidFill>
              <a:srgbClr val="111111"/>
            </a:solidFill>
          </a:ln>
        </p:spPr>
      </p:sp>
      <p:sp>
        <p:nvSpPr>
          <p:cNvPr id="16" name="Ledning">
            <a:extLst xmlns:a="http://schemas.openxmlformats.org/drawingml/2006/main">
              <a:ext uri="{FF2B5EF4-FFF2-40B4-BE49-F238E27FC236}">
                <a16:creationId xmlns:a16="http://schemas.microsoft.com/office/drawing/2014/main" id="{A916EB36-CF95-40EE-AB1D-61D29E039773}"/>
              </a:ext>
            </a:extLst>
          </p:cNvPr>
          <p:cNvSpPr>
            <a:spLocks xmlns:a="http://schemas.openxmlformats.org/drawingml/2006/main" noGrp="1"/>
          </p:cNvSpPr>
          <p:nvPr/>
        </p:nvSpPr>
        <p:spPr>
          <a:xfrm xmlns:a="http://schemas.openxmlformats.org/drawingml/2006/main">
            <a:off x="3250406"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7" name="Ledning">
            <a:extLst xmlns:a="http://schemas.openxmlformats.org/drawingml/2006/main">
              <a:ext uri="{FF2B5EF4-FFF2-40B4-BE49-F238E27FC236}">
                <a16:creationId xmlns:a16="http://schemas.microsoft.com/office/drawing/2014/main" id="{FBDF3734-2B2B-45BD-B471-0ADD2E249EC4}"/>
              </a:ext>
            </a:extLst>
          </p:cNvPr>
          <p:cNvSpPr>
            <a:spLocks xmlns:a="http://schemas.openxmlformats.org/drawingml/2006/main" noGrp="1"/>
          </p:cNvSpPr>
          <p:nvPr/>
        </p:nvSpPr>
        <p:spPr>
          <a:xfrm xmlns:a="http://schemas.openxmlformats.org/drawingml/2006/main">
            <a:off x="3893344"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8" name="Ledning">
            <a:extLst xmlns:a="http://schemas.openxmlformats.org/drawingml/2006/main">
              <a:ext uri="{FF2B5EF4-FFF2-40B4-BE49-F238E27FC236}">
                <a16:creationId xmlns:a16="http://schemas.microsoft.com/office/drawing/2014/main" id="{528DB6F5-B911-4354-A4E4-B0EACE2394A0}"/>
              </a:ext>
            </a:extLst>
          </p:cNvPr>
          <p:cNvSpPr>
            <a:spLocks xmlns:a="http://schemas.openxmlformats.org/drawingml/2006/main" noGrp="1"/>
          </p:cNvSpPr>
          <p:nvPr/>
        </p:nvSpPr>
        <p:spPr>
          <a:xfrm xmlns:a="http://schemas.openxmlformats.org/drawingml/2006/main">
            <a:off x="4536281" y="2547938"/>
            <a:ext cx="715" cy="892969"/>
          </a:xfrm>
          <a:custGeom xmlns:a="http://schemas.openxmlformats.org/drawingml/2006/main">
            <a:pathLst>
              <a:path w="953" h="1190625">
                <a:moveTo>
                  <a:pt x="0" y="0"/>
                </a:moveTo>
                <a:lnTo>
                  <a:pt x="0" y="1190625"/>
                </a:lnTo>
              </a:path>
            </a:pathLst>
          </a:custGeom>
          <a:noFill xmlns:a="http://schemas.openxmlformats.org/drawingml/2006/main"/>
          <a:ln xmlns:a="http://schemas.openxmlformats.org/drawingml/2006/main" w="28575">
            <a:solidFill>
              <a:srgbClr val="111111"/>
            </a:solidFill>
          </a:ln>
        </p:spPr>
      </p:sp>
      <p:sp>
        <p:nvSpPr>
          <p:cNvPr id="19" name="">
            <a:extLst xmlns:a="http://schemas.openxmlformats.org/drawingml/2006/main">
              <a:ext uri="{FF2B5EF4-FFF2-40B4-BE49-F238E27FC236}">
                <a16:creationId xmlns:a16="http://schemas.microsoft.com/office/drawing/2014/main" id="{B6252AE7-CAD3-4BA1-B329-E23E38DF1D2F}"/>
              </a:ext>
            </a:extLst>
          </p:cNvPr>
          <p:cNvSpPr>
            <a:spLocks xmlns:a="http://schemas.openxmlformats.org/drawingml/2006/main" noGrp="1"/>
          </p:cNvSpPr>
          <p:nvPr/>
        </p:nvSpPr>
        <p:spPr>
          <a:xfrm xmlns:a="http://schemas.openxmlformats.org/drawingml/2006/main">
            <a:off x="4321969" y="3440906"/>
            <a:ext cx="428625" cy="428625"/>
          </a:xfrm>
          <a:prstGeom xmlns:a="http://schemas.openxmlformats.org/drawingml/2006/main" prst="ellipse">
            <a:avLst/>
          </a:prstGeom>
          <a:solidFill xmlns:a="http://schemas.openxmlformats.org/drawingml/2006/main">
            <a:srgbClr val="FFF0BC"/>
          </a:solidFill>
          <a:ln xmlns:a="http://schemas.openxmlformats.org/drawingml/2006/main" w="28575">
            <a:solidFill>
              <a:srgbClr val="111111"/>
            </a:solidFill>
          </a:ln>
        </p:spPr>
      </p:sp>
      <p:sp>
        <p:nvSpPr>
          <p:cNvPr id="20" name="Ledning">
            <a:extLst xmlns:a="http://schemas.openxmlformats.org/drawingml/2006/main">
              <a:ext uri="{FF2B5EF4-FFF2-40B4-BE49-F238E27FC236}">
                <a16:creationId xmlns:a16="http://schemas.microsoft.com/office/drawing/2014/main" id="{2BB19AD5-CF72-4739-A529-5F244E4F5BF0}"/>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0" y="0"/>
                </a:moveTo>
                <a:lnTo>
                  <a:pt x="388620" y="388620"/>
                </a:lnTo>
              </a:path>
            </a:pathLst>
          </a:custGeom>
          <a:noFill xmlns:a="http://schemas.openxmlformats.org/drawingml/2006/main"/>
          <a:ln xmlns:a="http://schemas.openxmlformats.org/drawingml/2006/main" w="28575">
            <a:solidFill>
              <a:srgbClr val="111111"/>
            </a:solidFill>
          </a:ln>
        </p:spPr>
      </p:sp>
      <p:sp>
        <p:nvSpPr>
          <p:cNvPr id="21" name="Ledning">
            <a:extLst xmlns:a="http://schemas.openxmlformats.org/drawingml/2006/main">
              <a:ext uri="{FF2B5EF4-FFF2-40B4-BE49-F238E27FC236}">
                <a16:creationId xmlns:a16="http://schemas.microsoft.com/office/drawing/2014/main" id="{A5D4DFCE-BF37-419B-B59E-328F1BD9D364}"/>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388620" y="0"/>
                </a:moveTo>
                <a:lnTo>
                  <a:pt x="0" y="388620"/>
                </a:lnTo>
              </a:path>
            </a:pathLst>
          </a:custGeom>
          <a:noFill xmlns:a="http://schemas.openxmlformats.org/drawingml/2006/main"/>
          <a:ln xmlns:a="http://schemas.openxmlformats.org/drawingml/2006/main" w="28575">
            <a:solidFill>
              <a:srgbClr val="111111"/>
            </a:solidFill>
          </a:ln>
        </p:spPr>
      </p:sp>
      <p:sp>
        <p:nvSpPr>
          <p:cNvPr id="22" name="Ledning">
            <a:extLst xmlns:a="http://schemas.openxmlformats.org/drawingml/2006/main">
              <a:ext uri="{FF2B5EF4-FFF2-40B4-BE49-F238E27FC236}">
                <a16:creationId xmlns:a16="http://schemas.microsoft.com/office/drawing/2014/main" id="{795CCB7D-02EA-4D01-A72C-783B938092F2}"/>
              </a:ext>
            </a:extLst>
          </p:cNvPr>
          <p:cNvSpPr>
            <a:spLocks xmlns:a="http://schemas.openxmlformats.org/drawingml/2006/main" noGrp="1"/>
          </p:cNvSpPr>
          <p:nvPr/>
        </p:nvSpPr>
        <p:spPr>
          <a:xfrm xmlns:a="http://schemas.openxmlformats.org/drawingml/2006/main">
            <a:off x="4536281" y="3869531"/>
            <a:ext cx="715" cy="785812"/>
          </a:xfrm>
          <a:custGeom xmlns:a="http://schemas.openxmlformats.org/drawingml/2006/main">
            <a:pathLst>
              <a:path w="953" h="1047750">
                <a:moveTo>
                  <a:pt x="0" y="0"/>
                </a:moveTo>
                <a:lnTo>
                  <a:pt x="0" y="1047750"/>
                </a:lnTo>
              </a:path>
            </a:pathLst>
          </a:custGeom>
          <a:noFill xmlns:a="http://schemas.openxmlformats.org/drawingml/2006/main"/>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BE985DED-A108-4C6B-984F-A25E7F9414FB}"/>
              </a:ext>
            </a:extLst>
          </p:cNvPr>
          <p:cNvSpPr>
            <a:spLocks xmlns:a="http://schemas.openxmlformats.org/drawingml/2006/main" noGrp="1"/>
          </p:cNvSpPr>
          <p:nvPr/>
        </p:nvSpPr>
        <p:spPr>
          <a:xfrm xmlns:a="http://schemas.openxmlformats.org/drawingml/2006/main">
            <a:off x="892969" y="4655344"/>
            <a:ext cx="3643312" cy="715"/>
          </a:xfrm>
          <a:custGeom xmlns:a="http://schemas.openxmlformats.org/drawingml/2006/main">
            <a:pathLst>
              <a:path w="4857750" h="953">
                <a:moveTo>
                  <a:pt x="4857750" y="0"/>
                </a:moveTo>
                <a:lnTo>
                  <a:pt x="0" y="0"/>
                </a:lnTo>
              </a:path>
            </a:pathLst>
          </a:custGeom>
          <a:noFill xmlns:a="http://schemas.openxmlformats.org/drawingml/2006/main"/>
          <a:ln xmlns:a="http://schemas.openxmlformats.org/drawingml/2006/main" w="28575">
            <a:solidFill>
              <a:srgbClr val="111111"/>
            </a:solidFill>
          </a:ln>
        </p:spPr>
      </p:sp>
      <p:sp>
        <p:nvSpPr>
          <p:cNvPr id="24" name="Ledning">
            <a:extLst xmlns:a="http://schemas.openxmlformats.org/drawingml/2006/main">
              <a:ext uri="{FF2B5EF4-FFF2-40B4-BE49-F238E27FC236}">
                <a16:creationId xmlns:a16="http://schemas.microsoft.com/office/drawing/2014/main" id="{7EAAB6C2-727C-497A-8A09-D6084699D688}"/>
              </a:ext>
            </a:extLst>
          </p:cNvPr>
          <p:cNvSpPr>
            <a:spLocks xmlns:a="http://schemas.openxmlformats.org/drawingml/2006/main" noGrp="1"/>
          </p:cNvSpPr>
          <p:nvPr/>
        </p:nvSpPr>
        <p:spPr>
          <a:xfrm xmlns:a="http://schemas.openxmlformats.org/drawingml/2006/main">
            <a:off x="892969" y="3912394"/>
            <a:ext cx="715" cy="742950"/>
          </a:xfrm>
          <a:custGeom xmlns:a="http://schemas.openxmlformats.org/drawingml/2006/main">
            <a:pathLst>
              <a:path w="953" h="990600">
                <a:moveTo>
                  <a:pt x="0" y="990600"/>
                </a:moveTo>
                <a:lnTo>
                  <a:pt x="0" y="0"/>
                </a:lnTo>
              </a:path>
            </a:pathLst>
          </a:custGeom>
          <a:noFill xmlns:a="http://schemas.openxmlformats.org/drawingml/2006/main"/>
          <a:ln xmlns:a="http://schemas.openxmlformats.org/drawingml/2006/main" w="28575">
            <a:solidFill>
              <a:srgbClr val="111111"/>
            </a:solidFill>
          </a:ln>
        </p:spPr>
      </p:sp>
      <p:sp>
        <p:nvSpPr>
          <p:cNvPr id="25" name="">
            <a:extLst xmlns:a="http://schemas.openxmlformats.org/drawingml/2006/main">
              <a:ext uri="{FF2B5EF4-FFF2-40B4-BE49-F238E27FC236}">
                <a16:creationId xmlns:a16="http://schemas.microsoft.com/office/drawing/2014/main" id="{C864FA58-33A5-4D8B-9FA8-5BB2A286A23C}"/>
              </a:ext>
            </a:extLst>
          </p:cNvPr>
          <p:cNvSpPr>
            <a:spLocks xmlns:a="http://schemas.openxmlformats.org/drawingml/2006/main" noGrp="1"/>
          </p:cNvSpPr>
          <p:nvPr/>
        </p:nvSpPr>
        <p:spPr>
          <a:xfrm xmlns:a="http://schemas.openxmlformats.org/drawingml/2006/main">
            <a:off x="650081" y="3426619"/>
            <a:ext cx="485775" cy="485775"/>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26" name="+">
            <a:extLst xmlns:a="http://schemas.openxmlformats.org/drawingml/2006/main">
              <a:ext uri="{FF2B5EF4-FFF2-40B4-BE49-F238E27FC236}">
                <a16:creationId xmlns:a16="http://schemas.microsoft.com/office/drawing/2014/main" id="{F86E0F9C-D990-478B-A77A-EAE0889E8372}"/>
              </a:ext>
            </a:extLst>
          </p:cNvPr>
          <p:cNvSpPr>
            <a:spLocks xmlns:a="http://schemas.openxmlformats.org/drawingml/2006/main" noGrp="1"/>
          </p:cNvSpPr>
          <p:nvPr/>
        </p:nvSpPr>
        <p:spPr>
          <a:xfrm xmlns:a="http://schemas.openxmlformats.org/drawingml/2006/main">
            <a:off x="800100" y="3448050"/>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7" name="−">
            <a:extLst xmlns:a="http://schemas.openxmlformats.org/drawingml/2006/main">
              <a:ext uri="{FF2B5EF4-FFF2-40B4-BE49-F238E27FC236}">
                <a16:creationId xmlns:a16="http://schemas.microsoft.com/office/drawing/2014/main" id="{E82333DB-622C-4415-83F8-BA6AD638C88A}"/>
              </a:ext>
            </a:extLst>
          </p:cNvPr>
          <p:cNvSpPr>
            <a:spLocks xmlns:a="http://schemas.openxmlformats.org/drawingml/2006/main" noGrp="1"/>
          </p:cNvSpPr>
          <p:nvPr/>
        </p:nvSpPr>
        <p:spPr>
          <a:xfrm xmlns:a="http://schemas.openxmlformats.org/drawingml/2006/main">
            <a:off x="800100" y="3683794"/>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8" name="12 V DC&#10;PÅ">
            <a:extLst xmlns:a="http://schemas.openxmlformats.org/drawingml/2006/main">
              <a:ext uri="{FF2B5EF4-FFF2-40B4-BE49-F238E27FC236}">
                <a16:creationId xmlns:a16="http://schemas.microsoft.com/office/drawing/2014/main" id="{61018FD4-35D8-496D-8DCB-C9717CFD330B}"/>
              </a:ext>
            </a:extLst>
          </p:cNvPr>
          <p:cNvSpPr>
            <a:spLocks xmlns:a="http://schemas.openxmlformats.org/drawingml/2006/main" noGrp="1"/>
          </p:cNvSpPr>
          <p:nvPr/>
        </p:nvSpPr>
        <p:spPr>
          <a:xfrm xmlns:a="http://schemas.openxmlformats.org/drawingml/2006/main">
            <a:off x="1293019" y="3469481"/>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12 V DC</a:t>
            </a:r>
          </a:p>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PÅ</a:t>
            </a:r>
          </a:p>
        </p:txBody>
      </p:sp>
      <p:sp>
        <p:nvSpPr>
          <p:cNvPr id="29" name="H1">
            <a:extLst xmlns:a="http://schemas.openxmlformats.org/drawingml/2006/main">
              <a:ext uri="{FF2B5EF4-FFF2-40B4-BE49-F238E27FC236}">
                <a16:creationId xmlns:a16="http://schemas.microsoft.com/office/drawing/2014/main" id="{27E1CA8A-2C69-4BBD-9A7B-60D58ACDC3CF}"/>
              </a:ext>
            </a:extLst>
          </p:cNvPr>
          <p:cNvSpPr>
            <a:spLocks xmlns:a="http://schemas.openxmlformats.org/drawingml/2006/main" noGrp="1"/>
          </p:cNvSpPr>
          <p:nvPr/>
        </p:nvSpPr>
        <p:spPr>
          <a:xfrm xmlns:a="http://schemas.openxmlformats.org/drawingml/2006/main">
            <a:off x="4822031" y="3548062"/>
            <a:ext cx="500062"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H1</a:t>
            </a:r>
          </a:p>
        </p:txBody>
      </p:sp>
      <p:sp>
        <p:nvSpPr>
          <p:cNvPr id="30" name="">
            <a:extLst xmlns:a="http://schemas.openxmlformats.org/drawingml/2006/main">
              <a:ext uri="{FF2B5EF4-FFF2-40B4-BE49-F238E27FC236}">
                <a16:creationId xmlns:a16="http://schemas.microsoft.com/office/drawing/2014/main" id="{EEEA3E4C-43DF-41DD-8903-F2963B69541D}"/>
              </a:ext>
            </a:extLst>
          </p:cNvPr>
          <p:cNvSpPr>
            <a:spLocks xmlns:a="http://schemas.openxmlformats.org/drawingml/2006/main" noGrp="1"/>
          </p:cNvSpPr>
          <p:nvPr/>
        </p:nvSpPr>
        <p:spPr>
          <a:xfrm xmlns:a="http://schemas.openxmlformats.org/drawingml/2006/main">
            <a:off x="4500562" y="3048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1" name="">
            <a:extLst xmlns:a="http://schemas.openxmlformats.org/drawingml/2006/main">
              <a:ext uri="{FF2B5EF4-FFF2-40B4-BE49-F238E27FC236}">
                <a16:creationId xmlns:a16="http://schemas.microsoft.com/office/drawing/2014/main" id="{2B3E3248-6847-492D-A1D3-968CB31C9D58}"/>
              </a:ext>
            </a:extLst>
          </p:cNvPr>
          <p:cNvSpPr>
            <a:spLocks xmlns:a="http://schemas.openxmlformats.org/drawingml/2006/main" noGrp="1"/>
          </p:cNvSpPr>
          <p:nvPr/>
        </p:nvSpPr>
        <p:spPr>
          <a:xfrm xmlns:a="http://schemas.openxmlformats.org/drawingml/2006/main">
            <a:off x="4500562" y="4191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2" name="P1">
            <a:extLst xmlns:a="http://schemas.openxmlformats.org/drawingml/2006/main">
              <a:ext uri="{FF2B5EF4-FFF2-40B4-BE49-F238E27FC236}">
                <a16:creationId xmlns:a16="http://schemas.microsoft.com/office/drawing/2014/main" id="{6D48FB21-78AC-4F88-99DA-868A32DB4424}"/>
              </a:ext>
            </a:extLst>
          </p:cNvPr>
          <p:cNvSpPr>
            <a:spLocks xmlns:a="http://schemas.openxmlformats.org/drawingml/2006/main" noGrp="1"/>
          </p:cNvSpPr>
          <p:nvPr/>
        </p:nvSpPr>
        <p:spPr>
          <a:xfrm xmlns:a="http://schemas.openxmlformats.org/drawingml/2006/main">
            <a:off x="4722019" y="2797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P1</a:t>
            </a:r>
          </a:p>
        </p:txBody>
      </p:sp>
      <p:sp>
        <p:nvSpPr>
          <p:cNvPr id="33" name="P2">
            <a:extLst xmlns:a="http://schemas.openxmlformats.org/drawingml/2006/main">
              <a:ext uri="{FF2B5EF4-FFF2-40B4-BE49-F238E27FC236}">
                <a16:creationId xmlns:a16="http://schemas.microsoft.com/office/drawing/2014/main" id="{AD0D79E0-573E-4B8C-9165-ECC054F0345B}"/>
              </a:ext>
            </a:extLst>
          </p:cNvPr>
          <p:cNvSpPr>
            <a:spLocks xmlns:a="http://schemas.openxmlformats.org/drawingml/2006/main" noGrp="1"/>
          </p:cNvSpPr>
          <p:nvPr/>
        </p:nvSpPr>
        <p:spPr>
          <a:xfrm xmlns:a="http://schemas.openxmlformats.org/drawingml/2006/main">
            <a:off x="4722019" y="3940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P2</a:t>
            </a:r>
          </a:p>
        </p:txBody>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7a49d1dc18b0450c"/>
          <a:stretch xmlns:a="http://schemas.openxmlformats.org/drawingml/2006/main"/>
        </p:blipFill>
        <p:spPr>
          <a:xfrm xmlns:a="http://schemas.openxmlformats.org/drawingml/2006/main">
            <a:off x="6357938" y="1905000"/>
            <a:ext cx="2071688" cy="3107531"/>
          </a:xfrm>
          <a:prstGeom xmlns:a="http://schemas.openxmlformats.org/drawingml/2006/main" prst="rect">
            <a:avLst/>
          </a:prstGeom>
        </p:spPr>
      </p:pic>
      <p:sp>
        <p:nvSpPr>
          <p:cNvPr id="35" name="10 A">
            <a:extLst xmlns:a="http://schemas.openxmlformats.org/drawingml/2006/main">
              <a:ext uri="{FF2B5EF4-FFF2-40B4-BE49-F238E27FC236}">
                <a16:creationId xmlns:a16="http://schemas.microsoft.com/office/drawing/2014/main" id="{B269D003-2ADB-42BC-A86F-111CBB05D71C}"/>
              </a:ext>
            </a:extLst>
          </p:cNvPr>
          <p:cNvSpPr>
            <a:spLocks xmlns:a="http://schemas.openxmlformats.org/drawingml/2006/main" noGrp="1"/>
          </p:cNvSpPr>
          <p:nvPr/>
        </p:nvSpPr>
        <p:spPr>
          <a:xfrm xmlns:a="http://schemas.openxmlformats.org/drawingml/2006/main">
            <a:off x="667283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10 A</a:t>
            </a:r>
          </a:p>
        </p:txBody>
      </p:sp>
      <p:sp>
        <p:nvSpPr>
          <p:cNvPr id="36" name="mA">
            <a:extLst xmlns:a="http://schemas.openxmlformats.org/drawingml/2006/main">
              <a:ext uri="{FF2B5EF4-FFF2-40B4-BE49-F238E27FC236}">
                <a16:creationId xmlns:a16="http://schemas.microsoft.com/office/drawing/2014/main" id="{B535D6BB-21CF-42D8-9455-0700FF968119}"/>
              </a:ext>
            </a:extLst>
          </p:cNvPr>
          <p:cNvSpPr>
            <a:spLocks xmlns:a="http://schemas.openxmlformats.org/drawingml/2006/main" noGrp="1"/>
          </p:cNvSpPr>
          <p:nvPr/>
        </p:nvSpPr>
        <p:spPr>
          <a:xfrm xmlns:a="http://schemas.openxmlformats.org/drawingml/2006/main">
            <a:off x="702916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mA</a:t>
            </a:r>
          </a:p>
        </p:txBody>
      </p:sp>
      <p:sp>
        <p:nvSpPr>
          <p:cNvPr id="37" name="COM">
            <a:extLst xmlns:a="http://schemas.openxmlformats.org/drawingml/2006/main">
              <a:ext uri="{FF2B5EF4-FFF2-40B4-BE49-F238E27FC236}">
                <a16:creationId xmlns:a16="http://schemas.microsoft.com/office/drawing/2014/main" id="{2BA86C08-69F9-4A9C-BA5E-670F3CD44C40}"/>
              </a:ext>
            </a:extLst>
          </p:cNvPr>
          <p:cNvSpPr>
            <a:spLocks xmlns:a="http://schemas.openxmlformats.org/drawingml/2006/main" noGrp="1"/>
          </p:cNvSpPr>
          <p:nvPr/>
        </p:nvSpPr>
        <p:spPr>
          <a:xfrm xmlns:a="http://schemas.openxmlformats.org/drawingml/2006/main">
            <a:off x="738549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COM</a:t>
            </a:r>
          </a:p>
        </p:txBody>
      </p:sp>
      <p:sp>
        <p:nvSpPr>
          <p:cNvPr id="38" name="VΩ">
            <a:extLst xmlns:a="http://schemas.openxmlformats.org/drawingml/2006/main">
              <a:ext uri="{FF2B5EF4-FFF2-40B4-BE49-F238E27FC236}">
                <a16:creationId xmlns:a16="http://schemas.microsoft.com/office/drawing/2014/main" id="{D0AE3F61-DD4D-4F3E-A324-BF4743E8748B}"/>
              </a:ext>
            </a:extLst>
          </p:cNvPr>
          <p:cNvSpPr>
            <a:spLocks xmlns:a="http://schemas.openxmlformats.org/drawingml/2006/main" noGrp="1"/>
          </p:cNvSpPr>
          <p:nvPr/>
        </p:nvSpPr>
        <p:spPr>
          <a:xfrm xmlns:a="http://schemas.openxmlformats.org/drawingml/2006/main">
            <a:off x="7741825"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VΩ</a:t>
            </a:r>
          </a:p>
        </p:txBody>
      </p:sp>
      <p:sp>
        <p:nvSpPr>
          <p:cNvPr id="39" name="−12,00 V">
            <a:extLst xmlns:a="http://schemas.openxmlformats.org/drawingml/2006/main">
              <a:ext uri="{FF2B5EF4-FFF2-40B4-BE49-F238E27FC236}">
                <a16:creationId xmlns:a16="http://schemas.microsoft.com/office/drawing/2014/main" id="{C77A4D5E-0A1B-4E85-97B6-5998C41638F2}"/>
              </a:ext>
            </a:extLst>
          </p:cNvPr>
          <p:cNvSpPr>
            <a:spLocks xmlns:a="http://schemas.openxmlformats.org/drawingml/2006/main" noGrp="1"/>
          </p:cNvSpPr>
          <p:nvPr/>
        </p:nvSpPr>
        <p:spPr>
          <a:xfrm xmlns:a="http://schemas.openxmlformats.org/drawingml/2006/main">
            <a:off x="6772275" y="2277904"/>
            <a:ext cx="1243012" cy="341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6" b="1">
                <a:solidFill>
                  <a:srgbClr val="111111"/>
                </a:solidFill>
                <a:latin typeface="Calibri"/>
                <a:ea typeface="Calibri"/>
                <a:cs typeface="Calibri"/>
              </a:defRPr>
            </a:pPr>
            <a:r>
              <a:rPr sz="1876" b="1">
                <a:solidFill>
                  <a:srgbClr val="111111"/>
                </a:solidFill>
                <a:latin typeface="Calibri"/>
                <a:ea typeface="Calibri"/>
                <a:cs typeface="Calibri"/>
              </a:rPr>
              <a:t>−12,00 V</a:t>
            </a:r>
          </a:p>
        </p:txBody>
      </p:sp>
      <p:sp>
        <p:nvSpPr>
          <p:cNvPr id="40" name="V DC">
            <a:extLst xmlns:a="http://schemas.openxmlformats.org/drawingml/2006/main">
              <a:ext uri="{FF2B5EF4-FFF2-40B4-BE49-F238E27FC236}">
                <a16:creationId xmlns:a16="http://schemas.microsoft.com/office/drawing/2014/main" id="{8CAD355C-A679-4B01-8682-00C662C2B210}"/>
              </a:ext>
            </a:extLst>
          </p:cNvPr>
          <p:cNvSpPr>
            <a:spLocks xmlns:a="http://schemas.openxmlformats.org/drawingml/2006/main" noGrp="1"/>
          </p:cNvSpPr>
          <p:nvPr/>
        </p:nvSpPr>
        <p:spPr>
          <a:xfrm xmlns:a="http://schemas.openxmlformats.org/drawingml/2006/main">
            <a:off x="6813709" y="2622840"/>
            <a:ext cx="1160145" cy="121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62" b="1">
                <a:solidFill>
                  <a:srgbClr val="111111"/>
                </a:solidFill>
                <a:latin typeface="Calibri"/>
                <a:ea typeface="Calibri"/>
                <a:cs typeface="Calibri"/>
              </a:defRPr>
            </a:pPr>
            <a:r>
              <a:rPr sz="962" b="1">
                <a:solidFill>
                  <a:srgbClr val="111111"/>
                </a:solidFill>
                <a:latin typeface="Calibri"/>
                <a:ea typeface="Calibri"/>
                <a:cs typeface="Calibri"/>
              </a:rPr>
              <a:t>V DC</a:t>
            </a:r>
          </a:p>
        </p:txBody>
      </p:sp>
      <p:sp>
        <p:nvSpPr>
          <p:cNvPr id="41" name="V DC">
            <a:extLst xmlns:a="http://schemas.openxmlformats.org/drawingml/2006/main">
              <a:ext uri="{FF2B5EF4-FFF2-40B4-BE49-F238E27FC236}">
                <a16:creationId xmlns:a16="http://schemas.microsoft.com/office/drawing/2014/main" id="{D825B300-719D-4361-B493-82D52CF5B286}"/>
              </a:ext>
            </a:extLst>
          </p:cNvPr>
          <p:cNvSpPr>
            <a:spLocks xmlns:a="http://schemas.openxmlformats.org/drawingml/2006/main" noGrp="1"/>
          </p:cNvSpPr>
          <p:nvPr/>
        </p:nvSpPr>
        <p:spPr>
          <a:xfrm xmlns:a="http://schemas.openxmlformats.org/drawingml/2006/main">
            <a:off x="7207330" y="285279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1">
                <a:solidFill>
                  <a:srgbClr val="064F91"/>
                </a:solidFill>
                <a:latin typeface="Calibri"/>
                <a:ea typeface="Calibri"/>
                <a:cs typeface="Calibri"/>
              </a:defRPr>
            </a:pPr>
            <a:r>
              <a:rPr sz="897" b="1">
                <a:solidFill>
                  <a:srgbClr val="064F91"/>
                </a:solidFill>
                <a:latin typeface="Calibri"/>
                <a:ea typeface="Calibri"/>
                <a:cs typeface="Calibri"/>
              </a:rPr>
              <a:t>V DC</a:t>
            </a:r>
          </a:p>
        </p:txBody>
      </p:sp>
      <p:sp>
        <p:nvSpPr>
          <p:cNvPr id="42" name="V AC">
            <a:extLst xmlns:a="http://schemas.openxmlformats.org/drawingml/2006/main">
              <a:ext uri="{FF2B5EF4-FFF2-40B4-BE49-F238E27FC236}">
                <a16:creationId xmlns:a16="http://schemas.microsoft.com/office/drawing/2014/main" id="{56C2737C-9D75-4273-BCBD-B4FCF82CEA24}"/>
              </a:ext>
            </a:extLst>
          </p:cNvPr>
          <p:cNvSpPr>
            <a:spLocks xmlns:a="http://schemas.openxmlformats.org/drawingml/2006/main" noGrp="1"/>
          </p:cNvSpPr>
          <p:nvPr/>
        </p:nvSpPr>
        <p:spPr>
          <a:xfrm xmlns:a="http://schemas.openxmlformats.org/drawingml/2006/main">
            <a:off x="7664834"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AC</a:t>
            </a:r>
          </a:p>
        </p:txBody>
      </p:sp>
      <p:sp>
        <p:nvSpPr>
          <p:cNvPr id="43" name="A DC">
            <a:extLst xmlns:a="http://schemas.openxmlformats.org/drawingml/2006/main">
              <a:ext uri="{FF2B5EF4-FFF2-40B4-BE49-F238E27FC236}">
                <a16:creationId xmlns:a16="http://schemas.microsoft.com/office/drawing/2014/main" id="{0D09A3E5-FA0C-4033-A239-CD76263F3C60}"/>
              </a:ext>
            </a:extLst>
          </p:cNvPr>
          <p:cNvSpPr>
            <a:spLocks xmlns:a="http://schemas.openxmlformats.org/drawingml/2006/main" noGrp="1"/>
          </p:cNvSpPr>
          <p:nvPr/>
        </p:nvSpPr>
        <p:spPr>
          <a:xfrm xmlns:a="http://schemas.openxmlformats.org/drawingml/2006/main">
            <a:off x="7664834"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A DC</a:t>
            </a:r>
          </a:p>
        </p:txBody>
      </p:sp>
      <p:sp>
        <p:nvSpPr>
          <p:cNvPr id="44" name="Ω">
            <a:extLst xmlns:a="http://schemas.openxmlformats.org/drawingml/2006/main">
              <a:ext uri="{FF2B5EF4-FFF2-40B4-BE49-F238E27FC236}">
                <a16:creationId xmlns:a16="http://schemas.microsoft.com/office/drawing/2014/main" id="{124FF53F-3C97-4DEC-9DA1-219039CC3D22}"/>
              </a:ext>
            </a:extLst>
          </p:cNvPr>
          <p:cNvSpPr>
            <a:spLocks xmlns:a="http://schemas.openxmlformats.org/drawingml/2006/main" noGrp="1"/>
          </p:cNvSpPr>
          <p:nvPr/>
        </p:nvSpPr>
        <p:spPr>
          <a:xfrm xmlns:a="http://schemas.openxmlformats.org/drawingml/2006/main">
            <a:off x="7207330" y="390935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Ω</a:t>
            </a:r>
          </a:p>
        </p:txBody>
      </p:sp>
      <p:sp>
        <p:nvSpPr>
          <p:cNvPr id="45" name="PIP">
            <a:extLst xmlns:a="http://schemas.openxmlformats.org/drawingml/2006/main">
              <a:ext uri="{FF2B5EF4-FFF2-40B4-BE49-F238E27FC236}">
                <a16:creationId xmlns:a16="http://schemas.microsoft.com/office/drawing/2014/main" id="{862BCDF7-CB25-4B1D-9795-3E562D35C82C}"/>
              </a:ext>
            </a:extLst>
          </p:cNvPr>
          <p:cNvSpPr>
            <a:spLocks xmlns:a="http://schemas.openxmlformats.org/drawingml/2006/main" noGrp="1"/>
          </p:cNvSpPr>
          <p:nvPr/>
        </p:nvSpPr>
        <p:spPr>
          <a:xfrm xmlns:a="http://schemas.openxmlformats.org/drawingml/2006/main">
            <a:off x="6749825"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PIP</a:t>
            </a:r>
          </a:p>
        </p:txBody>
      </p:sp>
      <p:sp>
        <p:nvSpPr>
          <p:cNvPr id="46" name="OFF">
            <a:extLst xmlns:a="http://schemas.openxmlformats.org/drawingml/2006/main">
              <a:ext uri="{FF2B5EF4-FFF2-40B4-BE49-F238E27FC236}">
                <a16:creationId xmlns:a16="http://schemas.microsoft.com/office/drawing/2014/main" id="{040C5731-2515-4003-B0DC-274D693D681F}"/>
              </a:ext>
            </a:extLst>
          </p:cNvPr>
          <p:cNvSpPr>
            <a:spLocks xmlns:a="http://schemas.openxmlformats.org/drawingml/2006/main" noGrp="1"/>
          </p:cNvSpPr>
          <p:nvPr/>
        </p:nvSpPr>
        <p:spPr>
          <a:xfrm xmlns:a="http://schemas.openxmlformats.org/drawingml/2006/main">
            <a:off x="6749825"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OFF</a:t>
            </a:r>
          </a:p>
        </p:txBody>
      </p:sp>
      <p:sp>
        <p:nvSpPr>
          <p:cNvPr id="47" name="Ledning">
            <a:extLst xmlns:a="http://schemas.openxmlformats.org/drawingml/2006/main">
              <a:ext uri="{FF2B5EF4-FFF2-40B4-BE49-F238E27FC236}">
                <a16:creationId xmlns:a16="http://schemas.microsoft.com/office/drawing/2014/main" id="{EA9DD735-D586-4830-BD32-D3528396AAD2}"/>
              </a:ext>
            </a:extLst>
          </p:cNvPr>
          <p:cNvSpPr>
            <a:spLocks xmlns:a="http://schemas.openxmlformats.org/drawingml/2006/main" noGrp="1"/>
          </p:cNvSpPr>
          <p:nvPr/>
        </p:nvSpPr>
        <p:spPr>
          <a:xfrm xmlns:a="http://schemas.openxmlformats.org/drawingml/2006/main">
            <a:off x="7393781" y="3148012"/>
            <a:ext cx="715" cy="310754"/>
          </a:xfrm>
          <a:custGeom xmlns:a="http://schemas.openxmlformats.org/drawingml/2006/main">
            <a:pathLst>
              <a:path w="953" h="414338">
                <a:moveTo>
                  <a:pt x="0" y="414338"/>
                </a:moveTo>
                <a:lnTo>
                  <a:pt x="0" y="0"/>
                </a:lnTo>
              </a:path>
            </a:pathLst>
          </a:custGeom>
          <a:noFill xmlns:a="http://schemas.openxmlformats.org/drawingml/2006/main"/>
          <a:ln xmlns:a="http://schemas.openxmlformats.org/drawingml/2006/main" w="42862">
            <a:solidFill>
              <a:srgbClr val="064F91"/>
            </a:solidFill>
          </a:ln>
        </p:spPr>
      </p:sp>
      <p:sp>
        <p:nvSpPr>
          <p:cNvPr id="48" name="">
            <a:extLst xmlns:a="http://schemas.openxmlformats.org/drawingml/2006/main">
              <a:ext uri="{FF2B5EF4-FFF2-40B4-BE49-F238E27FC236}">
                <a16:creationId xmlns:a16="http://schemas.microsoft.com/office/drawing/2014/main" id="{50A812F6-EBBB-435F-8B18-A7D718496187}"/>
              </a:ext>
            </a:extLst>
          </p:cNvPr>
          <p:cNvSpPr>
            <a:spLocks xmlns:a="http://schemas.openxmlformats.org/drawingml/2006/main" noGrp="1"/>
          </p:cNvSpPr>
          <p:nvPr/>
        </p:nvSpPr>
        <p:spPr>
          <a:xfrm xmlns:a="http://schemas.openxmlformats.org/drawingml/2006/main">
            <a:off x="7358062" y="3423047"/>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49" name="">
            <a:extLst xmlns:a="http://schemas.openxmlformats.org/drawingml/2006/main">
              <a:ext uri="{FF2B5EF4-FFF2-40B4-BE49-F238E27FC236}">
                <a16:creationId xmlns:a16="http://schemas.microsoft.com/office/drawing/2014/main" id="{D3D3D4BD-2219-4BD9-A8FF-425A4DEFC675}"/>
              </a:ext>
            </a:extLst>
          </p:cNvPr>
          <p:cNvSpPr>
            <a:spLocks xmlns:a="http://schemas.openxmlformats.org/drawingml/2006/main" noGrp="1"/>
          </p:cNvSpPr>
          <p:nvPr/>
        </p:nvSpPr>
        <p:spPr>
          <a:xfrm xmlns:a="http://schemas.openxmlformats.org/drawingml/2006/main">
            <a:off x="7478720" y="4440746"/>
            <a:ext cx="186452" cy="186452"/>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50" name="">
            <a:extLst xmlns:a="http://schemas.openxmlformats.org/drawingml/2006/main">
              <a:ext uri="{FF2B5EF4-FFF2-40B4-BE49-F238E27FC236}">
                <a16:creationId xmlns:a16="http://schemas.microsoft.com/office/drawing/2014/main" id="{F617AE6B-B113-47FD-ABB9-435631A73BA9}"/>
              </a:ext>
            </a:extLst>
          </p:cNvPr>
          <p:cNvSpPr>
            <a:spLocks xmlns:a="http://schemas.openxmlformats.org/drawingml/2006/main" noGrp="1"/>
          </p:cNvSpPr>
          <p:nvPr/>
        </p:nvSpPr>
        <p:spPr>
          <a:xfrm xmlns:a="http://schemas.openxmlformats.org/drawingml/2006/main">
            <a:off x="7518082" y="4480108"/>
            <a:ext cx="107728" cy="107728"/>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51" name="">
            <a:extLst xmlns:a="http://schemas.openxmlformats.org/drawingml/2006/main">
              <a:ext uri="{FF2B5EF4-FFF2-40B4-BE49-F238E27FC236}">
                <a16:creationId xmlns:a16="http://schemas.microsoft.com/office/drawing/2014/main" id="{C4815DB8-2564-44F0-9070-89DE22B3F2AB}"/>
              </a:ext>
            </a:extLst>
          </p:cNvPr>
          <p:cNvSpPr>
            <a:spLocks xmlns:a="http://schemas.openxmlformats.org/drawingml/2006/main" noGrp="1"/>
          </p:cNvSpPr>
          <p:nvPr/>
        </p:nvSpPr>
        <p:spPr>
          <a:xfrm xmlns:a="http://schemas.openxmlformats.org/drawingml/2006/main">
            <a:off x="7835050" y="4440746"/>
            <a:ext cx="186452" cy="186452"/>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52" name="">
            <a:extLst xmlns:a="http://schemas.openxmlformats.org/drawingml/2006/main">
              <a:ext uri="{FF2B5EF4-FFF2-40B4-BE49-F238E27FC236}">
                <a16:creationId xmlns:a16="http://schemas.microsoft.com/office/drawing/2014/main" id="{55E70D21-B1A2-4583-9486-2E4E584CB4BC}"/>
              </a:ext>
            </a:extLst>
          </p:cNvPr>
          <p:cNvSpPr>
            <a:spLocks xmlns:a="http://schemas.openxmlformats.org/drawingml/2006/main" noGrp="1"/>
          </p:cNvSpPr>
          <p:nvPr/>
        </p:nvSpPr>
        <p:spPr>
          <a:xfrm xmlns:a="http://schemas.openxmlformats.org/drawingml/2006/main">
            <a:off x="7874413" y="4480108"/>
            <a:ext cx="107728" cy="107728"/>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53" name="Ledning">
            <a:extLst xmlns:a="http://schemas.openxmlformats.org/drawingml/2006/main">
              <a:ext uri="{FF2B5EF4-FFF2-40B4-BE49-F238E27FC236}">
                <a16:creationId xmlns:a16="http://schemas.microsoft.com/office/drawing/2014/main" id="{F0CFD44C-CE88-4020-BA6C-49BDD2544EDF}"/>
              </a:ext>
            </a:extLst>
          </p:cNvPr>
          <p:cNvSpPr>
            <a:spLocks xmlns:a="http://schemas.openxmlformats.org/drawingml/2006/main" noGrp="1"/>
          </p:cNvSpPr>
          <p:nvPr/>
        </p:nvSpPr>
        <p:spPr>
          <a:xfrm xmlns:a="http://schemas.openxmlformats.org/drawingml/2006/main">
            <a:off x="7571947" y="4533971"/>
            <a:ext cx="715" cy="507135"/>
          </a:xfrm>
          <a:custGeom xmlns:a="http://schemas.openxmlformats.org/drawingml/2006/main">
            <a:pathLst>
              <a:path w="953" h="676180">
                <a:moveTo>
                  <a:pt x="0" y="0"/>
                </a:moveTo>
                <a:lnTo>
                  <a:pt x="0" y="676180"/>
                </a:lnTo>
              </a:path>
            </a:pathLst>
          </a:custGeom>
          <a:noFill xmlns:a="http://schemas.openxmlformats.org/drawingml/2006/main"/>
          <a:ln xmlns:a="http://schemas.openxmlformats.org/drawingml/2006/main" w="35719">
            <a:solidFill>
              <a:srgbClr val="20282E"/>
            </a:solidFill>
          </a:ln>
        </p:spPr>
      </p:sp>
      <p:sp>
        <p:nvSpPr>
          <p:cNvPr id="54" name="Ledning">
            <a:extLst xmlns:a="http://schemas.openxmlformats.org/drawingml/2006/main">
              <a:ext uri="{FF2B5EF4-FFF2-40B4-BE49-F238E27FC236}">
                <a16:creationId xmlns:a16="http://schemas.microsoft.com/office/drawing/2014/main" id="{A11F5153-1E3E-4C83-9AAB-25FD9D639888}"/>
              </a:ext>
            </a:extLst>
          </p:cNvPr>
          <p:cNvSpPr>
            <a:spLocks xmlns:a="http://schemas.openxmlformats.org/drawingml/2006/main" noGrp="1"/>
          </p:cNvSpPr>
          <p:nvPr/>
        </p:nvSpPr>
        <p:spPr>
          <a:xfrm xmlns:a="http://schemas.openxmlformats.org/drawingml/2006/main">
            <a:off x="5500688" y="5041106"/>
            <a:ext cx="2071259" cy="715"/>
          </a:xfrm>
          <a:custGeom xmlns:a="http://schemas.openxmlformats.org/drawingml/2006/main">
            <a:pathLst>
              <a:path w="2761679" h="953">
                <a:moveTo>
                  <a:pt x="2761679" y="0"/>
                </a:moveTo>
                <a:lnTo>
                  <a:pt x="0" y="0"/>
                </a:lnTo>
              </a:path>
            </a:pathLst>
          </a:custGeom>
          <a:noFill xmlns:a="http://schemas.openxmlformats.org/drawingml/2006/main"/>
          <a:ln xmlns:a="http://schemas.openxmlformats.org/drawingml/2006/main" w="35719">
            <a:solidFill>
              <a:srgbClr val="20282E"/>
            </a:solidFill>
          </a:ln>
        </p:spPr>
      </p:sp>
      <p:sp>
        <p:nvSpPr>
          <p:cNvPr id="55" name="Ledning">
            <a:extLst xmlns:a="http://schemas.openxmlformats.org/drawingml/2006/main">
              <a:ext uri="{FF2B5EF4-FFF2-40B4-BE49-F238E27FC236}">
                <a16:creationId xmlns:a16="http://schemas.microsoft.com/office/drawing/2014/main" id="{3C33A48B-DA05-4F29-A3F6-60D092C32BCD}"/>
              </a:ext>
            </a:extLst>
          </p:cNvPr>
          <p:cNvSpPr>
            <a:spLocks xmlns:a="http://schemas.openxmlformats.org/drawingml/2006/main" noGrp="1"/>
          </p:cNvSpPr>
          <p:nvPr/>
        </p:nvSpPr>
        <p:spPr>
          <a:xfrm xmlns:a="http://schemas.openxmlformats.org/drawingml/2006/main">
            <a:off x="5500688" y="3083719"/>
            <a:ext cx="715" cy="1957388"/>
          </a:xfrm>
          <a:custGeom xmlns:a="http://schemas.openxmlformats.org/drawingml/2006/main">
            <a:pathLst>
              <a:path w="953" h="2609850">
                <a:moveTo>
                  <a:pt x="0" y="2609850"/>
                </a:moveTo>
                <a:lnTo>
                  <a:pt x="0" y="0"/>
                </a:lnTo>
              </a:path>
            </a:pathLst>
          </a:custGeom>
          <a:noFill xmlns:a="http://schemas.openxmlformats.org/drawingml/2006/main"/>
          <a:ln xmlns:a="http://schemas.openxmlformats.org/drawingml/2006/main" w="35719">
            <a:solidFill>
              <a:srgbClr val="20282E"/>
            </a:solidFill>
          </a:ln>
        </p:spPr>
      </p:sp>
      <p:sp>
        <p:nvSpPr>
          <p:cNvPr id="56" name="Ledning">
            <a:extLst xmlns:a="http://schemas.openxmlformats.org/drawingml/2006/main">
              <a:ext uri="{FF2B5EF4-FFF2-40B4-BE49-F238E27FC236}">
                <a16:creationId xmlns:a16="http://schemas.microsoft.com/office/drawing/2014/main" id="{78D94F2E-E4D5-4375-AE4D-FA0FE95AC2F5}"/>
              </a:ext>
            </a:extLst>
          </p:cNvPr>
          <p:cNvSpPr>
            <a:spLocks xmlns:a="http://schemas.openxmlformats.org/drawingml/2006/main" noGrp="1"/>
          </p:cNvSpPr>
          <p:nvPr/>
        </p:nvSpPr>
        <p:spPr>
          <a:xfrm xmlns:a="http://schemas.openxmlformats.org/drawingml/2006/main">
            <a:off x="4536281" y="3083719"/>
            <a:ext cx="964406" cy="715"/>
          </a:xfrm>
          <a:custGeom xmlns:a="http://schemas.openxmlformats.org/drawingml/2006/main">
            <a:pathLst>
              <a:path w="1285875" h="953">
                <a:moveTo>
                  <a:pt x="1285875" y="0"/>
                </a:moveTo>
                <a:lnTo>
                  <a:pt x="0" y="0"/>
                </a:lnTo>
              </a:path>
            </a:pathLst>
          </a:custGeom>
          <a:noFill xmlns:a="http://schemas.openxmlformats.org/drawingml/2006/main"/>
          <a:ln xmlns:a="http://schemas.openxmlformats.org/drawingml/2006/main" w="35719">
            <a:solidFill>
              <a:srgbClr val="20282E"/>
            </a:solidFill>
          </a:ln>
        </p:spPr>
      </p:sp>
      <p:sp>
        <p:nvSpPr>
          <p:cNvPr id="57" name="">
            <a:extLst xmlns:a="http://schemas.openxmlformats.org/drawingml/2006/main">
              <a:ext uri="{FF2B5EF4-FFF2-40B4-BE49-F238E27FC236}">
                <a16:creationId xmlns:a16="http://schemas.microsoft.com/office/drawing/2014/main" id="{617DF70A-D945-4148-8C20-DEC00E8C4CDF}"/>
              </a:ext>
            </a:extLst>
          </p:cNvPr>
          <p:cNvSpPr>
            <a:spLocks xmlns:a="http://schemas.openxmlformats.org/drawingml/2006/main" noGrp="1"/>
          </p:cNvSpPr>
          <p:nvPr/>
        </p:nvSpPr>
        <p:spPr>
          <a:xfrm xmlns:a="http://schemas.openxmlformats.org/drawingml/2006/main">
            <a:off x="4486275" y="3033712"/>
            <a:ext cx="100012" cy="100012"/>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58" name="Ledning">
            <a:extLst xmlns:a="http://schemas.openxmlformats.org/drawingml/2006/main">
              <a:ext uri="{FF2B5EF4-FFF2-40B4-BE49-F238E27FC236}">
                <a16:creationId xmlns:a16="http://schemas.microsoft.com/office/drawing/2014/main" id="{C94FB5D7-5B12-4ECB-98D0-AEDF2B144610}"/>
              </a:ext>
            </a:extLst>
          </p:cNvPr>
          <p:cNvSpPr>
            <a:spLocks xmlns:a="http://schemas.openxmlformats.org/drawingml/2006/main" noGrp="1"/>
          </p:cNvSpPr>
          <p:nvPr/>
        </p:nvSpPr>
        <p:spPr>
          <a:xfrm xmlns:a="http://schemas.openxmlformats.org/drawingml/2006/main">
            <a:off x="7928277" y="4533971"/>
            <a:ext cx="787099" cy="715"/>
          </a:xfrm>
          <a:custGeom xmlns:a="http://schemas.openxmlformats.org/drawingml/2006/main">
            <a:pathLst>
              <a:path w="1049465" h="953">
                <a:moveTo>
                  <a:pt x="0" y="0"/>
                </a:moveTo>
                <a:lnTo>
                  <a:pt x="1049465" y="0"/>
                </a:lnTo>
              </a:path>
            </a:pathLst>
          </a:custGeom>
          <a:noFill xmlns:a="http://schemas.openxmlformats.org/drawingml/2006/main"/>
          <a:ln xmlns:a="http://schemas.openxmlformats.org/drawingml/2006/main" w="35719">
            <a:solidFill>
              <a:srgbClr val="AD2929"/>
            </a:solidFill>
          </a:ln>
        </p:spPr>
      </p:sp>
      <p:sp>
        <p:nvSpPr>
          <p:cNvPr id="59" name="Ledning">
            <a:extLst xmlns:a="http://schemas.openxmlformats.org/drawingml/2006/main">
              <a:ext uri="{FF2B5EF4-FFF2-40B4-BE49-F238E27FC236}">
                <a16:creationId xmlns:a16="http://schemas.microsoft.com/office/drawing/2014/main" id="{DB9025C5-0395-4D3B-BA9B-3FAF0F808F19}"/>
              </a:ext>
            </a:extLst>
          </p:cNvPr>
          <p:cNvSpPr>
            <a:spLocks xmlns:a="http://schemas.openxmlformats.org/drawingml/2006/main" noGrp="1"/>
          </p:cNvSpPr>
          <p:nvPr/>
        </p:nvSpPr>
        <p:spPr>
          <a:xfrm xmlns:a="http://schemas.openxmlformats.org/drawingml/2006/main">
            <a:off x="8715375" y="2005012"/>
            <a:ext cx="715" cy="2528959"/>
          </a:xfrm>
          <a:custGeom xmlns:a="http://schemas.openxmlformats.org/drawingml/2006/main">
            <a:pathLst>
              <a:path w="953" h="3371945">
                <a:moveTo>
                  <a:pt x="0" y="3371945"/>
                </a:moveTo>
                <a:lnTo>
                  <a:pt x="0" y="0"/>
                </a:lnTo>
              </a:path>
            </a:pathLst>
          </a:custGeom>
          <a:noFill xmlns:a="http://schemas.openxmlformats.org/drawingml/2006/main"/>
          <a:ln xmlns:a="http://schemas.openxmlformats.org/drawingml/2006/main" w="35719">
            <a:solidFill>
              <a:srgbClr val="AD2929"/>
            </a:solidFill>
          </a:ln>
        </p:spPr>
      </p:sp>
      <p:sp>
        <p:nvSpPr>
          <p:cNvPr id="60" name="Ledning">
            <a:extLst xmlns:a="http://schemas.openxmlformats.org/drawingml/2006/main">
              <a:ext uri="{FF2B5EF4-FFF2-40B4-BE49-F238E27FC236}">
                <a16:creationId xmlns:a16="http://schemas.microsoft.com/office/drawing/2014/main" id="{BCEAD9FB-6BAE-4F4E-93B6-93149B85F378}"/>
              </a:ext>
            </a:extLst>
          </p:cNvPr>
          <p:cNvSpPr>
            <a:spLocks xmlns:a="http://schemas.openxmlformats.org/drawingml/2006/main" noGrp="1"/>
          </p:cNvSpPr>
          <p:nvPr/>
        </p:nvSpPr>
        <p:spPr>
          <a:xfrm xmlns:a="http://schemas.openxmlformats.org/drawingml/2006/main">
            <a:off x="5750719" y="2005012"/>
            <a:ext cx="2964656" cy="715"/>
          </a:xfrm>
          <a:custGeom xmlns:a="http://schemas.openxmlformats.org/drawingml/2006/main">
            <a:pathLst>
              <a:path w="3952875" h="953">
                <a:moveTo>
                  <a:pt x="3952875" y="0"/>
                </a:moveTo>
                <a:lnTo>
                  <a:pt x="0" y="0"/>
                </a:lnTo>
              </a:path>
            </a:pathLst>
          </a:custGeom>
          <a:noFill xmlns:a="http://schemas.openxmlformats.org/drawingml/2006/main"/>
          <a:ln xmlns:a="http://schemas.openxmlformats.org/drawingml/2006/main" w="35719">
            <a:solidFill>
              <a:srgbClr val="AD2929"/>
            </a:solidFill>
          </a:ln>
        </p:spPr>
      </p:sp>
      <p:sp>
        <p:nvSpPr>
          <p:cNvPr id="61" name="Ledning">
            <a:extLst xmlns:a="http://schemas.openxmlformats.org/drawingml/2006/main">
              <a:ext uri="{FF2B5EF4-FFF2-40B4-BE49-F238E27FC236}">
                <a16:creationId xmlns:a16="http://schemas.microsoft.com/office/drawing/2014/main" id="{25C0EF07-64C3-4B97-ABED-8F1BDA08F2CC}"/>
              </a:ext>
            </a:extLst>
          </p:cNvPr>
          <p:cNvSpPr>
            <a:spLocks xmlns:a="http://schemas.openxmlformats.org/drawingml/2006/main" noGrp="1"/>
          </p:cNvSpPr>
          <p:nvPr/>
        </p:nvSpPr>
        <p:spPr>
          <a:xfrm xmlns:a="http://schemas.openxmlformats.org/drawingml/2006/main">
            <a:off x="5750719" y="2005012"/>
            <a:ext cx="715" cy="2221706"/>
          </a:xfrm>
          <a:custGeom xmlns:a="http://schemas.openxmlformats.org/drawingml/2006/main">
            <a:pathLst>
              <a:path w="953" h="2962275">
                <a:moveTo>
                  <a:pt x="0" y="0"/>
                </a:moveTo>
                <a:lnTo>
                  <a:pt x="0" y="2962275"/>
                </a:lnTo>
              </a:path>
            </a:pathLst>
          </a:custGeom>
          <a:noFill xmlns:a="http://schemas.openxmlformats.org/drawingml/2006/main"/>
          <a:ln xmlns:a="http://schemas.openxmlformats.org/drawingml/2006/main" w="35719">
            <a:solidFill>
              <a:srgbClr val="AD2929"/>
            </a:solidFill>
          </a:ln>
        </p:spPr>
      </p:sp>
      <p:sp>
        <p:nvSpPr>
          <p:cNvPr id="62" name="Ledning">
            <a:extLst xmlns:a="http://schemas.openxmlformats.org/drawingml/2006/main">
              <a:ext uri="{FF2B5EF4-FFF2-40B4-BE49-F238E27FC236}">
                <a16:creationId xmlns:a16="http://schemas.microsoft.com/office/drawing/2014/main" id="{8FEAEFA0-B16F-4D04-86E9-3982BBB5179E}"/>
              </a:ext>
            </a:extLst>
          </p:cNvPr>
          <p:cNvSpPr>
            <a:spLocks xmlns:a="http://schemas.openxmlformats.org/drawingml/2006/main" noGrp="1"/>
          </p:cNvSpPr>
          <p:nvPr/>
        </p:nvSpPr>
        <p:spPr>
          <a:xfrm xmlns:a="http://schemas.openxmlformats.org/drawingml/2006/main">
            <a:off x="4536281" y="4226719"/>
            <a:ext cx="1214438" cy="715"/>
          </a:xfrm>
          <a:custGeom xmlns:a="http://schemas.openxmlformats.org/drawingml/2006/main">
            <a:pathLst>
              <a:path w="1619250" h="953">
                <a:moveTo>
                  <a:pt x="1619250" y="0"/>
                </a:moveTo>
                <a:lnTo>
                  <a:pt x="0" y="0"/>
                </a:lnTo>
              </a:path>
            </a:pathLst>
          </a:custGeom>
          <a:noFill xmlns:a="http://schemas.openxmlformats.org/drawingml/2006/main"/>
          <a:ln xmlns:a="http://schemas.openxmlformats.org/drawingml/2006/main" w="35719">
            <a:solidFill>
              <a:srgbClr val="AD2929"/>
            </a:solidFill>
          </a:ln>
        </p:spPr>
      </p:sp>
      <p:sp>
        <p:nvSpPr>
          <p:cNvPr id="63" name="">
            <a:extLst xmlns:a="http://schemas.openxmlformats.org/drawingml/2006/main">
              <a:ext uri="{FF2B5EF4-FFF2-40B4-BE49-F238E27FC236}">
                <a16:creationId xmlns:a16="http://schemas.microsoft.com/office/drawing/2014/main" id="{265F27B2-F946-4CF2-8BB0-6331BAA21CF2}"/>
              </a:ext>
            </a:extLst>
          </p:cNvPr>
          <p:cNvSpPr>
            <a:spLocks xmlns:a="http://schemas.openxmlformats.org/drawingml/2006/main" noGrp="1"/>
          </p:cNvSpPr>
          <p:nvPr/>
        </p:nvSpPr>
        <p:spPr>
          <a:xfrm xmlns:a="http://schemas.openxmlformats.org/drawingml/2006/main">
            <a:off x="4486275" y="4176712"/>
            <a:ext cx="100012" cy="100012"/>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64" name="Ledning">
            <a:extLst xmlns:a="http://schemas.openxmlformats.org/drawingml/2006/main">
              <a:ext uri="{FF2B5EF4-FFF2-40B4-BE49-F238E27FC236}">
                <a16:creationId xmlns:a16="http://schemas.microsoft.com/office/drawing/2014/main" id="{995D4CBF-6840-42F5-AE26-EB8573C6160E}"/>
              </a:ext>
            </a:extLst>
          </p:cNvPr>
          <p:cNvSpPr>
            <a:spLocks xmlns:a="http://schemas.openxmlformats.org/drawingml/2006/main" noGrp="1"/>
          </p:cNvSpPr>
          <p:nvPr/>
        </p:nvSpPr>
        <p:spPr>
          <a:xfrm xmlns:a="http://schemas.openxmlformats.org/drawingml/2006/main">
            <a:off x="5429250" y="4226719"/>
            <a:ext cx="142875" cy="715"/>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85725">
            <a:solidFill>
              <a:srgbClr val="FFFFFF"/>
            </a:solidFill>
          </a:ln>
        </p:spPr>
      </p:sp>
      <p:sp>
        <p:nvSpPr>
          <p:cNvPr id="65" name="Ledning">
            <a:extLst xmlns:a="http://schemas.openxmlformats.org/drawingml/2006/main">
              <a:ext uri="{FF2B5EF4-FFF2-40B4-BE49-F238E27FC236}">
                <a16:creationId xmlns:a16="http://schemas.microsoft.com/office/drawing/2014/main" id="{3634C71E-C53F-4B70-A378-D6A4392E998C}"/>
              </a:ext>
            </a:extLst>
          </p:cNvPr>
          <p:cNvSpPr>
            <a:spLocks xmlns:a="http://schemas.openxmlformats.org/drawingml/2006/main" noGrp="1"/>
          </p:cNvSpPr>
          <p:nvPr/>
        </p:nvSpPr>
        <p:spPr>
          <a:xfrm xmlns:a="http://schemas.openxmlformats.org/drawingml/2006/main">
            <a:off x="5429250" y="4226719"/>
            <a:ext cx="142875" cy="715"/>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35719">
            <a:solidFill>
              <a:srgbClr val="AD2929"/>
            </a:solidFill>
          </a:ln>
        </p:spPr>
      </p:sp>
      <p:sp>
        <p:nvSpPr>
          <p:cNvPr id="66" name="Samma spänningsskillnad. Omvänd polaritet ger minusteck">
            <a:extLst xmlns:a="http://schemas.openxmlformats.org/drawingml/2006/main">
              <a:ext uri="{FF2B5EF4-FFF2-40B4-BE49-F238E27FC236}">
                <a16:creationId xmlns:a16="http://schemas.microsoft.com/office/drawing/2014/main" id="{B3A21E35-D50B-4685-ADDC-9B82FBB8EF37}"/>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Samma spänningsskillnad. Omvänd polaritet ger minustecken.</a:t>
            </a:r>
          </a:p>
        </p:txBody>
      </p:sp>
      <p:sp>
        <p:nvSpPr>
          <p:cNvPr id="9001" name="Spänning  Om spetsarna byter plats">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Spänning  Om spetsarna byter plats</a:t>
            </a:r>
          </a:p>
        </p:txBody>
      </p:sp>
      <p:sp>
        <p:nvSpPr>
          <p:cNvPr id="9002" name="15">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15</a:t>
            </a:r>
          </a:p>
        </p:txBody>
      </p:sp>
    </p:spTree>
    <p:extLst>
      <p:ext uri="{BB962C8B-B14F-4D97-AF65-F5344CB8AC3E}">
        <p14:creationId xmlns:p14="http://schemas.microsoft.com/office/powerpoint/2010/main" val="38275664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Ledning">
            <a:extLst xmlns:a="http://schemas.openxmlformats.org/drawingml/2006/main">
              <a:ext uri="{FF2B5EF4-FFF2-40B4-BE49-F238E27FC236}">
                <a16:creationId xmlns:a16="http://schemas.microsoft.com/office/drawing/2014/main" id="{132027F6-7008-461D-86B1-5131C45A045E}"/>
              </a:ext>
            </a:extLst>
          </p:cNvPr>
          <p:cNvSpPr>
            <a:spLocks xmlns:a="http://schemas.openxmlformats.org/drawingml/2006/main" noGrp="1"/>
          </p:cNvSpPr>
          <p:nvPr/>
        </p:nvSpPr>
        <p:spPr>
          <a:xfrm xmlns:a="http://schemas.openxmlformats.org/drawingml/2006/main">
            <a:off x="892969" y="2547938"/>
            <a:ext cx="715" cy="878681"/>
          </a:xfrm>
          <a:custGeom xmlns:a="http://schemas.openxmlformats.org/drawingml/2006/main">
            <a:pathLst>
              <a:path w="953" h="1171575">
                <a:moveTo>
                  <a:pt x="0" y="1171575"/>
                </a:moveTo>
                <a:lnTo>
                  <a:pt x="0" y="0"/>
                </a:lnTo>
              </a:path>
            </a:pathLst>
          </a:custGeom>
          <a:noFill xmlns:a="http://schemas.openxmlformats.org/drawingml/2006/main"/>
          <a:ln xmlns:a="http://schemas.openxmlformats.org/drawingml/2006/main" w="28575">
            <a:solidFill>
              <a:srgbClr val="111111"/>
            </a:solidFill>
          </a:ln>
        </p:spPr>
      </p:sp>
      <p:sp>
        <p:nvSpPr>
          <p:cNvPr id="5" name="Ledning">
            <a:extLst xmlns:a="http://schemas.openxmlformats.org/drawingml/2006/main">
              <a:ext uri="{FF2B5EF4-FFF2-40B4-BE49-F238E27FC236}">
                <a16:creationId xmlns:a16="http://schemas.microsoft.com/office/drawing/2014/main" id="{02191EE0-1F7A-40E6-9EE1-EECE4AB05261}"/>
              </a:ext>
            </a:extLst>
          </p:cNvPr>
          <p:cNvSpPr>
            <a:spLocks xmlns:a="http://schemas.openxmlformats.org/drawingml/2006/main" noGrp="1"/>
          </p:cNvSpPr>
          <p:nvPr/>
        </p:nvSpPr>
        <p:spPr>
          <a:xfrm xmlns:a="http://schemas.openxmlformats.org/drawingml/2006/main">
            <a:off x="892969" y="2547938"/>
            <a:ext cx="785812" cy="715"/>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28575">
            <a:solidFill>
              <a:srgbClr val="111111"/>
            </a:solidFill>
          </a:ln>
        </p:spPr>
      </p:sp>
      <p:sp>
        <p:nvSpPr>
          <p:cNvPr id="6" name="">
            <a:extLst xmlns:a="http://schemas.openxmlformats.org/drawingml/2006/main">
              <a:ext uri="{FF2B5EF4-FFF2-40B4-BE49-F238E27FC236}">
                <a16:creationId xmlns:a16="http://schemas.microsoft.com/office/drawing/2014/main" id="{281C2F45-B946-4373-9A19-6CF4B88E972A}"/>
              </a:ext>
            </a:extLst>
          </p:cNvPr>
          <p:cNvSpPr>
            <a:spLocks xmlns:a="http://schemas.openxmlformats.org/drawingml/2006/main" noGrp="1"/>
          </p:cNvSpPr>
          <p:nvPr/>
        </p:nvSpPr>
        <p:spPr>
          <a:xfrm xmlns:a="http://schemas.openxmlformats.org/drawingml/2006/main">
            <a:off x="1678781" y="2462212"/>
            <a:ext cx="571500" cy="171450"/>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7" name="Ledning">
            <a:extLst xmlns:a="http://schemas.openxmlformats.org/drawingml/2006/main">
              <a:ext uri="{FF2B5EF4-FFF2-40B4-BE49-F238E27FC236}">
                <a16:creationId xmlns:a16="http://schemas.microsoft.com/office/drawing/2014/main" id="{60AD48F4-9F81-4365-8921-B39B935E25B6}"/>
              </a:ext>
            </a:extLst>
          </p:cNvPr>
          <p:cNvSpPr>
            <a:spLocks xmlns:a="http://schemas.openxmlformats.org/drawingml/2006/main" noGrp="1"/>
          </p:cNvSpPr>
          <p:nvPr/>
        </p:nvSpPr>
        <p:spPr>
          <a:xfrm xmlns:a="http://schemas.openxmlformats.org/drawingml/2006/main">
            <a:off x="1678781" y="2547938"/>
            <a:ext cx="571500" cy="715"/>
          </a:xfrm>
          <a:custGeom xmlns:a="http://schemas.openxmlformats.org/drawingml/2006/main">
            <a:pathLst>
              <a:path w="762000" h="953">
                <a:moveTo>
                  <a:pt x="0" y="0"/>
                </a:moveTo>
                <a:lnTo>
                  <a:pt x="762000" y="0"/>
                </a:lnTo>
              </a:path>
            </a:pathLst>
          </a:custGeom>
          <a:noFill xmlns:a="http://schemas.openxmlformats.org/drawingml/2006/main"/>
          <a:ln xmlns:a="http://schemas.openxmlformats.org/drawingml/2006/main" w="14288">
            <a:solidFill>
              <a:srgbClr val="111111"/>
            </a:solidFill>
          </a:ln>
        </p:spPr>
      </p:sp>
      <p:sp>
        <p:nvSpPr>
          <p:cNvPr id="8" name="F1">
            <a:extLst xmlns:a="http://schemas.openxmlformats.org/drawingml/2006/main">
              <a:ext uri="{FF2B5EF4-FFF2-40B4-BE49-F238E27FC236}">
                <a16:creationId xmlns:a16="http://schemas.microsoft.com/office/drawing/2014/main" id="{C7B7188C-7041-45D7-B01E-D4E651463238}"/>
              </a:ext>
            </a:extLst>
          </p:cNvPr>
          <p:cNvSpPr>
            <a:spLocks xmlns:a="http://schemas.openxmlformats.org/drawingml/2006/main" noGrp="1"/>
          </p:cNvSpPr>
          <p:nvPr/>
        </p:nvSpPr>
        <p:spPr>
          <a:xfrm xmlns:a="http://schemas.openxmlformats.org/drawingml/2006/main">
            <a:off x="1778794"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F1</a:t>
            </a:r>
          </a:p>
        </p:txBody>
      </p:sp>
      <p:sp>
        <p:nvSpPr>
          <p:cNvPr id="9" name="Ledning">
            <a:extLst xmlns:a="http://schemas.openxmlformats.org/drawingml/2006/main">
              <a:ext uri="{FF2B5EF4-FFF2-40B4-BE49-F238E27FC236}">
                <a16:creationId xmlns:a16="http://schemas.microsoft.com/office/drawing/2014/main" id="{4C220EE2-8042-468E-B9D1-C91185CBE220}"/>
              </a:ext>
            </a:extLst>
          </p:cNvPr>
          <p:cNvSpPr>
            <a:spLocks xmlns:a="http://schemas.openxmlformats.org/drawingml/2006/main" noGrp="1"/>
          </p:cNvSpPr>
          <p:nvPr/>
        </p:nvSpPr>
        <p:spPr>
          <a:xfrm xmlns:a="http://schemas.openxmlformats.org/drawingml/2006/main">
            <a:off x="2250281" y="2547938"/>
            <a:ext cx="392906" cy="715"/>
          </a:xfrm>
          <a:custGeom xmlns:a="http://schemas.openxmlformats.org/drawingml/2006/main">
            <a:pathLst>
              <a:path w="523875" h="953">
                <a:moveTo>
                  <a:pt x="0" y="0"/>
                </a:moveTo>
                <a:lnTo>
                  <a:pt x="523875" y="0"/>
                </a:lnTo>
              </a:path>
            </a:pathLst>
          </a:custGeom>
          <a:noFill xmlns:a="http://schemas.openxmlformats.org/drawingml/2006/main"/>
          <a:ln xmlns:a="http://schemas.openxmlformats.org/drawingml/2006/main" w="28575">
            <a:solidFill>
              <a:srgbClr val="111111"/>
            </a:solidFill>
          </a:ln>
        </p:spPr>
      </p:sp>
      <p:sp>
        <p:nvSpPr>
          <p:cNvPr id="10" name="">
            <a:extLst xmlns:a="http://schemas.openxmlformats.org/drawingml/2006/main">
              <a:ext uri="{FF2B5EF4-FFF2-40B4-BE49-F238E27FC236}">
                <a16:creationId xmlns:a16="http://schemas.microsoft.com/office/drawing/2014/main" id="{6693A1BA-2444-4D17-B104-4C775987330E}"/>
              </a:ext>
            </a:extLst>
          </p:cNvPr>
          <p:cNvSpPr>
            <a:spLocks xmlns:a="http://schemas.openxmlformats.org/drawingml/2006/main" noGrp="1"/>
          </p:cNvSpPr>
          <p:nvPr/>
        </p:nvSpPr>
        <p:spPr>
          <a:xfrm xmlns:a="http://schemas.openxmlformats.org/drawingml/2006/main">
            <a:off x="26074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1" name="">
            <a:extLst xmlns:a="http://schemas.openxmlformats.org/drawingml/2006/main">
              <a:ext uri="{FF2B5EF4-FFF2-40B4-BE49-F238E27FC236}">
                <a16:creationId xmlns:a16="http://schemas.microsoft.com/office/drawing/2014/main" id="{C62FD33B-0802-45E8-A53C-F901CBC10723}"/>
              </a:ext>
            </a:extLst>
          </p:cNvPr>
          <p:cNvSpPr>
            <a:spLocks xmlns:a="http://schemas.openxmlformats.org/drawingml/2006/main" noGrp="1"/>
          </p:cNvSpPr>
          <p:nvPr/>
        </p:nvSpPr>
        <p:spPr>
          <a:xfrm xmlns:a="http://schemas.openxmlformats.org/drawingml/2006/main">
            <a:off x="29503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Ledning">
            <a:extLst xmlns:a="http://schemas.openxmlformats.org/drawingml/2006/main">
              <a:ext uri="{FF2B5EF4-FFF2-40B4-BE49-F238E27FC236}">
                <a16:creationId xmlns:a16="http://schemas.microsoft.com/office/drawing/2014/main" id="{41DDE38D-4951-4091-8E29-B01F637C7E41}"/>
              </a:ext>
            </a:extLst>
          </p:cNvPr>
          <p:cNvSpPr>
            <a:spLocks xmlns:a="http://schemas.openxmlformats.org/drawingml/2006/main" noGrp="1"/>
          </p:cNvSpPr>
          <p:nvPr/>
        </p:nvSpPr>
        <p:spPr>
          <a:xfrm xmlns:a="http://schemas.openxmlformats.org/drawingml/2006/main">
            <a:off x="2643188" y="2547938"/>
            <a:ext cx="342900" cy="715"/>
          </a:xfrm>
          <a:custGeom xmlns:a="http://schemas.openxmlformats.org/drawingml/2006/main">
            <a:pathLst>
              <a:path w="457200" h="953">
                <a:moveTo>
                  <a:pt x="0" y="0"/>
                </a:moveTo>
                <a:lnTo>
                  <a:pt x="457200" y="0"/>
                </a:lnTo>
              </a:path>
            </a:pathLst>
          </a:custGeom>
          <a:noFill xmlns:a="http://schemas.openxmlformats.org/drawingml/2006/main"/>
          <a:ln xmlns:a="http://schemas.openxmlformats.org/drawingml/2006/main" w="28575">
            <a:solidFill>
              <a:srgbClr val="111111"/>
            </a:solidFill>
          </a:ln>
        </p:spPr>
      </p:sp>
      <p:sp>
        <p:nvSpPr>
          <p:cNvPr id="13" name="S1">
            <a:extLst xmlns:a="http://schemas.openxmlformats.org/drawingml/2006/main">
              <a:ext uri="{FF2B5EF4-FFF2-40B4-BE49-F238E27FC236}">
                <a16:creationId xmlns:a16="http://schemas.microsoft.com/office/drawing/2014/main" id="{B3595A86-DBB2-4EFE-8E50-EBDF3C507309}"/>
              </a:ext>
            </a:extLst>
          </p:cNvPr>
          <p:cNvSpPr>
            <a:spLocks xmlns:a="http://schemas.openxmlformats.org/drawingml/2006/main" noGrp="1"/>
          </p:cNvSpPr>
          <p:nvPr/>
        </p:nvSpPr>
        <p:spPr>
          <a:xfrm xmlns:a="http://schemas.openxmlformats.org/drawingml/2006/main">
            <a:off x="2628900"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S1</a:t>
            </a:r>
          </a:p>
        </p:txBody>
      </p:sp>
      <p:sp>
        <p:nvSpPr>
          <p:cNvPr id="14" name="Ledning">
            <a:extLst xmlns:a="http://schemas.openxmlformats.org/drawingml/2006/main">
              <a:ext uri="{FF2B5EF4-FFF2-40B4-BE49-F238E27FC236}">
                <a16:creationId xmlns:a16="http://schemas.microsoft.com/office/drawing/2014/main" id="{9155EAD7-597A-401C-A55B-B744E817E9B4}"/>
              </a:ext>
            </a:extLst>
          </p:cNvPr>
          <p:cNvSpPr>
            <a:spLocks xmlns:a="http://schemas.openxmlformats.org/drawingml/2006/main" noGrp="1"/>
          </p:cNvSpPr>
          <p:nvPr/>
        </p:nvSpPr>
        <p:spPr>
          <a:xfrm xmlns:a="http://schemas.openxmlformats.org/drawingml/2006/main">
            <a:off x="2986088" y="2547938"/>
            <a:ext cx="264319" cy="715"/>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28575">
            <a:solidFill>
              <a:srgbClr val="111111"/>
            </a:solidFill>
          </a:ln>
        </p:spPr>
      </p:sp>
      <p:sp>
        <p:nvSpPr>
          <p:cNvPr id="15" name="Ledning">
            <a:extLst xmlns:a="http://schemas.openxmlformats.org/drawingml/2006/main">
              <a:ext uri="{FF2B5EF4-FFF2-40B4-BE49-F238E27FC236}">
                <a16:creationId xmlns:a16="http://schemas.microsoft.com/office/drawing/2014/main" id="{1B047B6F-7BF0-4FA3-A7DD-2529B24245C2}"/>
              </a:ext>
            </a:extLst>
          </p:cNvPr>
          <p:cNvSpPr>
            <a:spLocks xmlns:a="http://schemas.openxmlformats.org/drawingml/2006/main" noGrp="1"/>
          </p:cNvSpPr>
          <p:nvPr/>
        </p:nvSpPr>
        <p:spPr>
          <a:xfrm xmlns:a="http://schemas.openxmlformats.org/drawingml/2006/main">
            <a:off x="3250406"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6" name="Ledning">
            <a:extLst xmlns:a="http://schemas.openxmlformats.org/drawingml/2006/main">
              <a:ext uri="{FF2B5EF4-FFF2-40B4-BE49-F238E27FC236}">
                <a16:creationId xmlns:a16="http://schemas.microsoft.com/office/drawing/2014/main" id="{D0BAB565-6705-4D48-8A90-B1DA253AE1A6}"/>
              </a:ext>
            </a:extLst>
          </p:cNvPr>
          <p:cNvSpPr>
            <a:spLocks xmlns:a="http://schemas.openxmlformats.org/drawingml/2006/main" noGrp="1"/>
          </p:cNvSpPr>
          <p:nvPr/>
        </p:nvSpPr>
        <p:spPr>
          <a:xfrm xmlns:a="http://schemas.openxmlformats.org/drawingml/2006/main">
            <a:off x="3893344"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7" name="Ledning">
            <a:extLst xmlns:a="http://schemas.openxmlformats.org/drawingml/2006/main">
              <a:ext uri="{FF2B5EF4-FFF2-40B4-BE49-F238E27FC236}">
                <a16:creationId xmlns:a16="http://schemas.microsoft.com/office/drawing/2014/main" id="{903C8E90-AD79-42D3-B9B0-2AA2906F5888}"/>
              </a:ext>
            </a:extLst>
          </p:cNvPr>
          <p:cNvSpPr>
            <a:spLocks xmlns:a="http://schemas.openxmlformats.org/drawingml/2006/main" noGrp="1"/>
          </p:cNvSpPr>
          <p:nvPr/>
        </p:nvSpPr>
        <p:spPr>
          <a:xfrm xmlns:a="http://schemas.openxmlformats.org/drawingml/2006/main">
            <a:off x="4536281" y="2547938"/>
            <a:ext cx="715" cy="892969"/>
          </a:xfrm>
          <a:custGeom xmlns:a="http://schemas.openxmlformats.org/drawingml/2006/main">
            <a:pathLst>
              <a:path w="953" h="1190625">
                <a:moveTo>
                  <a:pt x="0" y="0"/>
                </a:moveTo>
                <a:lnTo>
                  <a:pt x="0" y="1190625"/>
                </a:lnTo>
              </a:path>
            </a:pathLst>
          </a:custGeom>
          <a:noFill xmlns:a="http://schemas.openxmlformats.org/drawingml/2006/main"/>
          <a:ln xmlns:a="http://schemas.openxmlformats.org/drawingml/2006/main" w="28575">
            <a:solidFill>
              <a:srgbClr val="111111"/>
            </a:solidFill>
          </a:ln>
        </p:spPr>
      </p:sp>
      <p:sp>
        <p:nvSpPr>
          <p:cNvPr id="18" name="">
            <a:extLst xmlns:a="http://schemas.openxmlformats.org/drawingml/2006/main">
              <a:ext uri="{FF2B5EF4-FFF2-40B4-BE49-F238E27FC236}">
                <a16:creationId xmlns:a16="http://schemas.microsoft.com/office/drawing/2014/main" id="{0A709E48-6F52-44B1-8D19-DEB45FBDF86E}"/>
              </a:ext>
            </a:extLst>
          </p:cNvPr>
          <p:cNvSpPr>
            <a:spLocks xmlns:a="http://schemas.openxmlformats.org/drawingml/2006/main" noGrp="1"/>
          </p:cNvSpPr>
          <p:nvPr/>
        </p:nvSpPr>
        <p:spPr>
          <a:xfrm xmlns:a="http://schemas.openxmlformats.org/drawingml/2006/main">
            <a:off x="4321969" y="3440906"/>
            <a:ext cx="428625" cy="428625"/>
          </a:xfrm>
          <a:prstGeom xmlns:a="http://schemas.openxmlformats.org/drawingml/2006/main" prst="ellipse">
            <a:avLst/>
          </a:prstGeom>
          <a:solidFill xmlns:a="http://schemas.openxmlformats.org/drawingml/2006/main">
            <a:srgbClr val="FFF0BC"/>
          </a:solidFill>
          <a:ln xmlns:a="http://schemas.openxmlformats.org/drawingml/2006/main" w="28575">
            <a:solidFill>
              <a:srgbClr val="111111"/>
            </a:solidFill>
          </a:ln>
        </p:spPr>
      </p:sp>
      <p:sp>
        <p:nvSpPr>
          <p:cNvPr id="19" name="Ledning">
            <a:extLst xmlns:a="http://schemas.openxmlformats.org/drawingml/2006/main">
              <a:ext uri="{FF2B5EF4-FFF2-40B4-BE49-F238E27FC236}">
                <a16:creationId xmlns:a16="http://schemas.microsoft.com/office/drawing/2014/main" id="{0332FDFF-F1B9-499D-ADF7-77ABDE6C6FF7}"/>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0" y="0"/>
                </a:moveTo>
                <a:lnTo>
                  <a:pt x="388620" y="388620"/>
                </a:lnTo>
              </a:path>
            </a:pathLst>
          </a:custGeom>
          <a:noFill xmlns:a="http://schemas.openxmlformats.org/drawingml/2006/main"/>
          <a:ln xmlns:a="http://schemas.openxmlformats.org/drawingml/2006/main" w="28575">
            <a:solidFill>
              <a:srgbClr val="111111"/>
            </a:solidFill>
          </a:ln>
        </p:spPr>
      </p:sp>
      <p:sp>
        <p:nvSpPr>
          <p:cNvPr id="20" name="Ledning">
            <a:extLst xmlns:a="http://schemas.openxmlformats.org/drawingml/2006/main">
              <a:ext uri="{FF2B5EF4-FFF2-40B4-BE49-F238E27FC236}">
                <a16:creationId xmlns:a16="http://schemas.microsoft.com/office/drawing/2014/main" id="{A3BF4442-3B9A-48D8-A120-A7F52030041B}"/>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388620" y="0"/>
                </a:moveTo>
                <a:lnTo>
                  <a:pt x="0" y="388620"/>
                </a:lnTo>
              </a:path>
            </a:pathLst>
          </a:custGeom>
          <a:noFill xmlns:a="http://schemas.openxmlformats.org/drawingml/2006/main"/>
          <a:ln xmlns:a="http://schemas.openxmlformats.org/drawingml/2006/main" w="28575">
            <a:solidFill>
              <a:srgbClr val="111111"/>
            </a:solidFill>
          </a:ln>
        </p:spPr>
      </p:sp>
      <p:sp>
        <p:nvSpPr>
          <p:cNvPr id="21" name="Ledning">
            <a:extLst xmlns:a="http://schemas.openxmlformats.org/drawingml/2006/main">
              <a:ext uri="{FF2B5EF4-FFF2-40B4-BE49-F238E27FC236}">
                <a16:creationId xmlns:a16="http://schemas.microsoft.com/office/drawing/2014/main" id="{CB7426CE-C012-4DD5-82BD-666013DDC77C}"/>
              </a:ext>
            </a:extLst>
          </p:cNvPr>
          <p:cNvSpPr>
            <a:spLocks xmlns:a="http://schemas.openxmlformats.org/drawingml/2006/main" noGrp="1"/>
          </p:cNvSpPr>
          <p:nvPr/>
        </p:nvSpPr>
        <p:spPr>
          <a:xfrm xmlns:a="http://schemas.openxmlformats.org/drawingml/2006/main">
            <a:off x="4536281" y="3869531"/>
            <a:ext cx="715" cy="785812"/>
          </a:xfrm>
          <a:custGeom xmlns:a="http://schemas.openxmlformats.org/drawingml/2006/main">
            <a:pathLst>
              <a:path w="953" h="1047750">
                <a:moveTo>
                  <a:pt x="0" y="0"/>
                </a:moveTo>
                <a:lnTo>
                  <a:pt x="0" y="1047750"/>
                </a:lnTo>
              </a:path>
            </a:pathLst>
          </a:custGeom>
          <a:noFill xmlns:a="http://schemas.openxmlformats.org/drawingml/2006/main"/>
          <a:ln xmlns:a="http://schemas.openxmlformats.org/drawingml/2006/main" w="28575">
            <a:solidFill>
              <a:srgbClr val="111111"/>
            </a:solidFill>
          </a:ln>
        </p:spPr>
      </p:sp>
      <p:sp>
        <p:nvSpPr>
          <p:cNvPr id="22" name="Ledning">
            <a:extLst xmlns:a="http://schemas.openxmlformats.org/drawingml/2006/main">
              <a:ext uri="{FF2B5EF4-FFF2-40B4-BE49-F238E27FC236}">
                <a16:creationId xmlns:a16="http://schemas.microsoft.com/office/drawing/2014/main" id="{4604581D-22A0-49B5-A587-FDBA7259C065}"/>
              </a:ext>
            </a:extLst>
          </p:cNvPr>
          <p:cNvSpPr>
            <a:spLocks xmlns:a="http://schemas.openxmlformats.org/drawingml/2006/main" noGrp="1"/>
          </p:cNvSpPr>
          <p:nvPr/>
        </p:nvSpPr>
        <p:spPr>
          <a:xfrm xmlns:a="http://schemas.openxmlformats.org/drawingml/2006/main">
            <a:off x="892969" y="4655344"/>
            <a:ext cx="3643312" cy="715"/>
          </a:xfrm>
          <a:custGeom xmlns:a="http://schemas.openxmlformats.org/drawingml/2006/main">
            <a:pathLst>
              <a:path w="4857750" h="953">
                <a:moveTo>
                  <a:pt x="4857750" y="0"/>
                </a:moveTo>
                <a:lnTo>
                  <a:pt x="0" y="0"/>
                </a:lnTo>
              </a:path>
            </a:pathLst>
          </a:custGeom>
          <a:noFill xmlns:a="http://schemas.openxmlformats.org/drawingml/2006/main"/>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5D84AA02-9787-4A55-90AF-439A0256E6D6}"/>
              </a:ext>
            </a:extLst>
          </p:cNvPr>
          <p:cNvSpPr>
            <a:spLocks xmlns:a="http://schemas.openxmlformats.org/drawingml/2006/main" noGrp="1"/>
          </p:cNvSpPr>
          <p:nvPr/>
        </p:nvSpPr>
        <p:spPr>
          <a:xfrm xmlns:a="http://schemas.openxmlformats.org/drawingml/2006/main">
            <a:off x="892969" y="3912394"/>
            <a:ext cx="715" cy="742950"/>
          </a:xfrm>
          <a:custGeom xmlns:a="http://schemas.openxmlformats.org/drawingml/2006/main">
            <a:pathLst>
              <a:path w="953" h="990600">
                <a:moveTo>
                  <a:pt x="0" y="990600"/>
                </a:moveTo>
                <a:lnTo>
                  <a:pt x="0" y="0"/>
                </a:lnTo>
              </a:path>
            </a:pathLst>
          </a:custGeom>
          <a:noFill xmlns:a="http://schemas.openxmlformats.org/drawingml/2006/main"/>
          <a:ln xmlns:a="http://schemas.openxmlformats.org/drawingml/2006/main" w="28575">
            <a:solidFill>
              <a:srgbClr val="111111"/>
            </a:solidFill>
          </a:ln>
        </p:spPr>
      </p:sp>
      <p:sp>
        <p:nvSpPr>
          <p:cNvPr id="24" name="">
            <a:extLst xmlns:a="http://schemas.openxmlformats.org/drawingml/2006/main">
              <a:ext uri="{FF2B5EF4-FFF2-40B4-BE49-F238E27FC236}">
                <a16:creationId xmlns:a16="http://schemas.microsoft.com/office/drawing/2014/main" id="{217CBE90-2841-4CC9-A8D9-C4CDAF38BDE8}"/>
              </a:ext>
            </a:extLst>
          </p:cNvPr>
          <p:cNvSpPr>
            <a:spLocks xmlns:a="http://schemas.openxmlformats.org/drawingml/2006/main" noGrp="1"/>
          </p:cNvSpPr>
          <p:nvPr/>
        </p:nvSpPr>
        <p:spPr>
          <a:xfrm xmlns:a="http://schemas.openxmlformats.org/drawingml/2006/main">
            <a:off x="650081" y="3426619"/>
            <a:ext cx="485775" cy="485775"/>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25" name="+">
            <a:extLst xmlns:a="http://schemas.openxmlformats.org/drawingml/2006/main">
              <a:ext uri="{FF2B5EF4-FFF2-40B4-BE49-F238E27FC236}">
                <a16:creationId xmlns:a16="http://schemas.microsoft.com/office/drawing/2014/main" id="{08C146F0-07C4-4F68-810D-3F4740C38F73}"/>
              </a:ext>
            </a:extLst>
          </p:cNvPr>
          <p:cNvSpPr>
            <a:spLocks xmlns:a="http://schemas.openxmlformats.org/drawingml/2006/main" noGrp="1"/>
          </p:cNvSpPr>
          <p:nvPr/>
        </p:nvSpPr>
        <p:spPr>
          <a:xfrm xmlns:a="http://schemas.openxmlformats.org/drawingml/2006/main">
            <a:off x="800100" y="3448050"/>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6" name="−">
            <a:extLst xmlns:a="http://schemas.openxmlformats.org/drawingml/2006/main">
              <a:ext uri="{FF2B5EF4-FFF2-40B4-BE49-F238E27FC236}">
                <a16:creationId xmlns:a16="http://schemas.microsoft.com/office/drawing/2014/main" id="{CD81B4C2-FDE6-4F1D-B210-3F3F4B468540}"/>
              </a:ext>
            </a:extLst>
          </p:cNvPr>
          <p:cNvSpPr>
            <a:spLocks xmlns:a="http://schemas.openxmlformats.org/drawingml/2006/main" noGrp="1"/>
          </p:cNvSpPr>
          <p:nvPr/>
        </p:nvSpPr>
        <p:spPr>
          <a:xfrm xmlns:a="http://schemas.openxmlformats.org/drawingml/2006/main">
            <a:off x="800100" y="3683794"/>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7" name="12 V DC&#10;PÅ">
            <a:extLst xmlns:a="http://schemas.openxmlformats.org/drawingml/2006/main">
              <a:ext uri="{FF2B5EF4-FFF2-40B4-BE49-F238E27FC236}">
                <a16:creationId xmlns:a16="http://schemas.microsoft.com/office/drawing/2014/main" id="{4793A4BF-45AB-4326-AEFC-0520123F3BBF}"/>
              </a:ext>
            </a:extLst>
          </p:cNvPr>
          <p:cNvSpPr>
            <a:spLocks xmlns:a="http://schemas.openxmlformats.org/drawingml/2006/main" noGrp="1"/>
          </p:cNvSpPr>
          <p:nvPr/>
        </p:nvSpPr>
        <p:spPr>
          <a:xfrm xmlns:a="http://schemas.openxmlformats.org/drawingml/2006/main">
            <a:off x="1293019" y="3469481"/>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12 V DC</a:t>
            </a:r>
          </a:p>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PÅ</a:t>
            </a:r>
          </a:p>
        </p:txBody>
      </p:sp>
      <p:sp>
        <p:nvSpPr>
          <p:cNvPr id="28" name="H1">
            <a:extLst xmlns:a="http://schemas.openxmlformats.org/drawingml/2006/main">
              <a:ext uri="{FF2B5EF4-FFF2-40B4-BE49-F238E27FC236}">
                <a16:creationId xmlns:a16="http://schemas.microsoft.com/office/drawing/2014/main" id="{E02DFD61-5EA9-4F55-9F4D-E9A90A1E20A3}"/>
              </a:ext>
            </a:extLst>
          </p:cNvPr>
          <p:cNvSpPr>
            <a:spLocks xmlns:a="http://schemas.openxmlformats.org/drawingml/2006/main" noGrp="1"/>
          </p:cNvSpPr>
          <p:nvPr/>
        </p:nvSpPr>
        <p:spPr>
          <a:xfrm xmlns:a="http://schemas.openxmlformats.org/drawingml/2006/main">
            <a:off x="4822031" y="3548062"/>
            <a:ext cx="500062"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H1</a:t>
            </a:r>
          </a:p>
        </p:txBody>
      </p:sp>
      <p:sp>
        <p:nvSpPr>
          <p:cNvPr id="29" name="">
            <a:extLst xmlns:a="http://schemas.openxmlformats.org/drawingml/2006/main">
              <a:ext uri="{FF2B5EF4-FFF2-40B4-BE49-F238E27FC236}">
                <a16:creationId xmlns:a16="http://schemas.microsoft.com/office/drawing/2014/main" id="{7C115C0F-F6A2-4A2B-860B-2D783773ABD5}"/>
              </a:ext>
            </a:extLst>
          </p:cNvPr>
          <p:cNvSpPr>
            <a:spLocks xmlns:a="http://schemas.openxmlformats.org/drawingml/2006/main" noGrp="1"/>
          </p:cNvSpPr>
          <p:nvPr/>
        </p:nvSpPr>
        <p:spPr>
          <a:xfrm xmlns:a="http://schemas.openxmlformats.org/drawingml/2006/main">
            <a:off x="4500562" y="3048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0" name="">
            <a:extLst xmlns:a="http://schemas.openxmlformats.org/drawingml/2006/main">
              <a:ext uri="{FF2B5EF4-FFF2-40B4-BE49-F238E27FC236}">
                <a16:creationId xmlns:a16="http://schemas.microsoft.com/office/drawing/2014/main" id="{27986A32-D678-460B-BC2D-78A1608BA3DD}"/>
              </a:ext>
            </a:extLst>
          </p:cNvPr>
          <p:cNvSpPr>
            <a:spLocks xmlns:a="http://schemas.openxmlformats.org/drawingml/2006/main" noGrp="1"/>
          </p:cNvSpPr>
          <p:nvPr/>
        </p:nvSpPr>
        <p:spPr>
          <a:xfrm xmlns:a="http://schemas.openxmlformats.org/drawingml/2006/main">
            <a:off x="4500562" y="4191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1" name="P1">
            <a:extLst xmlns:a="http://schemas.openxmlformats.org/drawingml/2006/main">
              <a:ext uri="{FF2B5EF4-FFF2-40B4-BE49-F238E27FC236}">
                <a16:creationId xmlns:a16="http://schemas.microsoft.com/office/drawing/2014/main" id="{D495D1E8-E991-4B02-9895-C958DF872D55}"/>
              </a:ext>
            </a:extLst>
          </p:cNvPr>
          <p:cNvSpPr>
            <a:spLocks xmlns:a="http://schemas.openxmlformats.org/drawingml/2006/main" noGrp="1"/>
          </p:cNvSpPr>
          <p:nvPr/>
        </p:nvSpPr>
        <p:spPr>
          <a:xfrm xmlns:a="http://schemas.openxmlformats.org/drawingml/2006/main">
            <a:off x="4722019" y="2797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P1</a:t>
            </a:r>
          </a:p>
        </p:txBody>
      </p:sp>
      <p:sp>
        <p:nvSpPr>
          <p:cNvPr id="32" name="P2">
            <a:extLst xmlns:a="http://schemas.openxmlformats.org/drawingml/2006/main">
              <a:ext uri="{FF2B5EF4-FFF2-40B4-BE49-F238E27FC236}">
                <a16:creationId xmlns:a16="http://schemas.microsoft.com/office/drawing/2014/main" id="{CECFC75B-A47E-40CC-A9C2-CBA05C0775D6}"/>
              </a:ext>
            </a:extLst>
          </p:cNvPr>
          <p:cNvSpPr>
            <a:spLocks xmlns:a="http://schemas.openxmlformats.org/drawingml/2006/main" noGrp="1"/>
          </p:cNvSpPr>
          <p:nvPr/>
        </p:nvSpPr>
        <p:spPr>
          <a:xfrm xmlns:a="http://schemas.openxmlformats.org/drawingml/2006/main">
            <a:off x="4722019" y="3940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P2</a:t>
            </a:r>
          </a:p>
        </p:txBody>
      </p:sp>
      <p:sp>
        <p:nvSpPr>
          <p:cNvPr id="33" name="Ledning">
            <a:extLst xmlns:a="http://schemas.openxmlformats.org/drawingml/2006/main">
              <a:ext uri="{FF2B5EF4-FFF2-40B4-BE49-F238E27FC236}">
                <a16:creationId xmlns:a16="http://schemas.microsoft.com/office/drawing/2014/main" id="{AED2698B-F1C6-4605-B940-A9A32414DE48}"/>
              </a:ext>
            </a:extLst>
          </p:cNvPr>
          <p:cNvSpPr>
            <a:spLocks xmlns:a="http://schemas.openxmlformats.org/drawingml/2006/main" noGrp="1"/>
          </p:cNvSpPr>
          <p:nvPr/>
        </p:nvSpPr>
        <p:spPr>
          <a:xfrm xmlns:a="http://schemas.openxmlformats.org/drawingml/2006/main">
            <a:off x="4536281" y="3083719"/>
            <a:ext cx="1214438" cy="715"/>
          </a:xfrm>
          <a:custGeom xmlns:a="http://schemas.openxmlformats.org/drawingml/2006/main">
            <a:pathLst>
              <a:path w="1619250" h="953">
                <a:moveTo>
                  <a:pt x="0" y="0"/>
                </a:moveTo>
                <a:lnTo>
                  <a:pt x="1619250" y="0"/>
                </a:lnTo>
              </a:path>
            </a:pathLst>
          </a:custGeom>
          <a:noFill xmlns:a="http://schemas.openxmlformats.org/drawingml/2006/main"/>
          <a:ln xmlns:a="http://schemas.openxmlformats.org/drawingml/2006/main" w="28575">
            <a:solidFill>
              <a:srgbClr val="064F91"/>
            </a:solidFill>
          </a:ln>
        </p:spPr>
      </p:sp>
      <p:sp>
        <p:nvSpPr>
          <p:cNvPr id="34" name="Ledning">
            <a:extLst xmlns:a="http://schemas.openxmlformats.org/drawingml/2006/main">
              <a:ext uri="{FF2B5EF4-FFF2-40B4-BE49-F238E27FC236}">
                <a16:creationId xmlns:a16="http://schemas.microsoft.com/office/drawing/2014/main" id="{AF051AD9-0F4D-486E-B04E-56CB54F6E7CD}"/>
              </a:ext>
            </a:extLst>
          </p:cNvPr>
          <p:cNvSpPr>
            <a:spLocks xmlns:a="http://schemas.openxmlformats.org/drawingml/2006/main" noGrp="1"/>
          </p:cNvSpPr>
          <p:nvPr/>
        </p:nvSpPr>
        <p:spPr>
          <a:xfrm xmlns:a="http://schemas.openxmlformats.org/drawingml/2006/main">
            <a:off x="5750719" y="3083719"/>
            <a:ext cx="715" cy="142875"/>
          </a:xfrm>
          <a:custGeom xmlns:a="http://schemas.openxmlformats.org/drawingml/2006/main">
            <a:pathLst>
              <a:path w="953" h="190500">
                <a:moveTo>
                  <a:pt x="0" y="0"/>
                </a:moveTo>
                <a:lnTo>
                  <a:pt x="0" y="190500"/>
                </a:lnTo>
              </a:path>
            </a:pathLst>
          </a:custGeom>
          <a:noFill xmlns:a="http://schemas.openxmlformats.org/drawingml/2006/main"/>
          <a:ln xmlns:a="http://schemas.openxmlformats.org/drawingml/2006/main" w="28575">
            <a:solidFill>
              <a:srgbClr val="064F91"/>
            </a:solidFill>
          </a:ln>
        </p:spPr>
      </p:sp>
      <p:sp>
        <p:nvSpPr>
          <p:cNvPr id="35" name="">
            <a:extLst xmlns:a="http://schemas.openxmlformats.org/drawingml/2006/main">
              <a:ext uri="{FF2B5EF4-FFF2-40B4-BE49-F238E27FC236}">
                <a16:creationId xmlns:a16="http://schemas.microsoft.com/office/drawing/2014/main" id="{6CE8A280-F790-4895-A2CA-1B824DD2B8BD}"/>
              </a:ext>
            </a:extLst>
          </p:cNvPr>
          <p:cNvSpPr>
            <a:spLocks xmlns:a="http://schemas.openxmlformats.org/drawingml/2006/main" noGrp="1"/>
          </p:cNvSpPr>
          <p:nvPr/>
        </p:nvSpPr>
        <p:spPr>
          <a:xfrm xmlns:a="http://schemas.openxmlformats.org/drawingml/2006/main">
            <a:off x="5500688" y="3226594"/>
            <a:ext cx="500062" cy="500062"/>
          </a:xfrm>
          <a:prstGeom xmlns:a="http://schemas.openxmlformats.org/drawingml/2006/main" prst="ellipse">
            <a:avLst/>
          </a:prstGeom>
          <a:solidFill xmlns:a="http://schemas.openxmlformats.org/drawingml/2006/main">
            <a:srgbClr val="FFFFFF"/>
          </a:solidFill>
          <a:ln xmlns:a="http://schemas.openxmlformats.org/drawingml/2006/main" w="28575">
            <a:solidFill>
              <a:srgbClr val="064F91"/>
            </a:solidFill>
          </a:ln>
        </p:spPr>
      </p:sp>
      <p:sp>
        <p:nvSpPr>
          <p:cNvPr id="36" name="V">
            <a:extLst xmlns:a="http://schemas.openxmlformats.org/drawingml/2006/main">
              <a:ext uri="{FF2B5EF4-FFF2-40B4-BE49-F238E27FC236}">
                <a16:creationId xmlns:a16="http://schemas.microsoft.com/office/drawing/2014/main" id="{93D66637-FE61-4C7B-B79F-68C6A4C8162A}"/>
              </a:ext>
            </a:extLst>
          </p:cNvPr>
          <p:cNvSpPr>
            <a:spLocks xmlns:a="http://schemas.openxmlformats.org/drawingml/2006/main" noGrp="1"/>
          </p:cNvSpPr>
          <p:nvPr/>
        </p:nvSpPr>
        <p:spPr>
          <a:xfrm xmlns:a="http://schemas.openxmlformats.org/drawingml/2006/main">
            <a:off x="5607844" y="3276600"/>
            <a:ext cx="285750" cy="3786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064F91"/>
                </a:solidFill>
                <a:latin typeface="Calibri"/>
                <a:ea typeface="Calibri"/>
                <a:cs typeface="Calibri"/>
              </a:defRPr>
            </a:pPr>
            <a:r>
              <a:rPr sz="2250" b="1">
                <a:solidFill>
                  <a:srgbClr val="064F91"/>
                </a:solidFill>
                <a:latin typeface="Calibri"/>
                <a:ea typeface="Calibri"/>
                <a:cs typeface="Calibri"/>
              </a:rPr>
              <a:t>V</a:t>
            </a:r>
          </a:p>
        </p:txBody>
      </p:sp>
      <p:sp>
        <p:nvSpPr>
          <p:cNvPr id="37" name="Ledning">
            <a:extLst xmlns:a="http://schemas.openxmlformats.org/drawingml/2006/main">
              <a:ext uri="{FF2B5EF4-FFF2-40B4-BE49-F238E27FC236}">
                <a16:creationId xmlns:a16="http://schemas.microsoft.com/office/drawing/2014/main" id="{9D1B2FA5-6AB5-4953-9576-90ACD38D5D0B}"/>
              </a:ext>
            </a:extLst>
          </p:cNvPr>
          <p:cNvSpPr>
            <a:spLocks xmlns:a="http://schemas.openxmlformats.org/drawingml/2006/main" noGrp="1"/>
          </p:cNvSpPr>
          <p:nvPr/>
        </p:nvSpPr>
        <p:spPr>
          <a:xfrm xmlns:a="http://schemas.openxmlformats.org/drawingml/2006/main">
            <a:off x="5750719" y="3726656"/>
            <a:ext cx="715" cy="500062"/>
          </a:xfrm>
          <a:custGeom xmlns:a="http://schemas.openxmlformats.org/drawingml/2006/main">
            <a:pathLst>
              <a:path w="953" h="666750">
                <a:moveTo>
                  <a:pt x="0" y="0"/>
                </a:moveTo>
                <a:lnTo>
                  <a:pt x="0" y="666750"/>
                </a:lnTo>
              </a:path>
            </a:pathLst>
          </a:custGeom>
          <a:noFill xmlns:a="http://schemas.openxmlformats.org/drawingml/2006/main"/>
          <a:ln xmlns:a="http://schemas.openxmlformats.org/drawingml/2006/main" w="28575">
            <a:solidFill>
              <a:srgbClr val="064F91"/>
            </a:solidFill>
          </a:ln>
        </p:spPr>
      </p:sp>
      <p:sp>
        <p:nvSpPr>
          <p:cNvPr id="38" name="Ledning">
            <a:extLst xmlns:a="http://schemas.openxmlformats.org/drawingml/2006/main">
              <a:ext uri="{FF2B5EF4-FFF2-40B4-BE49-F238E27FC236}">
                <a16:creationId xmlns:a16="http://schemas.microsoft.com/office/drawing/2014/main" id="{0CA60D57-4516-42E8-A033-EAB47849BB63}"/>
              </a:ext>
            </a:extLst>
          </p:cNvPr>
          <p:cNvSpPr>
            <a:spLocks xmlns:a="http://schemas.openxmlformats.org/drawingml/2006/main" noGrp="1"/>
          </p:cNvSpPr>
          <p:nvPr/>
        </p:nvSpPr>
        <p:spPr>
          <a:xfrm xmlns:a="http://schemas.openxmlformats.org/drawingml/2006/main">
            <a:off x="4536281" y="4226719"/>
            <a:ext cx="1214438" cy="715"/>
          </a:xfrm>
          <a:custGeom xmlns:a="http://schemas.openxmlformats.org/drawingml/2006/main">
            <a:pathLst>
              <a:path w="1619250" h="953">
                <a:moveTo>
                  <a:pt x="1619250" y="0"/>
                </a:moveTo>
                <a:lnTo>
                  <a:pt x="0" y="0"/>
                </a:lnTo>
              </a:path>
            </a:pathLst>
          </a:custGeom>
          <a:noFill xmlns:a="http://schemas.openxmlformats.org/drawingml/2006/main"/>
          <a:ln xmlns:a="http://schemas.openxmlformats.org/drawingml/2006/main" w="28575">
            <a:solidFill>
              <a:srgbClr val="064F91"/>
            </a:solidFill>
          </a:ln>
        </p:spPr>
      </p:sp>
      <p:sp>
        <p:nvSpPr>
          <p:cNvPr id="39" name="Mätaren jämför&#10;två punkter.">
            <a:extLst xmlns:a="http://schemas.openxmlformats.org/drawingml/2006/main">
              <a:ext uri="{FF2B5EF4-FFF2-40B4-BE49-F238E27FC236}">
                <a16:creationId xmlns:a16="http://schemas.microsoft.com/office/drawing/2014/main" id="{8CF89A6E-C32D-4265-B213-9CECE34DD17D}"/>
              </a:ext>
            </a:extLst>
          </p:cNvPr>
          <p:cNvSpPr>
            <a:spLocks xmlns:a="http://schemas.openxmlformats.org/drawingml/2006/main" noGrp="1"/>
          </p:cNvSpPr>
          <p:nvPr/>
        </p:nvSpPr>
        <p:spPr>
          <a:xfrm xmlns:a="http://schemas.openxmlformats.org/drawingml/2006/main">
            <a:off x="6429375" y="2369344"/>
            <a:ext cx="2178844"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44" b="1">
                <a:solidFill>
                  <a:srgbClr val="064F91"/>
                </a:solidFill>
                <a:latin typeface="Calibri"/>
                <a:ea typeface="Calibri"/>
                <a:cs typeface="Calibri"/>
              </a:defRPr>
            </a:pPr>
            <a:r>
              <a:rPr sz="1744" b="1">
                <a:solidFill>
                  <a:srgbClr val="064F91"/>
                </a:solidFill>
                <a:latin typeface="Calibri"/>
                <a:ea typeface="Calibri"/>
                <a:cs typeface="Calibri"/>
              </a:rPr>
              <a:t>Mätaren jämför</a:t>
            </a:r>
          </a:p>
          <a:p xmlns:a="http://schemas.openxmlformats.org/drawingml/2006/main">
            <a:pPr algn="l">
              <a:defRPr sz="1744" b="1">
                <a:solidFill>
                  <a:srgbClr val="064F91"/>
                </a:solidFill>
                <a:latin typeface="Calibri"/>
                <a:ea typeface="Calibri"/>
                <a:cs typeface="Calibri"/>
              </a:defRPr>
            </a:pPr>
            <a:r>
              <a:rPr sz="1744" b="1">
                <a:solidFill>
                  <a:srgbClr val="064F91"/>
                </a:solidFill>
                <a:latin typeface="Calibri"/>
                <a:ea typeface="Calibri"/>
                <a:cs typeface="Calibri"/>
              </a:rPr>
              <a:t>två punkter.</a:t>
            </a:r>
          </a:p>
        </p:txBody>
      </p:sp>
      <p:sp>
        <p:nvSpPr>
          <p:cNvPr id="40" name="Hög ingångsresistans&#10;ger liten mätarström.">
            <a:extLst xmlns:a="http://schemas.openxmlformats.org/drawingml/2006/main">
              <a:ext uri="{FF2B5EF4-FFF2-40B4-BE49-F238E27FC236}">
                <a16:creationId xmlns:a16="http://schemas.microsoft.com/office/drawing/2014/main" id="{0FE268F8-F561-49F3-B4F9-39ABF6839A26}"/>
              </a:ext>
            </a:extLst>
          </p:cNvPr>
          <p:cNvSpPr>
            <a:spLocks xmlns:a="http://schemas.openxmlformats.org/drawingml/2006/main" noGrp="1"/>
          </p:cNvSpPr>
          <p:nvPr/>
        </p:nvSpPr>
        <p:spPr>
          <a:xfrm xmlns:a="http://schemas.openxmlformats.org/drawingml/2006/main">
            <a:off x="6393656" y="3655219"/>
            <a:ext cx="2357438" cy="7858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11111"/>
                </a:solidFill>
                <a:latin typeface="Calibri"/>
                <a:ea typeface="Calibri"/>
                <a:cs typeface="Calibri"/>
              </a:defRPr>
            </a:pPr>
            <a:r>
              <a:rPr sz="1575" b="0">
                <a:solidFill>
                  <a:srgbClr val="111111"/>
                </a:solidFill>
                <a:latin typeface="Calibri"/>
                <a:ea typeface="Calibri"/>
                <a:cs typeface="Calibri"/>
              </a:rPr>
              <a:t>Hög ingångsresistans</a:t>
            </a:r>
          </a:p>
          <a:p xmlns:a="http://schemas.openxmlformats.org/drawingml/2006/main">
            <a:pPr algn="l">
              <a:defRPr sz="1575" b="0">
                <a:solidFill>
                  <a:srgbClr val="111111"/>
                </a:solidFill>
                <a:latin typeface="Calibri"/>
                <a:ea typeface="Calibri"/>
                <a:cs typeface="Calibri"/>
              </a:defRPr>
            </a:pPr>
            <a:r>
              <a:rPr sz="1575" b="0">
                <a:solidFill>
                  <a:srgbClr val="111111"/>
                </a:solidFill>
                <a:latin typeface="Calibri"/>
                <a:ea typeface="Calibri"/>
                <a:cs typeface="Calibri"/>
              </a:rPr>
              <a:t>ger liten mätarström.</a:t>
            </a:r>
          </a:p>
        </p:txBody>
      </p:sp>
      <p:sp>
        <p:nvSpPr>
          <p:cNvPr id="41" name="Kopplingen följer vad instrumentet ska mäta.">
            <a:extLst xmlns:a="http://schemas.openxmlformats.org/drawingml/2006/main">
              <a:ext uri="{FF2B5EF4-FFF2-40B4-BE49-F238E27FC236}">
                <a16:creationId xmlns:a16="http://schemas.microsoft.com/office/drawing/2014/main" id="{7076C15C-7A41-494A-B62D-477D7ED98B0C}"/>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Kopplingen följer vad instrumentet ska mäta.</a:t>
            </a:r>
          </a:p>
        </p:txBody>
      </p:sp>
      <p:sp>
        <p:nvSpPr>
          <p:cNvPr id="9001" name="Varför kopplas voltmetern parallellt">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Varför kopplas voltmetern parallellt</a:t>
            </a:r>
          </a:p>
        </p:txBody>
      </p:sp>
      <p:sp>
        <p:nvSpPr>
          <p:cNvPr id="9002" name="16">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16</a:t>
            </a:r>
          </a:p>
        </p:txBody>
      </p:sp>
    </p:spTree>
    <p:extLst>
      <p:ext uri="{BB962C8B-B14F-4D97-AF65-F5344CB8AC3E}">
        <p14:creationId xmlns:p14="http://schemas.microsoft.com/office/powerpoint/2010/main" val="101788952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Matningen frånkopplad">
            <a:extLst xmlns:a="http://schemas.openxmlformats.org/drawingml/2006/main">
              <a:ext uri="{FF2B5EF4-FFF2-40B4-BE49-F238E27FC236}">
                <a16:creationId xmlns:a16="http://schemas.microsoft.com/office/drawing/2014/main" id="{A1D98F2E-881B-46D5-9C08-1AF4FD8DC796}"/>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505864"/>
                </a:solidFill>
                <a:latin typeface="Calibri"/>
                <a:ea typeface="Calibri"/>
                <a:cs typeface="Calibri"/>
              </a:defRPr>
            </a:pPr>
            <a:r>
              <a:rPr sz="1406" b="1">
                <a:solidFill>
                  <a:srgbClr val="505864"/>
                </a:solidFill>
                <a:latin typeface="Calibri"/>
                <a:ea typeface="Calibri"/>
                <a:cs typeface="Calibri"/>
              </a:rPr>
              <a:t>Matningen frånkopplad</a:t>
            </a:r>
          </a:p>
        </p:txBody>
      </p:sp>
      <p:sp>
        <p:nvSpPr>
          <p:cNvPr id="5" name="Ledning">
            <a:extLst xmlns:a="http://schemas.openxmlformats.org/drawingml/2006/main">
              <a:ext uri="{FF2B5EF4-FFF2-40B4-BE49-F238E27FC236}">
                <a16:creationId xmlns:a16="http://schemas.microsoft.com/office/drawing/2014/main" id="{1FFF2EDF-63F8-4250-8E2A-FFD171EA5E4C}"/>
              </a:ext>
            </a:extLst>
          </p:cNvPr>
          <p:cNvSpPr>
            <a:spLocks xmlns:a="http://schemas.openxmlformats.org/drawingml/2006/main" noGrp="1"/>
          </p:cNvSpPr>
          <p:nvPr/>
        </p:nvSpPr>
        <p:spPr>
          <a:xfrm xmlns:a="http://schemas.openxmlformats.org/drawingml/2006/main">
            <a:off x="892969" y="2547938"/>
            <a:ext cx="715" cy="878681"/>
          </a:xfrm>
          <a:custGeom xmlns:a="http://schemas.openxmlformats.org/drawingml/2006/main">
            <a:pathLst>
              <a:path w="953" h="1171575">
                <a:moveTo>
                  <a:pt x="0" y="11715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3A5F20BA-70E6-4DE9-B10C-D5A3C1581BD8}"/>
              </a:ext>
            </a:extLst>
          </p:cNvPr>
          <p:cNvSpPr>
            <a:spLocks xmlns:a="http://schemas.openxmlformats.org/drawingml/2006/main" noGrp="1"/>
          </p:cNvSpPr>
          <p:nvPr/>
        </p:nvSpPr>
        <p:spPr>
          <a:xfrm xmlns:a="http://schemas.openxmlformats.org/drawingml/2006/main">
            <a:off x="892969" y="2547938"/>
            <a:ext cx="785812" cy="715"/>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28575">
            <a:solidFill>
              <a:srgbClr val="111111"/>
            </a:solidFill>
          </a:ln>
        </p:spPr>
      </p:sp>
      <p:sp>
        <p:nvSpPr>
          <p:cNvPr id="7" name="">
            <a:extLst xmlns:a="http://schemas.openxmlformats.org/drawingml/2006/main">
              <a:ext uri="{FF2B5EF4-FFF2-40B4-BE49-F238E27FC236}">
                <a16:creationId xmlns:a16="http://schemas.microsoft.com/office/drawing/2014/main" id="{ACCEBEC8-C3E8-41A3-B015-22485AD4A8AF}"/>
              </a:ext>
            </a:extLst>
          </p:cNvPr>
          <p:cNvSpPr>
            <a:spLocks xmlns:a="http://schemas.openxmlformats.org/drawingml/2006/main" noGrp="1"/>
          </p:cNvSpPr>
          <p:nvPr/>
        </p:nvSpPr>
        <p:spPr>
          <a:xfrm xmlns:a="http://schemas.openxmlformats.org/drawingml/2006/main">
            <a:off x="1678781" y="2462212"/>
            <a:ext cx="571500" cy="171450"/>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8" name="Ledning">
            <a:extLst xmlns:a="http://schemas.openxmlformats.org/drawingml/2006/main">
              <a:ext uri="{FF2B5EF4-FFF2-40B4-BE49-F238E27FC236}">
                <a16:creationId xmlns:a16="http://schemas.microsoft.com/office/drawing/2014/main" id="{797C4928-8EBD-45D4-AD54-9CDD7B26D954}"/>
              </a:ext>
            </a:extLst>
          </p:cNvPr>
          <p:cNvSpPr>
            <a:spLocks xmlns:a="http://schemas.openxmlformats.org/drawingml/2006/main" noGrp="1"/>
          </p:cNvSpPr>
          <p:nvPr/>
        </p:nvSpPr>
        <p:spPr>
          <a:xfrm xmlns:a="http://schemas.openxmlformats.org/drawingml/2006/main">
            <a:off x="1678781" y="2547938"/>
            <a:ext cx="571500" cy="715"/>
          </a:xfrm>
          <a:custGeom xmlns:a="http://schemas.openxmlformats.org/drawingml/2006/main">
            <a:pathLst>
              <a:path w="762000" h="953">
                <a:moveTo>
                  <a:pt x="0" y="0"/>
                </a:moveTo>
                <a:lnTo>
                  <a:pt x="762000" y="0"/>
                </a:lnTo>
              </a:path>
            </a:pathLst>
          </a:custGeom>
          <a:noFill xmlns:a="http://schemas.openxmlformats.org/drawingml/2006/main"/>
          <a:ln xmlns:a="http://schemas.openxmlformats.org/drawingml/2006/main" w="14288">
            <a:solidFill>
              <a:srgbClr val="111111"/>
            </a:solidFill>
          </a:ln>
        </p:spPr>
      </p:sp>
      <p:sp>
        <p:nvSpPr>
          <p:cNvPr id="9" name="F1">
            <a:extLst xmlns:a="http://schemas.openxmlformats.org/drawingml/2006/main">
              <a:ext uri="{FF2B5EF4-FFF2-40B4-BE49-F238E27FC236}">
                <a16:creationId xmlns:a16="http://schemas.microsoft.com/office/drawing/2014/main" id="{B42DFF38-923D-419E-9F23-B227AA88852A}"/>
              </a:ext>
            </a:extLst>
          </p:cNvPr>
          <p:cNvSpPr>
            <a:spLocks xmlns:a="http://schemas.openxmlformats.org/drawingml/2006/main" noGrp="1"/>
          </p:cNvSpPr>
          <p:nvPr/>
        </p:nvSpPr>
        <p:spPr>
          <a:xfrm xmlns:a="http://schemas.openxmlformats.org/drawingml/2006/main">
            <a:off x="1778794"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F1</a:t>
            </a:r>
          </a:p>
        </p:txBody>
      </p:sp>
      <p:sp>
        <p:nvSpPr>
          <p:cNvPr id="10" name="Ledning">
            <a:extLst xmlns:a="http://schemas.openxmlformats.org/drawingml/2006/main">
              <a:ext uri="{FF2B5EF4-FFF2-40B4-BE49-F238E27FC236}">
                <a16:creationId xmlns:a16="http://schemas.microsoft.com/office/drawing/2014/main" id="{16D56E06-E4B5-48C1-9B0F-FB2843AB25AB}"/>
              </a:ext>
            </a:extLst>
          </p:cNvPr>
          <p:cNvSpPr>
            <a:spLocks xmlns:a="http://schemas.openxmlformats.org/drawingml/2006/main" noGrp="1"/>
          </p:cNvSpPr>
          <p:nvPr/>
        </p:nvSpPr>
        <p:spPr>
          <a:xfrm xmlns:a="http://schemas.openxmlformats.org/drawingml/2006/main">
            <a:off x="2250281" y="2547938"/>
            <a:ext cx="392906" cy="715"/>
          </a:xfrm>
          <a:custGeom xmlns:a="http://schemas.openxmlformats.org/drawingml/2006/main">
            <a:pathLst>
              <a:path w="523875" h="953">
                <a:moveTo>
                  <a:pt x="0" y="0"/>
                </a:moveTo>
                <a:lnTo>
                  <a:pt x="523875" y="0"/>
                </a:lnTo>
              </a:path>
            </a:pathLst>
          </a:custGeom>
          <a:noFill xmlns:a="http://schemas.openxmlformats.org/drawingml/2006/main"/>
          <a:ln xmlns:a="http://schemas.openxmlformats.org/drawingml/2006/main" w="28575">
            <a:solidFill>
              <a:srgbClr val="111111"/>
            </a:solidFill>
          </a:ln>
        </p:spPr>
      </p:sp>
      <p:sp>
        <p:nvSpPr>
          <p:cNvPr id="11" name="">
            <a:extLst xmlns:a="http://schemas.openxmlformats.org/drawingml/2006/main">
              <a:ext uri="{FF2B5EF4-FFF2-40B4-BE49-F238E27FC236}">
                <a16:creationId xmlns:a16="http://schemas.microsoft.com/office/drawing/2014/main" id="{ECC08CB2-9A88-4947-8C72-7A3CCE2EB5A1}"/>
              </a:ext>
            </a:extLst>
          </p:cNvPr>
          <p:cNvSpPr>
            <a:spLocks xmlns:a="http://schemas.openxmlformats.org/drawingml/2006/main" noGrp="1"/>
          </p:cNvSpPr>
          <p:nvPr/>
        </p:nvSpPr>
        <p:spPr>
          <a:xfrm xmlns:a="http://schemas.openxmlformats.org/drawingml/2006/main">
            <a:off x="26074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
            <a:extLst xmlns:a="http://schemas.openxmlformats.org/drawingml/2006/main">
              <a:ext uri="{FF2B5EF4-FFF2-40B4-BE49-F238E27FC236}">
                <a16:creationId xmlns:a16="http://schemas.microsoft.com/office/drawing/2014/main" id="{FF77DDD6-712D-4496-AF8C-BE4614949A2F}"/>
              </a:ext>
            </a:extLst>
          </p:cNvPr>
          <p:cNvSpPr>
            <a:spLocks xmlns:a="http://schemas.openxmlformats.org/drawingml/2006/main" noGrp="1"/>
          </p:cNvSpPr>
          <p:nvPr/>
        </p:nvSpPr>
        <p:spPr>
          <a:xfrm xmlns:a="http://schemas.openxmlformats.org/drawingml/2006/main">
            <a:off x="29503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3" name="Ledning">
            <a:extLst xmlns:a="http://schemas.openxmlformats.org/drawingml/2006/main">
              <a:ext uri="{FF2B5EF4-FFF2-40B4-BE49-F238E27FC236}">
                <a16:creationId xmlns:a16="http://schemas.microsoft.com/office/drawing/2014/main" id="{F5A58DF0-00F2-4C70-9A2E-FE6EEBB8D19A}"/>
              </a:ext>
            </a:extLst>
          </p:cNvPr>
          <p:cNvSpPr>
            <a:spLocks xmlns:a="http://schemas.openxmlformats.org/drawingml/2006/main" noGrp="1"/>
          </p:cNvSpPr>
          <p:nvPr/>
        </p:nvSpPr>
        <p:spPr>
          <a:xfrm xmlns:a="http://schemas.openxmlformats.org/drawingml/2006/main">
            <a:off x="2643188" y="2547938"/>
            <a:ext cx="342900" cy="715"/>
          </a:xfrm>
          <a:custGeom xmlns:a="http://schemas.openxmlformats.org/drawingml/2006/main">
            <a:pathLst>
              <a:path w="457200" h="953">
                <a:moveTo>
                  <a:pt x="0" y="0"/>
                </a:moveTo>
                <a:lnTo>
                  <a:pt x="457200" y="0"/>
                </a:lnTo>
              </a:path>
            </a:pathLst>
          </a:custGeom>
          <a:noFill xmlns:a="http://schemas.openxmlformats.org/drawingml/2006/main"/>
          <a:ln xmlns:a="http://schemas.openxmlformats.org/drawingml/2006/main" w="28575">
            <a:solidFill>
              <a:srgbClr val="111111"/>
            </a:solidFill>
          </a:ln>
        </p:spPr>
      </p:sp>
      <p:sp>
        <p:nvSpPr>
          <p:cNvPr id="14" name="S1">
            <a:extLst xmlns:a="http://schemas.openxmlformats.org/drawingml/2006/main">
              <a:ext uri="{FF2B5EF4-FFF2-40B4-BE49-F238E27FC236}">
                <a16:creationId xmlns:a16="http://schemas.microsoft.com/office/drawing/2014/main" id="{F29F6F95-1700-497C-9B15-3567FB711F3E}"/>
              </a:ext>
            </a:extLst>
          </p:cNvPr>
          <p:cNvSpPr>
            <a:spLocks xmlns:a="http://schemas.openxmlformats.org/drawingml/2006/main" noGrp="1"/>
          </p:cNvSpPr>
          <p:nvPr/>
        </p:nvSpPr>
        <p:spPr>
          <a:xfrm xmlns:a="http://schemas.openxmlformats.org/drawingml/2006/main">
            <a:off x="2628900"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S1</a:t>
            </a:r>
          </a:p>
        </p:txBody>
      </p:sp>
      <p:sp>
        <p:nvSpPr>
          <p:cNvPr id="15" name="Ledning">
            <a:extLst xmlns:a="http://schemas.openxmlformats.org/drawingml/2006/main">
              <a:ext uri="{FF2B5EF4-FFF2-40B4-BE49-F238E27FC236}">
                <a16:creationId xmlns:a16="http://schemas.microsoft.com/office/drawing/2014/main" id="{4747031C-5C0D-4FCE-A8E2-759415BD222A}"/>
              </a:ext>
            </a:extLst>
          </p:cNvPr>
          <p:cNvSpPr>
            <a:spLocks xmlns:a="http://schemas.openxmlformats.org/drawingml/2006/main" noGrp="1"/>
          </p:cNvSpPr>
          <p:nvPr/>
        </p:nvSpPr>
        <p:spPr>
          <a:xfrm xmlns:a="http://schemas.openxmlformats.org/drawingml/2006/main">
            <a:off x="2986088" y="2547938"/>
            <a:ext cx="264319" cy="715"/>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28575">
            <a:solidFill>
              <a:srgbClr val="111111"/>
            </a:solidFill>
          </a:ln>
        </p:spPr>
      </p:sp>
      <p:sp>
        <p:nvSpPr>
          <p:cNvPr id="16" name="">
            <a:extLst xmlns:a="http://schemas.openxmlformats.org/drawingml/2006/main">
              <a:ext uri="{FF2B5EF4-FFF2-40B4-BE49-F238E27FC236}">
                <a16:creationId xmlns:a16="http://schemas.microsoft.com/office/drawing/2014/main" id="{11563A99-95AC-49FD-A158-56A8965E2CEA}"/>
              </a:ext>
            </a:extLst>
          </p:cNvPr>
          <p:cNvSpPr>
            <a:spLocks xmlns:a="http://schemas.openxmlformats.org/drawingml/2006/main" noGrp="1"/>
          </p:cNvSpPr>
          <p:nvPr/>
        </p:nvSpPr>
        <p:spPr>
          <a:xfrm xmlns:a="http://schemas.openxmlformats.org/drawingml/2006/main">
            <a:off x="3200400" y="2497931"/>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7" name="">
            <a:extLst xmlns:a="http://schemas.openxmlformats.org/drawingml/2006/main">
              <a:ext uri="{FF2B5EF4-FFF2-40B4-BE49-F238E27FC236}">
                <a16:creationId xmlns:a16="http://schemas.microsoft.com/office/drawing/2014/main" id="{80811C55-0ECC-499C-A664-A124B34DAE02}"/>
              </a:ext>
            </a:extLst>
          </p:cNvPr>
          <p:cNvSpPr>
            <a:spLocks xmlns:a="http://schemas.openxmlformats.org/drawingml/2006/main" noGrp="1"/>
          </p:cNvSpPr>
          <p:nvPr/>
        </p:nvSpPr>
        <p:spPr>
          <a:xfrm xmlns:a="http://schemas.openxmlformats.org/drawingml/2006/main">
            <a:off x="3843338" y="2497931"/>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8" name="K1">
            <a:extLst xmlns:a="http://schemas.openxmlformats.org/drawingml/2006/main">
              <a:ext uri="{FF2B5EF4-FFF2-40B4-BE49-F238E27FC236}">
                <a16:creationId xmlns:a16="http://schemas.microsoft.com/office/drawing/2014/main" id="{C9421AB2-0490-4BE9-ABAC-6F5D7293B0CD}"/>
              </a:ext>
            </a:extLst>
          </p:cNvPr>
          <p:cNvSpPr>
            <a:spLocks xmlns:a="http://schemas.openxmlformats.org/drawingml/2006/main" noGrp="1"/>
          </p:cNvSpPr>
          <p:nvPr/>
        </p:nvSpPr>
        <p:spPr>
          <a:xfrm xmlns:a="http://schemas.openxmlformats.org/drawingml/2006/main">
            <a:off x="3121819" y="2705100"/>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K1</a:t>
            </a:r>
          </a:p>
        </p:txBody>
      </p:sp>
      <p:sp>
        <p:nvSpPr>
          <p:cNvPr id="19" name="K2">
            <a:extLst xmlns:a="http://schemas.openxmlformats.org/drawingml/2006/main">
              <a:ext uri="{FF2B5EF4-FFF2-40B4-BE49-F238E27FC236}">
                <a16:creationId xmlns:a16="http://schemas.microsoft.com/office/drawing/2014/main" id="{CAFB3844-69DA-4B55-9CEE-C51AAD3BC194}"/>
              </a:ext>
            </a:extLst>
          </p:cNvPr>
          <p:cNvSpPr>
            <a:spLocks xmlns:a="http://schemas.openxmlformats.org/drawingml/2006/main" noGrp="1"/>
          </p:cNvSpPr>
          <p:nvPr/>
        </p:nvSpPr>
        <p:spPr>
          <a:xfrm xmlns:a="http://schemas.openxmlformats.org/drawingml/2006/main">
            <a:off x="3757612" y="2705100"/>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K2</a:t>
            </a:r>
          </a:p>
        </p:txBody>
      </p:sp>
      <p:sp>
        <p:nvSpPr>
          <p:cNvPr id="20" name="Ledning">
            <a:extLst xmlns:a="http://schemas.openxmlformats.org/drawingml/2006/main">
              <a:ext uri="{FF2B5EF4-FFF2-40B4-BE49-F238E27FC236}">
                <a16:creationId xmlns:a16="http://schemas.microsoft.com/office/drawing/2014/main" id="{2A95B5EE-8A5C-45BB-A508-965A77090993}"/>
              </a:ext>
            </a:extLst>
          </p:cNvPr>
          <p:cNvSpPr>
            <a:spLocks xmlns:a="http://schemas.openxmlformats.org/drawingml/2006/main" noGrp="1"/>
          </p:cNvSpPr>
          <p:nvPr/>
        </p:nvSpPr>
        <p:spPr>
          <a:xfrm xmlns:a="http://schemas.openxmlformats.org/drawingml/2006/main">
            <a:off x="3893344"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21" name="Ledning">
            <a:extLst xmlns:a="http://schemas.openxmlformats.org/drawingml/2006/main">
              <a:ext uri="{FF2B5EF4-FFF2-40B4-BE49-F238E27FC236}">
                <a16:creationId xmlns:a16="http://schemas.microsoft.com/office/drawing/2014/main" id="{0E47D3BB-E665-484C-B5F6-99EA9F898127}"/>
              </a:ext>
            </a:extLst>
          </p:cNvPr>
          <p:cNvSpPr>
            <a:spLocks xmlns:a="http://schemas.openxmlformats.org/drawingml/2006/main" noGrp="1"/>
          </p:cNvSpPr>
          <p:nvPr/>
        </p:nvSpPr>
        <p:spPr>
          <a:xfrm xmlns:a="http://schemas.openxmlformats.org/drawingml/2006/main">
            <a:off x="4536281" y="2547938"/>
            <a:ext cx="715" cy="892969"/>
          </a:xfrm>
          <a:custGeom xmlns:a="http://schemas.openxmlformats.org/drawingml/2006/main">
            <a:pathLst>
              <a:path w="953" h="1190625">
                <a:moveTo>
                  <a:pt x="0" y="0"/>
                </a:moveTo>
                <a:lnTo>
                  <a:pt x="0" y="1190625"/>
                </a:lnTo>
              </a:path>
            </a:pathLst>
          </a:custGeom>
          <a:noFill xmlns:a="http://schemas.openxmlformats.org/drawingml/2006/main"/>
          <a:ln xmlns:a="http://schemas.openxmlformats.org/drawingml/2006/main" w="28575">
            <a:solidFill>
              <a:srgbClr val="111111"/>
            </a:solidFill>
          </a:ln>
        </p:spPr>
      </p:sp>
      <p:sp>
        <p:nvSpPr>
          <p:cNvPr id="22" name="">
            <a:extLst xmlns:a="http://schemas.openxmlformats.org/drawingml/2006/main">
              <a:ext uri="{FF2B5EF4-FFF2-40B4-BE49-F238E27FC236}">
                <a16:creationId xmlns:a16="http://schemas.microsoft.com/office/drawing/2014/main" id="{35B7647D-C0BB-4991-B151-0BB27C48F510}"/>
              </a:ext>
            </a:extLst>
          </p:cNvPr>
          <p:cNvSpPr>
            <a:spLocks xmlns:a="http://schemas.openxmlformats.org/drawingml/2006/main" noGrp="1"/>
          </p:cNvSpPr>
          <p:nvPr/>
        </p:nvSpPr>
        <p:spPr>
          <a:xfrm xmlns:a="http://schemas.openxmlformats.org/drawingml/2006/main">
            <a:off x="4321969" y="3440906"/>
            <a:ext cx="428625" cy="428625"/>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32D77687-FA9D-4898-AB24-B2324E0110FC}"/>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0" y="0"/>
                </a:moveTo>
                <a:lnTo>
                  <a:pt x="388620" y="388620"/>
                </a:lnTo>
              </a:path>
            </a:pathLst>
          </a:custGeom>
          <a:noFill xmlns:a="http://schemas.openxmlformats.org/drawingml/2006/main"/>
          <a:ln xmlns:a="http://schemas.openxmlformats.org/drawingml/2006/main" w="28575">
            <a:solidFill>
              <a:srgbClr val="111111"/>
            </a:solidFill>
          </a:ln>
        </p:spPr>
      </p:sp>
      <p:sp>
        <p:nvSpPr>
          <p:cNvPr id="24" name="Ledning">
            <a:extLst xmlns:a="http://schemas.openxmlformats.org/drawingml/2006/main">
              <a:ext uri="{FF2B5EF4-FFF2-40B4-BE49-F238E27FC236}">
                <a16:creationId xmlns:a16="http://schemas.microsoft.com/office/drawing/2014/main" id="{AD26E9E8-3683-4E44-8B30-781DBACE8588}"/>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388620" y="0"/>
                </a:moveTo>
                <a:lnTo>
                  <a:pt x="0" y="388620"/>
                </a:lnTo>
              </a:path>
            </a:pathLst>
          </a:custGeom>
          <a:noFill xmlns:a="http://schemas.openxmlformats.org/drawingml/2006/main"/>
          <a:ln xmlns:a="http://schemas.openxmlformats.org/drawingml/2006/main" w="28575">
            <a:solidFill>
              <a:srgbClr val="111111"/>
            </a:solidFill>
          </a:ln>
        </p:spPr>
      </p:sp>
      <p:sp>
        <p:nvSpPr>
          <p:cNvPr id="25" name="Ledning">
            <a:extLst xmlns:a="http://schemas.openxmlformats.org/drawingml/2006/main">
              <a:ext uri="{FF2B5EF4-FFF2-40B4-BE49-F238E27FC236}">
                <a16:creationId xmlns:a16="http://schemas.microsoft.com/office/drawing/2014/main" id="{4B868AA9-0DE2-4449-AA71-48BAA0E8C79C}"/>
              </a:ext>
            </a:extLst>
          </p:cNvPr>
          <p:cNvSpPr>
            <a:spLocks xmlns:a="http://schemas.openxmlformats.org/drawingml/2006/main" noGrp="1"/>
          </p:cNvSpPr>
          <p:nvPr/>
        </p:nvSpPr>
        <p:spPr>
          <a:xfrm xmlns:a="http://schemas.openxmlformats.org/drawingml/2006/main">
            <a:off x="4536281" y="3869531"/>
            <a:ext cx="715" cy="785812"/>
          </a:xfrm>
          <a:custGeom xmlns:a="http://schemas.openxmlformats.org/drawingml/2006/main">
            <a:pathLst>
              <a:path w="953" h="1047750">
                <a:moveTo>
                  <a:pt x="0" y="0"/>
                </a:moveTo>
                <a:lnTo>
                  <a:pt x="0" y="1047750"/>
                </a:lnTo>
              </a:path>
            </a:pathLst>
          </a:custGeom>
          <a:noFill xmlns:a="http://schemas.openxmlformats.org/drawingml/2006/main"/>
          <a:ln xmlns:a="http://schemas.openxmlformats.org/drawingml/2006/main" w="28575">
            <a:solidFill>
              <a:srgbClr val="111111"/>
            </a:solidFill>
          </a:ln>
        </p:spPr>
      </p:sp>
      <p:sp>
        <p:nvSpPr>
          <p:cNvPr id="26" name="Ledning">
            <a:extLst xmlns:a="http://schemas.openxmlformats.org/drawingml/2006/main">
              <a:ext uri="{FF2B5EF4-FFF2-40B4-BE49-F238E27FC236}">
                <a16:creationId xmlns:a16="http://schemas.microsoft.com/office/drawing/2014/main" id="{64B396F0-4E36-4484-B439-F35D45D22185}"/>
              </a:ext>
            </a:extLst>
          </p:cNvPr>
          <p:cNvSpPr>
            <a:spLocks xmlns:a="http://schemas.openxmlformats.org/drawingml/2006/main" noGrp="1"/>
          </p:cNvSpPr>
          <p:nvPr/>
        </p:nvSpPr>
        <p:spPr>
          <a:xfrm xmlns:a="http://schemas.openxmlformats.org/drawingml/2006/main">
            <a:off x="892969" y="4655344"/>
            <a:ext cx="3643312" cy="715"/>
          </a:xfrm>
          <a:custGeom xmlns:a="http://schemas.openxmlformats.org/drawingml/2006/main">
            <a:pathLst>
              <a:path w="4857750" h="953">
                <a:moveTo>
                  <a:pt x="4857750" y="0"/>
                </a:moveTo>
                <a:lnTo>
                  <a:pt x="0" y="0"/>
                </a:lnTo>
              </a:path>
            </a:pathLst>
          </a:custGeom>
          <a:noFill xmlns:a="http://schemas.openxmlformats.org/drawingml/2006/main"/>
          <a:ln xmlns:a="http://schemas.openxmlformats.org/drawingml/2006/main" w="28575">
            <a:solidFill>
              <a:srgbClr val="111111"/>
            </a:solidFill>
          </a:ln>
        </p:spPr>
      </p:sp>
      <p:sp>
        <p:nvSpPr>
          <p:cNvPr id="27" name="Ledning">
            <a:extLst xmlns:a="http://schemas.openxmlformats.org/drawingml/2006/main">
              <a:ext uri="{FF2B5EF4-FFF2-40B4-BE49-F238E27FC236}">
                <a16:creationId xmlns:a16="http://schemas.microsoft.com/office/drawing/2014/main" id="{0B14C7F5-DDE5-4319-967A-70F0B7216E61}"/>
              </a:ext>
            </a:extLst>
          </p:cNvPr>
          <p:cNvSpPr>
            <a:spLocks xmlns:a="http://schemas.openxmlformats.org/drawingml/2006/main" noGrp="1"/>
          </p:cNvSpPr>
          <p:nvPr/>
        </p:nvSpPr>
        <p:spPr>
          <a:xfrm xmlns:a="http://schemas.openxmlformats.org/drawingml/2006/main">
            <a:off x="892969" y="3912394"/>
            <a:ext cx="715" cy="742950"/>
          </a:xfrm>
          <a:custGeom xmlns:a="http://schemas.openxmlformats.org/drawingml/2006/main">
            <a:pathLst>
              <a:path w="953" h="990600">
                <a:moveTo>
                  <a:pt x="0" y="990600"/>
                </a:moveTo>
                <a:lnTo>
                  <a:pt x="0" y="0"/>
                </a:lnTo>
              </a:path>
            </a:pathLst>
          </a:custGeom>
          <a:noFill xmlns:a="http://schemas.openxmlformats.org/drawingml/2006/main"/>
          <a:ln xmlns:a="http://schemas.openxmlformats.org/drawingml/2006/main" w="28575">
            <a:solidFill>
              <a:srgbClr val="111111"/>
            </a:solidFill>
          </a:ln>
        </p:spPr>
      </p:sp>
      <p:sp>
        <p:nvSpPr>
          <p:cNvPr id="28" name="">
            <a:extLst xmlns:a="http://schemas.openxmlformats.org/drawingml/2006/main">
              <a:ext uri="{FF2B5EF4-FFF2-40B4-BE49-F238E27FC236}">
                <a16:creationId xmlns:a16="http://schemas.microsoft.com/office/drawing/2014/main" id="{F7FFF382-21D4-4FE9-929B-CFA632E51AC4}"/>
              </a:ext>
            </a:extLst>
          </p:cNvPr>
          <p:cNvSpPr>
            <a:spLocks xmlns:a="http://schemas.openxmlformats.org/drawingml/2006/main" noGrp="1"/>
          </p:cNvSpPr>
          <p:nvPr/>
        </p:nvSpPr>
        <p:spPr>
          <a:xfrm xmlns:a="http://schemas.openxmlformats.org/drawingml/2006/main">
            <a:off x="650081" y="3426619"/>
            <a:ext cx="485775" cy="485775"/>
          </a:xfrm>
          <a:prstGeom xmlns:a="http://schemas.openxmlformats.org/drawingml/2006/main" prst="ellipse">
            <a:avLst/>
          </a:prstGeom>
          <a:solidFill xmlns:a="http://schemas.openxmlformats.org/drawingml/2006/main">
            <a:srgbClr val="FFFFFF"/>
          </a:solidFill>
          <a:ln xmlns:a="http://schemas.openxmlformats.org/drawingml/2006/main" w="28575">
            <a:solidFill>
              <a:srgbClr val="505864"/>
            </a:solidFill>
          </a:ln>
        </p:spPr>
      </p:sp>
      <p:sp>
        <p:nvSpPr>
          <p:cNvPr id="29" name="+">
            <a:extLst xmlns:a="http://schemas.openxmlformats.org/drawingml/2006/main">
              <a:ext uri="{FF2B5EF4-FFF2-40B4-BE49-F238E27FC236}">
                <a16:creationId xmlns:a16="http://schemas.microsoft.com/office/drawing/2014/main" id="{7AB2D68E-645D-4FE5-A65A-B1AEE67AEEE0}"/>
              </a:ext>
            </a:extLst>
          </p:cNvPr>
          <p:cNvSpPr>
            <a:spLocks xmlns:a="http://schemas.openxmlformats.org/drawingml/2006/main" noGrp="1"/>
          </p:cNvSpPr>
          <p:nvPr/>
        </p:nvSpPr>
        <p:spPr>
          <a:xfrm xmlns:a="http://schemas.openxmlformats.org/drawingml/2006/main">
            <a:off x="800100" y="3448050"/>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30" name="−">
            <a:extLst xmlns:a="http://schemas.openxmlformats.org/drawingml/2006/main">
              <a:ext uri="{FF2B5EF4-FFF2-40B4-BE49-F238E27FC236}">
                <a16:creationId xmlns:a16="http://schemas.microsoft.com/office/drawing/2014/main" id="{95348B99-0F6B-4A60-A259-2C6682280BB8}"/>
              </a:ext>
            </a:extLst>
          </p:cNvPr>
          <p:cNvSpPr>
            <a:spLocks xmlns:a="http://schemas.openxmlformats.org/drawingml/2006/main" noGrp="1"/>
          </p:cNvSpPr>
          <p:nvPr/>
        </p:nvSpPr>
        <p:spPr>
          <a:xfrm xmlns:a="http://schemas.openxmlformats.org/drawingml/2006/main">
            <a:off x="800100" y="3683794"/>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31" name="12 V-källa&#10;AV">
            <a:extLst xmlns:a="http://schemas.openxmlformats.org/drawingml/2006/main">
              <a:ext uri="{FF2B5EF4-FFF2-40B4-BE49-F238E27FC236}">
                <a16:creationId xmlns:a16="http://schemas.microsoft.com/office/drawing/2014/main" id="{5747600D-B9ED-48B6-BCD5-6854B1BCF175}"/>
              </a:ext>
            </a:extLst>
          </p:cNvPr>
          <p:cNvSpPr>
            <a:spLocks xmlns:a="http://schemas.openxmlformats.org/drawingml/2006/main" noGrp="1"/>
          </p:cNvSpPr>
          <p:nvPr/>
        </p:nvSpPr>
        <p:spPr>
          <a:xfrm xmlns:a="http://schemas.openxmlformats.org/drawingml/2006/main">
            <a:off x="1293019" y="3469481"/>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12 V-källa</a:t>
            </a:r>
          </a:p>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AV</a:t>
            </a:r>
          </a:p>
        </p:txBody>
      </p:sp>
      <p:sp>
        <p:nvSpPr>
          <p:cNvPr id="32" name="H1">
            <a:extLst xmlns:a="http://schemas.openxmlformats.org/drawingml/2006/main">
              <a:ext uri="{FF2B5EF4-FFF2-40B4-BE49-F238E27FC236}">
                <a16:creationId xmlns:a16="http://schemas.microsoft.com/office/drawing/2014/main" id="{A26DF8D4-8701-4953-9649-BCE17CA38782}"/>
              </a:ext>
            </a:extLst>
          </p:cNvPr>
          <p:cNvSpPr>
            <a:spLocks xmlns:a="http://schemas.openxmlformats.org/drawingml/2006/main" noGrp="1"/>
          </p:cNvSpPr>
          <p:nvPr/>
        </p:nvSpPr>
        <p:spPr>
          <a:xfrm xmlns:a="http://schemas.openxmlformats.org/drawingml/2006/main">
            <a:off x="4822031" y="3548062"/>
            <a:ext cx="500062"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H1</a:t>
            </a:r>
          </a:p>
        </p:txBody>
      </p:sp>
      <p:sp>
        <p:nvSpPr>
          <p:cNvPr id="33" name="">
            <a:extLst xmlns:a="http://schemas.openxmlformats.org/drawingml/2006/main">
              <a:ext uri="{FF2B5EF4-FFF2-40B4-BE49-F238E27FC236}">
                <a16:creationId xmlns:a16="http://schemas.microsoft.com/office/drawing/2014/main" id="{7E1E94F0-7CA1-4C96-B7AE-439E855915D8}"/>
              </a:ext>
            </a:extLst>
          </p:cNvPr>
          <p:cNvSpPr>
            <a:spLocks xmlns:a="http://schemas.openxmlformats.org/drawingml/2006/main" noGrp="1"/>
          </p:cNvSpPr>
          <p:nvPr/>
        </p:nvSpPr>
        <p:spPr>
          <a:xfrm xmlns:a="http://schemas.openxmlformats.org/drawingml/2006/main">
            <a:off x="4500562" y="3048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4" name="">
            <a:extLst xmlns:a="http://schemas.openxmlformats.org/drawingml/2006/main">
              <a:ext uri="{FF2B5EF4-FFF2-40B4-BE49-F238E27FC236}">
                <a16:creationId xmlns:a16="http://schemas.microsoft.com/office/drawing/2014/main" id="{270CEA8B-A16E-427B-803C-D7FCE3DCB086}"/>
              </a:ext>
            </a:extLst>
          </p:cNvPr>
          <p:cNvSpPr>
            <a:spLocks xmlns:a="http://schemas.openxmlformats.org/drawingml/2006/main" noGrp="1"/>
          </p:cNvSpPr>
          <p:nvPr/>
        </p:nvSpPr>
        <p:spPr>
          <a:xfrm xmlns:a="http://schemas.openxmlformats.org/drawingml/2006/main">
            <a:off x="4500562" y="4191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5" name="P1">
            <a:extLst xmlns:a="http://schemas.openxmlformats.org/drawingml/2006/main">
              <a:ext uri="{FF2B5EF4-FFF2-40B4-BE49-F238E27FC236}">
                <a16:creationId xmlns:a16="http://schemas.microsoft.com/office/drawing/2014/main" id="{1901E5EF-98AB-4FAE-833E-84E9A4590BBE}"/>
              </a:ext>
            </a:extLst>
          </p:cNvPr>
          <p:cNvSpPr>
            <a:spLocks xmlns:a="http://schemas.openxmlformats.org/drawingml/2006/main" noGrp="1"/>
          </p:cNvSpPr>
          <p:nvPr/>
        </p:nvSpPr>
        <p:spPr>
          <a:xfrm xmlns:a="http://schemas.openxmlformats.org/drawingml/2006/main">
            <a:off x="4722019" y="2797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P1</a:t>
            </a:r>
          </a:p>
        </p:txBody>
      </p:sp>
      <p:sp>
        <p:nvSpPr>
          <p:cNvPr id="36" name="P2">
            <a:extLst xmlns:a="http://schemas.openxmlformats.org/drawingml/2006/main">
              <a:ext uri="{FF2B5EF4-FFF2-40B4-BE49-F238E27FC236}">
                <a16:creationId xmlns:a16="http://schemas.microsoft.com/office/drawing/2014/main" id="{4CEBCD25-8577-4B7C-A53C-3CB007FBED3D}"/>
              </a:ext>
            </a:extLst>
          </p:cNvPr>
          <p:cNvSpPr>
            <a:spLocks xmlns:a="http://schemas.openxmlformats.org/drawingml/2006/main" noGrp="1"/>
          </p:cNvSpPr>
          <p:nvPr/>
        </p:nvSpPr>
        <p:spPr>
          <a:xfrm xmlns:a="http://schemas.openxmlformats.org/drawingml/2006/main">
            <a:off x="4722019" y="3940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P2</a:t>
            </a:r>
          </a:p>
        </p:txBody>
      </p:sp>
      <p:sp>
        <p:nvSpPr>
          <p:cNvPr id="37" name="Hur fyller mätaren&#10;öppningen K1–K2?">
            <a:extLst xmlns:a="http://schemas.openxmlformats.org/drawingml/2006/main">
              <a:ext uri="{FF2B5EF4-FFF2-40B4-BE49-F238E27FC236}">
                <a16:creationId xmlns:a16="http://schemas.microsoft.com/office/drawing/2014/main" id="{43690D13-636C-4764-9380-1D86B6FFE913}"/>
              </a:ext>
            </a:extLst>
          </p:cNvPr>
          <p:cNvSpPr>
            <a:spLocks xmlns:a="http://schemas.openxmlformats.org/drawingml/2006/main" noGrp="1"/>
          </p:cNvSpPr>
          <p:nvPr/>
        </p:nvSpPr>
        <p:spPr>
          <a:xfrm xmlns:a="http://schemas.openxmlformats.org/drawingml/2006/main">
            <a:off x="6036469" y="2547938"/>
            <a:ext cx="2714625"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064F91"/>
                </a:solidFill>
                <a:latin typeface="Calibri"/>
                <a:ea typeface="Calibri"/>
                <a:cs typeface="Calibri"/>
              </a:defRPr>
            </a:pPr>
            <a:r>
              <a:rPr sz="1800" b="1">
                <a:solidFill>
                  <a:srgbClr val="064F91"/>
                </a:solidFill>
                <a:latin typeface="Calibri"/>
                <a:ea typeface="Calibri"/>
                <a:cs typeface="Calibri"/>
              </a:rPr>
              <a:t>Hur fyller mätaren</a:t>
            </a:r>
          </a:p>
          <a:p xmlns:a="http://schemas.openxmlformats.org/drawingml/2006/main">
            <a:pPr algn="l">
              <a:defRPr sz="1800" b="1">
                <a:solidFill>
                  <a:srgbClr val="064F91"/>
                </a:solidFill>
                <a:latin typeface="Calibri"/>
                <a:ea typeface="Calibri"/>
                <a:cs typeface="Calibri"/>
              </a:defRPr>
            </a:pPr>
            <a:r>
              <a:rPr sz="1800" b="1">
                <a:solidFill>
                  <a:srgbClr val="064F91"/>
                </a:solidFill>
                <a:latin typeface="Calibri"/>
                <a:ea typeface="Calibri"/>
                <a:cs typeface="Calibri"/>
              </a:rPr>
              <a:t>öppningen K1–K2?</a:t>
            </a:r>
          </a:p>
        </p:txBody>
      </p:sp>
      <p:sp>
        <p:nvSpPr>
          <p:cNvPr id="38" name="Vilket uttag måste&#10;röd ledning flyttas till?">
            <a:extLst xmlns:a="http://schemas.openxmlformats.org/drawingml/2006/main">
              <a:ext uri="{FF2B5EF4-FFF2-40B4-BE49-F238E27FC236}">
                <a16:creationId xmlns:a16="http://schemas.microsoft.com/office/drawing/2014/main" id="{681DD8BE-F3CE-4366-9C54-FB66C5AE3608}"/>
              </a:ext>
            </a:extLst>
          </p:cNvPr>
          <p:cNvSpPr>
            <a:spLocks xmlns:a="http://schemas.openxmlformats.org/drawingml/2006/main" noGrp="1"/>
          </p:cNvSpPr>
          <p:nvPr/>
        </p:nvSpPr>
        <p:spPr>
          <a:xfrm xmlns:a="http://schemas.openxmlformats.org/drawingml/2006/main">
            <a:off x="6036469" y="3762375"/>
            <a:ext cx="2714625" cy="7858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31" b="0">
                <a:solidFill>
                  <a:srgbClr val="111111"/>
                </a:solidFill>
                <a:latin typeface="Calibri"/>
                <a:ea typeface="Calibri"/>
                <a:cs typeface="Calibri"/>
              </a:defRPr>
            </a:pPr>
            <a:r>
              <a:rPr sz="1631" b="0">
                <a:solidFill>
                  <a:srgbClr val="111111"/>
                </a:solidFill>
                <a:latin typeface="Calibri"/>
                <a:ea typeface="Calibri"/>
                <a:cs typeface="Calibri"/>
              </a:rPr>
              <a:t>Vilket uttag måste</a:t>
            </a:r>
          </a:p>
          <a:p xmlns:a="http://schemas.openxmlformats.org/drawingml/2006/main">
            <a:pPr algn="l">
              <a:defRPr sz="1631" b="0">
                <a:solidFill>
                  <a:srgbClr val="111111"/>
                </a:solidFill>
                <a:latin typeface="Calibri"/>
                <a:ea typeface="Calibri"/>
                <a:cs typeface="Calibri"/>
              </a:defRPr>
            </a:pPr>
            <a:r>
              <a:rPr sz="1631" b="0">
                <a:solidFill>
                  <a:srgbClr val="111111"/>
                </a:solidFill>
                <a:latin typeface="Calibri"/>
                <a:ea typeface="Calibri"/>
                <a:cs typeface="Calibri"/>
              </a:rPr>
              <a:t>röd ledning flyttas till?</a:t>
            </a:r>
          </a:p>
        </p:txBody>
      </p:sp>
      <p:sp>
        <p:nvSpPr>
          <p:cNvPr id="39" name="All ström i lampgrenen måste gå genom mätaren.">
            <a:extLst xmlns:a="http://schemas.openxmlformats.org/drawingml/2006/main">
              <a:ext uri="{FF2B5EF4-FFF2-40B4-BE49-F238E27FC236}">
                <a16:creationId xmlns:a16="http://schemas.microsoft.com/office/drawing/2014/main" id="{29E6B5F9-DC31-4CFE-A842-E30DD533288B}"/>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All ström i lampgrenen måste gå genom mätaren.</a:t>
            </a:r>
          </a:p>
        </p:txBody>
      </p:sp>
      <p:sp>
        <p:nvSpPr>
          <p:cNvPr id="9001" name="Övning 2  Strömmen genom H1">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Övning 2  Strömmen genom H1</a:t>
            </a:r>
          </a:p>
        </p:txBody>
      </p:sp>
      <p:sp>
        <p:nvSpPr>
          <p:cNvPr id="9002" name="17">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17</a:t>
            </a:r>
          </a:p>
        </p:txBody>
      </p:sp>
    </p:spTree>
    <p:extLst>
      <p:ext uri="{BB962C8B-B14F-4D97-AF65-F5344CB8AC3E}">
        <p14:creationId xmlns:p14="http://schemas.microsoft.com/office/powerpoint/2010/main" val="197972002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Matningen frånkopplad">
            <a:extLst xmlns:a="http://schemas.openxmlformats.org/drawingml/2006/main">
              <a:ext uri="{FF2B5EF4-FFF2-40B4-BE49-F238E27FC236}">
                <a16:creationId xmlns:a16="http://schemas.microsoft.com/office/drawing/2014/main" id="{7312299A-4274-4813-9A0B-E64518462735}"/>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505864"/>
                </a:solidFill>
                <a:latin typeface="Calibri"/>
                <a:ea typeface="Calibri"/>
                <a:cs typeface="Calibri"/>
              </a:defRPr>
            </a:pPr>
            <a:r>
              <a:rPr sz="1406" b="1">
                <a:solidFill>
                  <a:srgbClr val="505864"/>
                </a:solidFill>
                <a:latin typeface="Calibri"/>
                <a:ea typeface="Calibri"/>
                <a:cs typeface="Calibri"/>
              </a:rPr>
              <a:t>Matningen frånkopplad</a:t>
            </a:r>
          </a:p>
        </p:txBody>
      </p:sp>
      <p:sp>
        <p:nvSpPr>
          <p:cNvPr id="5" name="Ledning">
            <a:extLst xmlns:a="http://schemas.openxmlformats.org/drawingml/2006/main">
              <a:ext uri="{FF2B5EF4-FFF2-40B4-BE49-F238E27FC236}">
                <a16:creationId xmlns:a16="http://schemas.microsoft.com/office/drawing/2014/main" id="{19016932-7244-418F-8CAA-32D597576859}"/>
              </a:ext>
            </a:extLst>
          </p:cNvPr>
          <p:cNvSpPr>
            <a:spLocks xmlns:a="http://schemas.openxmlformats.org/drawingml/2006/main" noGrp="1"/>
          </p:cNvSpPr>
          <p:nvPr/>
        </p:nvSpPr>
        <p:spPr>
          <a:xfrm xmlns:a="http://schemas.openxmlformats.org/drawingml/2006/main">
            <a:off x="892969" y="2547938"/>
            <a:ext cx="715" cy="878681"/>
          </a:xfrm>
          <a:custGeom xmlns:a="http://schemas.openxmlformats.org/drawingml/2006/main">
            <a:pathLst>
              <a:path w="953" h="1171575">
                <a:moveTo>
                  <a:pt x="0" y="11715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4C11333E-DA24-447D-9AEB-6A0D91E52399}"/>
              </a:ext>
            </a:extLst>
          </p:cNvPr>
          <p:cNvSpPr>
            <a:spLocks xmlns:a="http://schemas.openxmlformats.org/drawingml/2006/main" noGrp="1"/>
          </p:cNvSpPr>
          <p:nvPr/>
        </p:nvSpPr>
        <p:spPr>
          <a:xfrm xmlns:a="http://schemas.openxmlformats.org/drawingml/2006/main">
            <a:off x="892969" y="2547938"/>
            <a:ext cx="785812" cy="715"/>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28575">
            <a:solidFill>
              <a:srgbClr val="111111"/>
            </a:solidFill>
          </a:ln>
        </p:spPr>
      </p:sp>
      <p:sp>
        <p:nvSpPr>
          <p:cNvPr id="7" name="">
            <a:extLst xmlns:a="http://schemas.openxmlformats.org/drawingml/2006/main">
              <a:ext uri="{FF2B5EF4-FFF2-40B4-BE49-F238E27FC236}">
                <a16:creationId xmlns:a16="http://schemas.microsoft.com/office/drawing/2014/main" id="{4261D909-C3BC-4070-B25D-E591C4573205}"/>
              </a:ext>
            </a:extLst>
          </p:cNvPr>
          <p:cNvSpPr>
            <a:spLocks xmlns:a="http://schemas.openxmlformats.org/drawingml/2006/main" noGrp="1"/>
          </p:cNvSpPr>
          <p:nvPr/>
        </p:nvSpPr>
        <p:spPr>
          <a:xfrm xmlns:a="http://schemas.openxmlformats.org/drawingml/2006/main">
            <a:off x="1678781" y="2462212"/>
            <a:ext cx="571500" cy="171450"/>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8" name="Ledning">
            <a:extLst xmlns:a="http://schemas.openxmlformats.org/drawingml/2006/main">
              <a:ext uri="{FF2B5EF4-FFF2-40B4-BE49-F238E27FC236}">
                <a16:creationId xmlns:a16="http://schemas.microsoft.com/office/drawing/2014/main" id="{CDF06A3D-1A71-4E74-8AD1-7331ED5F1583}"/>
              </a:ext>
            </a:extLst>
          </p:cNvPr>
          <p:cNvSpPr>
            <a:spLocks xmlns:a="http://schemas.openxmlformats.org/drawingml/2006/main" noGrp="1"/>
          </p:cNvSpPr>
          <p:nvPr/>
        </p:nvSpPr>
        <p:spPr>
          <a:xfrm xmlns:a="http://schemas.openxmlformats.org/drawingml/2006/main">
            <a:off x="1678781" y="2547938"/>
            <a:ext cx="571500" cy="715"/>
          </a:xfrm>
          <a:custGeom xmlns:a="http://schemas.openxmlformats.org/drawingml/2006/main">
            <a:pathLst>
              <a:path w="762000" h="953">
                <a:moveTo>
                  <a:pt x="0" y="0"/>
                </a:moveTo>
                <a:lnTo>
                  <a:pt x="762000" y="0"/>
                </a:lnTo>
              </a:path>
            </a:pathLst>
          </a:custGeom>
          <a:noFill xmlns:a="http://schemas.openxmlformats.org/drawingml/2006/main"/>
          <a:ln xmlns:a="http://schemas.openxmlformats.org/drawingml/2006/main" w="14288">
            <a:solidFill>
              <a:srgbClr val="111111"/>
            </a:solidFill>
          </a:ln>
        </p:spPr>
      </p:sp>
      <p:sp>
        <p:nvSpPr>
          <p:cNvPr id="9" name="F1">
            <a:extLst xmlns:a="http://schemas.openxmlformats.org/drawingml/2006/main">
              <a:ext uri="{FF2B5EF4-FFF2-40B4-BE49-F238E27FC236}">
                <a16:creationId xmlns:a16="http://schemas.microsoft.com/office/drawing/2014/main" id="{A3D32F6D-EBAF-4A5F-A80B-F1FDACC210AF}"/>
              </a:ext>
            </a:extLst>
          </p:cNvPr>
          <p:cNvSpPr>
            <a:spLocks xmlns:a="http://schemas.openxmlformats.org/drawingml/2006/main" noGrp="1"/>
          </p:cNvSpPr>
          <p:nvPr/>
        </p:nvSpPr>
        <p:spPr>
          <a:xfrm xmlns:a="http://schemas.openxmlformats.org/drawingml/2006/main">
            <a:off x="1778794"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F1</a:t>
            </a:r>
          </a:p>
        </p:txBody>
      </p:sp>
      <p:sp>
        <p:nvSpPr>
          <p:cNvPr id="10" name="Ledning">
            <a:extLst xmlns:a="http://schemas.openxmlformats.org/drawingml/2006/main">
              <a:ext uri="{FF2B5EF4-FFF2-40B4-BE49-F238E27FC236}">
                <a16:creationId xmlns:a16="http://schemas.microsoft.com/office/drawing/2014/main" id="{BF2BA526-F9FF-4B00-AE86-5AEAD60100B5}"/>
              </a:ext>
            </a:extLst>
          </p:cNvPr>
          <p:cNvSpPr>
            <a:spLocks xmlns:a="http://schemas.openxmlformats.org/drawingml/2006/main" noGrp="1"/>
          </p:cNvSpPr>
          <p:nvPr/>
        </p:nvSpPr>
        <p:spPr>
          <a:xfrm xmlns:a="http://schemas.openxmlformats.org/drawingml/2006/main">
            <a:off x="2250281" y="2547938"/>
            <a:ext cx="392906" cy="715"/>
          </a:xfrm>
          <a:custGeom xmlns:a="http://schemas.openxmlformats.org/drawingml/2006/main">
            <a:pathLst>
              <a:path w="523875" h="953">
                <a:moveTo>
                  <a:pt x="0" y="0"/>
                </a:moveTo>
                <a:lnTo>
                  <a:pt x="523875" y="0"/>
                </a:lnTo>
              </a:path>
            </a:pathLst>
          </a:custGeom>
          <a:noFill xmlns:a="http://schemas.openxmlformats.org/drawingml/2006/main"/>
          <a:ln xmlns:a="http://schemas.openxmlformats.org/drawingml/2006/main" w="28575">
            <a:solidFill>
              <a:srgbClr val="111111"/>
            </a:solidFill>
          </a:ln>
        </p:spPr>
      </p:sp>
      <p:sp>
        <p:nvSpPr>
          <p:cNvPr id="11" name="">
            <a:extLst xmlns:a="http://schemas.openxmlformats.org/drawingml/2006/main">
              <a:ext uri="{FF2B5EF4-FFF2-40B4-BE49-F238E27FC236}">
                <a16:creationId xmlns:a16="http://schemas.microsoft.com/office/drawing/2014/main" id="{A8F68B8B-E87D-4535-9ACD-F7916AFB5321}"/>
              </a:ext>
            </a:extLst>
          </p:cNvPr>
          <p:cNvSpPr>
            <a:spLocks xmlns:a="http://schemas.openxmlformats.org/drawingml/2006/main" noGrp="1"/>
          </p:cNvSpPr>
          <p:nvPr/>
        </p:nvSpPr>
        <p:spPr>
          <a:xfrm xmlns:a="http://schemas.openxmlformats.org/drawingml/2006/main">
            <a:off x="26074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
            <a:extLst xmlns:a="http://schemas.openxmlformats.org/drawingml/2006/main">
              <a:ext uri="{FF2B5EF4-FFF2-40B4-BE49-F238E27FC236}">
                <a16:creationId xmlns:a16="http://schemas.microsoft.com/office/drawing/2014/main" id="{9A20AA8E-C9C9-4693-8D27-8C3EC35BF75C}"/>
              </a:ext>
            </a:extLst>
          </p:cNvPr>
          <p:cNvSpPr>
            <a:spLocks xmlns:a="http://schemas.openxmlformats.org/drawingml/2006/main" noGrp="1"/>
          </p:cNvSpPr>
          <p:nvPr/>
        </p:nvSpPr>
        <p:spPr>
          <a:xfrm xmlns:a="http://schemas.openxmlformats.org/drawingml/2006/main">
            <a:off x="29503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3" name="Ledning">
            <a:extLst xmlns:a="http://schemas.openxmlformats.org/drawingml/2006/main">
              <a:ext uri="{FF2B5EF4-FFF2-40B4-BE49-F238E27FC236}">
                <a16:creationId xmlns:a16="http://schemas.microsoft.com/office/drawing/2014/main" id="{1C8244B5-5E21-45FE-8558-91B993E1351E}"/>
              </a:ext>
            </a:extLst>
          </p:cNvPr>
          <p:cNvSpPr>
            <a:spLocks xmlns:a="http://schemas.openxmlformats.org/drawingml/2006/main" noGrp="1"/>
          </p:cNvSpPr>
          <p:nvPr/>
        </p:nvSpPr>
        <p:spPr>
          <a:xfrm xmlns:a="http://schemas.openxmlformats.org/drawingml/2006/main">
            <a:off x="2643188" y="2547938"/>
            <a:ext cx="342900" cy="715"/>
          </a:xfrm>
          <a:custGeom xmlns:a="http://schemas.openxmlformats.org/drawingml/2006/main">
            <a:pathLst>
              <a:path w="457200" h="953">
                <a:moveTo>
                  <a:pt x="0" y="0"/>
                </a:moveTo>
                <a:lnTo>
                  <a:pt x="457200" y="0"/>
                </a:lnTo>
              </a:path>
            </a:pathLst>
          </a:custGeom>
          <a:noFill xmlns:a="http://schemas.openxmlformats.org/drawingml/2006/main"/>
          <a:ln xmlns:a="http://schemas.openxmlformats.org/drawingml/2006/main" w="28575">
            <a:solidFill>
              <a:srgbClr val="111111"/>
            </a:solidFill>
          </a:ln>
        </p:spPr>
      </p:sp>
      <p:sp>
        <p:nvSpPr>
          <p:cNvPr id="14" name="S1">
            <a:extLst xmlns:a="http://schemas.openxmlformats.org/drawingml/2006/main">
              <a:ext uri="{FF2B5EF4-FFF2-40B4-BE49-F238E27FC236}">
                <a16:creationId xmlns:a16="http://schemas.microsoft.com/office/drawing/2014/main" id="{A968D827-4528-4FDE-908F-564ACB9DF66C}"/>
              </a:ext>
            </a:extLst>
          </p:cNvPr>
          <p:cNvSpPr>
            <a:spLocks xmlns:a="http://schemas.openxmlformats.org/drawingml/2006/main" noGrp="1"/>
          </p:cNvSpPr>
          <p:nvPr/>
        </p:nvSpPr>
        <p:spPr>
          <a:xfrm xmlns:a="http://schemas.openxmlformats.org/drawingml/2006/main">
            <a:off x="2628900"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S1</a:t>
            </a:r>
          </a:p>
        </p:txBody>
      </p:sp>
      <p:sp>
        <p:nvSpPr>
          <p:cNvPr id="15" name="Ledning">
            <a:extLst xmlns:a="http://schemas.openxmlformats.org/drawingml/2006/main">
              <a:ext uri="{FF2B5EF4-FFF2-40B4-BE49-F238E27FC236}">
                <a16:creationId xmlns:a16="http://schemas.microsoft.com/office/drawing/2014/main" id="{F93210E1-AF98-4B21-8A5A-9367756753BF}"/>
              </a:ext>
            </a:extLst>
          </p:cNvPr>
          <p:cNvSpPr>
            <a:spLocks xmlns:a="http://schemas.openxmlformats.org/drawingml/2006/main" noGrp="1"/>
          </p:cNvSpPr>
          <p:nvPr/>
        </p:nvSpPr>
        <p:spPr>
          <a:xfrm xmlns:a="http://schemas.openxmlformats.org/drawingml/2006/main">
            <a:off x="2986088" y="2547938"/>
            <a:ext cx="264319" cy="715"/>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28575">
            <a:solidFill>
              <a:srgbClr val="111111"/>
            </a:solidFill>
          </a:ln>
        </p:spPr>
      </p:sp>
      <p:sp>
        <p:nvSpPr>
          <p:cNvPr id="16" name="">
            <a:extLst xmlns:a="http://schemas.openxmlformats.org/drawingml/2006/main">
              <a:ext uri="{FF2B5EF4-FFF2-40B4-BE49-F238E27FC236}">
                <a16:creationId xmlns:a16="http://schemas.microsoft.com/office/drawing/2014/main" id="{6F3D13AA-B018-453D-99BE-36F53EE84E5B}"/>
              </a:ext>
            </a:extLst>
          </p:cNvPr>
          <p:cNvSpPr>
            <a:spLocks xmlns:a="http://schemas.openxmlformats.org/drawingml/2006/main" noGrp="1"/>
          </p:cNvSpPr>
          <p:nvPr/>
        </p:nvSpPr>
        <p:spPr>
          <a:xfrm xmlns:a="http://schemas.openxmlformats.org/drawingml/2006/main">
            <a:off x="3200400" y="2497931"/>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7" name="">
            <a:extLst xmlns:a="http://schemas.openxmlformats.org/drawingml/2006/main">
              <a:ext uri="{FF2B5EF4-FFF2-40B4-BE49-F238E27FC236}">
                <a16:creationId xmlns:a16="http://schemas.microsoft.com/office/drawing/2014/main" id="{9128FA6E-DB69-4A1A-95BA-D9AF50B7860B}"/>
              </a:ext>
            </a:extLst>
          </p:cNvPr>
          <p:cNvSpPr>
            <a:spLocks xmlns:a="http://schemas.openxmlformats.org/drawingml/2006/main" noGrp="1"/>
          </p:cNvSpPr>
          <p:nvPr/>
        </p:nvSpPr>
        <p:spPr>
          <a:xfrm xmlns:a="http://schemas.openxmlformats.org/drawingml/2006/main">
            <a:off x="3843338" y="2497931"/>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8" name="K1">
            <a:extLst xmlns:a="http://schemas.openxmlformats.org/drawingml/2006/main">
              <a:ext uri="{FF2B5EF4-FFF2-40B4-BE49-F238E27FC236}">
                <a16:creationId xmlns:a16="http://schemas.microsoft.com/office/drawing/2014/main" id="{0127D1F7-662E-4591-96DB-33BEABA10498}"/>
              </a:ext>
            </a:extLst>
          </p:cNvPr>
          <p:cNvSpPr>
            <a:spLocks xmlns:a="http://schemas.openxmlformats.org/drawingml/2006/main" noGrp="1"/>
          </p:cNvSpPr>
          <p:nvPr/>
        </p:nvSpPr>
        <p:spPr>
          <a:xfrm xmlns:a="http://schemas.openxmlformats.org/drawingml/2006/main">
            <a:off x="3121819" y="2705100"/>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K1</a:t>
            </a:r>
          </a:p>
        </p:txBody>
      </p:sp>
      <p:sp>
        <p:nvSpPr>
          <p:cNvPr id="19" name="K2">
            <a:extLst xmlns:a="http://schemas.openxmlformats.org/drawingml/2006/main">
              <a:ext uri="{FF2B5EF4-FFF2-40B4-BE49-F238E27FC236}">
                <a16:creationId xmlns:a16="http://schemas.microsoft.com/office/drawing/2014/main" id="{5837CADF-560B-44A6-A936-7A76380C8FB7}"/>
              </a:ext>
            </a:extLst>
          </p:cNvPr>
          <p:cNvSpPr>
            <a:spLocks xmlns:a="http://schemas.openxmlformats.org/drawingml/2006/main" noGrp="1"/>
          </p:cNvSpPr>
          <p:nvPr/>
        </p:nvSpPr>
        <p:spPr>
          <a:xfrm xmlns:a="http://schemas.openxmlformats.org/drawingml/2006/main">
            <a:off x="3757612" y="2705100"/>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K2</a:t>
            </a:r>
          </a:p>
        </p:txBody>
      </p:sp>
      <p:sp>
        <p:nvSpPr>
          <p:cNvPr id="20" name="Ledning">
            <a:extLst xmlns:a="http://schemas.openxmlformats.org/drawingml/2006/main">
              <a:ext uri="{FF2B5EF4-FFF2-40B4-BE49-F238E27FC236}">
                <a16:creationId xmlns:a16="http://schemas.microsoft.com/office/drawing/2014/main" id="{0F842894-E0C0-411E-997F-28C3CF90C5AE}"/>
              </a:ext>
            </a:extLst>
          </p:cNvPr>
          <p:cNvSpPr>
            <a:spLocks xmlns:a="http://schemas.openxmlformats.org/drawingml/2006/main" noGrp="1"/>
          </p:cNvSpPr>
          <p:nvPr/>
        </p:nvSpPr>
        <p:spPr>
          <a:xfrm xmlns:a="http://schemas.openxmlformats.org/drawingml/2006/main">
            <a:off x="3893344"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21" name="Ledning">
            <a:extLst xmlns:a="http://schemas.openxmlformats.org/drawingml/2006/main">
              <a:ext uri="{FF2B5EF4-FFF2-40B4-BE49-F238E27FC236}">
                <a16:creationId xmlns:a16="http://schemas.microsoft.com/office/drawing/2014/main" id="{042791C9-187B-44B7-99AB-1E3E60389F9C}"/>
              </a:ext>
            </a:extLst>
          </p:cNvPr>
          <p:cNvSpPr>
            <a:spLocks xmlns:a="http://schemas.openxmlformats.org/drawingml/2006/main" noGrp="1"/>
          </p:cNvSpPr>
          <p:nvPr/>
        </p:nvSpPr>
        <p:spPr>
          <a:xfrm xmlns:a="http://schemas.openxmlformats.org/drawingml/2006/main">
            <a:off x="4536281" y="2547938"/>
            <a:ext cx="715" cy="892969"/>
          </a:xfrm>
          <a:custGeom xmlns:a="http://schemas.openxmlformats.org/drawingml/2006/main">
            <a:pathLst>
              <a:path w="953" h="1190625">
                <a:moveTo>
                  <a:pt x="0" y="0"/>
                </a:moveTo>
                <a:lnTo>
                  <a:pt x="0" y="1190625"/>
                </a:lnTo>
              </a:path>
            </a:pathLst>
          </a:custGeom>
          <a:noFill xmlns:a="http://schemas.openxmlformats.org/drawingml/2006/main"/>
          <a:ln xmlns:a="http://schemas.openxmlformats.org/drawingml/2006/main" w="28575">
            <a:solidFill>
              <a:srgbClr val="111111"/>
            </a:solidFill>
          </a:ln>
        </p:spPr>
      </p:sp>
      <p:sp>
        <p:nvSpPr>
          <p:cNvPr id="22" name="">
            <a:extLst xmlns:a="http://schemas.openxmlformats.org/drawingml/2006/main">
              <a:ext uri="{FF2B5EF4-FFF2-40B4-BE49-F238E27FC236}">
                <a16:creationId xmlns:a16="http://schemas.microsoft.com/office/drawing/2014/main" id="{C906FB35-959F-4D75-8F45-60C9C109F25B}"/>
              </a:ext>
            </a:extLst>
          </p:cNvPr>
          <p:cNvSpPr>
            <a:spLocks xmlns:a="http://schemas.openxmlformats.org/drawingml/2006/main" noGrp="1"/>
          </p:cNvSpPr>
          <p:nvPr/>
        </p:nvSpPr>
        <p:spPr>
          <a:xfrm xmlns:a="http://schemas.openxmlformats.org/drawingml/2006/main">
            <a:off x="4321969" y="3440906"/>
            <a:ext cx="428625" cy="428625"/>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D309957D-AB41-4782-BC2D-EF90EAEC8C17}"/>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0" y="0"/>
                </a:moveTo>
                <a:lnTo>
                  <a:pt x="388620" y="388620"/>
                </a:lnTo>
              </a:path>
            </a:pathLst>
          </a:custGeom>
          <a:noFill xmlns:a="http://schemas.openxmlformats.org/drawingml/2006/main"/>
          <a:ln xmlns:a="http://schemas.openxmlformats.org/drawingml/2006/main" w="28575">
            <a:solidFill>
              <a:srgbClr val="111111"/>
            </a:solidFill>
          </a:ln>
        </p:spPr>
      </p:sp>
      <p:sp>
        <p:nvSpPr>
          <p:cNvPr id="24" name="Ledning">
            <a:extLst xmlns:a="http://schemas.openxmlformats.org/drawingml/2006/main">
              <a:ext uri="{FF2B5EF4-FFF2-40B4-BE49-F238E27FC236}">
                <a16:creationId xmlns:a16="http://schemas.microsoft.com/office/drawing/2014/main" id="{7F4D9656-3F60-4539-A669-EB45A09573FA}"/>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388620" y="0"/>
                </a:moveTo>
                <a:lnTo>
                  <a:pt x="0" y="388620"/>
                </a:lnTo>
              </a:path>
            </a:pathLst>
          </a:custGeom>
          <a:noFill xmlns:a="http://schemas.openxmlformats.org/drawingml/2006/main"/>
          <a:ln xmlns:a="http://schemas.openxmlformats.org/drawingml/2006/main" w="28575">
            <a:solidFill>
              <a:srgbClr val="111111"/>
            </a:solidFill>
          </a:ln>
        </p:spPr>
      </p:sp>
      <p:sp>
        <p:nvSpPr>
          <p:cNvPr id="25" name="Ledning">
            <a:extLst xmlns:a="http://schemas.openxmlformats.org/drawingml/2006/main">
              <a:ext uri="{FF2B5EF4-FFF2-40B4-BE49-F238E27FC236}">
                <a16:creationId xmlns:a16="http://schemas.microsoft.com/office/drawing/2014/main" id="{6CAADC4B-CAD3-488D-986C-4840E82DB29D}"/>
              </a:ext>
            </a:extLst>
          </p:cNvPr>
          <p:cNvSpPr>
            <a:spLocks xmlns:a="http://schemas.openxmlformats.org/drawingml/2006/main" noGrp="1"/>
          </p:cNvSpPr>
          <p:nvPr/>
        </p:nvSpPr>
        <p:spPr>
          <a:xfrm xmlns:a="http://schemas.openxmlformats.org/drawingml/2006/main">
            <a:off x="4536281" y="3869531"/>
            <a:ext cx="715" cy="785812"/>
          </a:xfrm>
          <a:custGeom xmlns:a="http://schemas.openxmlformats.org/drawingml/2006/main">
            <a:pathLst>
              <a:path w="953" h="1047750">
                <a:moveTo>
                  <a:pt x="0" y="0"/>
                </a:moveTo>
                <a:lnTo>
                  <a:pt x="0" y="1047750"/>
                </a:lnTo>
              </a:path>
            </a:pathLst>
          </a:custGeom>
          <a:noFill xmlns:a="http://schemas.openxmlformats.org/drawingml/2006/main"/>
          <a:ln xmlns:a="http://schemas.openxmlformats.org/drawingml/2006/main" w="28575">
            <a:solidFill>
              <a:srgbClr val="111111"/>
            </a:solidFill>
          </a:ln>
        </p:spPr>
      </p:sp>
      <p:sp>
        <p:nvSpPr>
          <p:cNvPr id="26" name="Ledning">
            <a:extLst xmlns:a="http://schemas.openxmlformats.org/drawingml/2006/main">
              <a:ext uri="{FF2B5EF4-FFF2-40B4-BE49-F238E27FC236}">
                <a16:creationId xmlns:a16="http://schemas.microsoft.com/office/drawing/2014/main" id="{DC31F82C-57B8-4A46-A4B9-2CBB72D89183}"/>
              </a:ext>
            </a:extLst>
          </p:cNvPr>
          <p:cNvSpPr>
            <a:spLocks xmlns:a="http://schemas.openxmlformats.org/drawingml/2006/main" noGrp="1"/>
          </p:cNvSpPr>
          <p:nvPr/>
        </p:nvSpPr>
        <p:spPr>
          <a:xfrm xmlns:a="http://schemas.openxmlformats.org/drawingml/2006/main">
            <a:off x="892969" y="4655344"/>
            <a:ext cx="3643312" cy="715"/>
          </a:xfrm>
          <a:custGeom xmlns:a="http://schemas.openxmlformats.org/drawingml/2006/main">
            <a:pathLst>
              <a:path w="4857750" h="953">
                <a:moveTo>
                  <a:pt x="4857750" y="0"/>
                </a:moveTo>
                <a:lnTo>
                  <a:pt x="0" y="0"/>
                </a:lnTo>
              </a:path>
            </a:pathLst>
          </a:custGeom>
          <a:noFill xmlns:a="http://schemas.openxmlformats.org/drawingml/2006/main"/>
          <a:ln xmlns:a="http://schemas.openxmlformats.org/drawingml/2006/main" w="28575">
            <a:solidFill>
              <a:srgbClr val="111111"/>
            </a:solidFill>
          </a:ln>
        </p:spPr>
      </p:sp>
      <p:sp>
        <p:nvSpPr>
          <p:cNvPr id="27" name="Ledning">
            <a:extLst xmlns:a="http://schemas.openxmlformats.org/drawingml/2006/main">
              <a:ext uri="{FF2B5EF4-FFF2-40B4-BE49-F238E27FC236}">
                <a16:creationId xmlns:a16="http://schemas.microsoft.com/office/drawing/2014/main" id="{057C4E1E-0BCB-4944-BC6F-7A528B171AD5}"/>
              </a:ext>
            </a:extLst>
          </p:cNvPr>
          <p:cNvSpPr>
            <a:spLocks xmlns:a="http://schemas.openxmlformats.org/drawingml/2006/main" noGrp="1"/>
          </p:cNvSpPr>
          <p:nvPr/>
        </p:nvSpPr>
        <p:spPr>
          <a:xfrm xmlns:a="http://schemas.openxmlformats.org/drawingml/2006/main">
            <a:off x="892969" y="3912394"/>
            <a:ext cx="715" cy="742950"/>
          </a:xfrm>
          <a:custGeom xmlns:a="http://schemas.openxmlformats.org/drawingml/2006/main">
            <a:pathLst>
              <a:path w="953" h="990600">
                <a:moveTo>
                  <a:pt x="0" y="990600"/>
                </a:moveTo>
                <a:lnTo>
                  <a:pt x="0" y="0"/>
                </a:lnTo>
              </a:path>
            </a:pathLst>
          </a:custGeom>
          <a:noFill xmlns:a="http://schemas.openxmlformats.org/drawingml/2006/main"/>
          <a:ln xmlns:a="http://schemas.openxmlformats.org/drawingml/2006/main" w="28575">
            <a:solidFill>
              <a:srgbClr val="111111"/>
            </a:solidFill>
          </a:ln>
        </p:spPr>
      </p:sp>
      <p:sp>
        <p:nvSpPr>
          <p:cNvPr id="28" name="">
            <a:extLst xmlns:a="http://schemas.openxmlformats.org/drawingml/2006/main">
              <a:ext uri="{FF2B5EF4-FFF2-40B4-BE49-F238E27FC236}">
                <a16:creationId xmlns:a16="http://schemas.microsoft.com/office/drawing/2014/main" id="{2996626E-CD6E-4499-8472-B475FD1AAF0B}"/>
              </a:ext>
            </a:extLst>
          </p:cNvPr>
          <p:cNvSpPr>
            <a:spLocks xmlns:a="http://schemas.openxmlformats.org/drawingml/2006/main" noGrp="1"/>
          </p:cNvSpPr>
          <p:nvPr/>
        </p:nvSpPr>
        <p:spPr>
          <a:xfrm xmlns:a="http://schemas.openxmlformats.org/drawingml/2006/main">
            <a:off x="650081" y="3426619"/>
            <a:ext cx="485775" cy="485775"/>
          </a:xfrm>
          <a:prstGeom xmlns:a="http://schemas.openxmlformats.org/drawingml/2006/main" prst="ellipse">
            <a:avLst/>
          </a:prstGeom>
          <a:solidFill xmlns:a="http://schemas.openxmlformats.org/drawingml/2006/main">
            <a:srgbClr val="FFFFFF"/>
          </a:solidFill>
          <a:ln xmlns:a="http://schemas.openxmlformats.org/drawingml/2006/main" w="28575">
            <a:solidFill>
              <a:srgbClr val="505864"/>
            </a:solidFill>
          </a:ln>
        </p:spPr>
      </p:sp>
      <p:sp>
        <p:nvSpPr>
          <p:cNvPr id="29" name="+">
            <a:extLst xmlns:a="http://schemas.openxmlformats.org/drawingml/2006/main">
              <a:ext uri="{FF2B5EF4-FFF2-40B4-BE49-F238E27FC236}">
                <a16:creationId xmlns:a16="http://schemas.microsoft.com/office/drawing/2014/main" id="{EAD755EB-3F3A-4FBA-895E-F7E210A3058B}"/>
              </a:ext>
            </a:extLst>
          </p:cNvPr>
          <p:cNvSpPr>
            <a:spLocks xmlns:a="http://schemas.openxmlformats.org/drawingml/2006/main" noGrp="1"/>
          </p:cNvSpPr>
          <p:nvPr/>
        </p:nvSpPr>
        <p:spPr>
          <a:xfrm xmlns:a="http://schemas.openxmlformats.org/drawingml/2006/main">
            <a:off x="800100" y="3448050"/>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30" name="−">
            <a:extLst xmlns:a="http://schemas.openxmlformats.org/drawingml/2006/main">
              <a:ext uri="{FF2B5EF4-FFF2-40B4-BE49-F238E27FC236}">
                <a16:creationId xmlns:a16="http://schemas.microsoft.com/office/drawing/2014/main" id="{38E32FE0-0427-42A7-8849-1F990196E868}"/>
              </a:ext>
            </a:extLst>
          </p:cNvPr>
          <p:cNvSpPr>
            <a:spLocks xmlns:a="http://schemas.openxmlformats.org/drawingml/2006/main" noGrp="1"/>
          </p:cNvSpPr>
          <p:nvPr/>
        </p:nvSpPr>
        <p:spPr>
          <a:xfrm xmlns:a="http://schemas.openxmlformats.org/drawingml/2006/main">
            <a:off x="800100" y="3683794"/>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31" name="12 V-källa&#10;AV">
            <a:extLst xmlns:a="http://schemas.openxmlformats.org/drawingml/2006/main">
              <a:ext uri="{FF2B5EF4-FFF2-40B4-BE49-F238E27FC236}">
                <a16:creationId xmlns:a16="http://schemas.microsoft.com/office/drawing/2014/main" id="{25C16A89-4929-4D56-BCB0-2331AA2263FB}"/>
              </a:ext>
            </a:extLst>
          </p:cNvPr>
          <p:cNvSpPr>
            <a:spLocks xmlns:a="http://schemas.openxmlformats.org/drawingml/2006/main" noGrp="1"/>
          </p:cNvSpPr>
          <p:nvPr/>
        </p:nvSpPr>
        <p:spPr>
          <a:xfrm xmlns:a="http://schemas.openxmlformats.org/drawingml/2006/main">
            <a:off x="1293019" y="3469481"/>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12 V-källa</a:t>
            </a:r>
          </a:p>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AV</a:t>
            </a:r>
          </a:p>
        </p:txBody>
      </p:sp>
      <p:sp>
        <p:nvSpPr>
          <p:cNvPr id="32" name="H1">
            <a:extLst xmlns:a="http://schemas.openxmlformats.org/drawingml/2006/main">
              <a:ext uri="{FF2B5EF4-FFF2-40B4-BE49-F238E27FC236}">
                <a16:creationId xmlns:a16="http://schemas.microsoft.com/office/drawing/2014/main" id="{4A75D524-63E4-446C-9DDC-8E22EBF6FE8C}"/>
              </a:ext>
            </a:extLst>
          </p:cNvPr>
          <p:cNvSpPr>
            <a:spLocks xmlns:a="http://schemas.openxmlformats.org/drawingml/2006/main" noGrp="1"/>
          </p:cNvSpPr>
          <p:nvPr/>
        </p:nvSpPr>
        <p:spPr>
          <a:xfrm xmlns:a="http://schemas.openxmlformats.org/drawingml/2006/main">
            <a:off x="4822031" y="3548062"/>
            <a:ext cx="500062"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H1</a:t>
            </a:r>
          </a:p>
        </p:txBody>
      </p:sp>
      <p:sp>
        <p:nvSpPr>
          <p:cNvPr id="33" name="">
            <a:extLst xmlns:a="http://schemas.openxmlformats.org/drawingml/2006/main">
              <a:ext uri="{FF2B5EF4-FFF2-40B4-BE49-F238E27FC236}">
                <a16:creationId xmlns:a16="http://schemas.microsoft.com/office/drawing/2014/main" id="{4C6F5C52-6BEB-43B7-B496-F53D6271B633}"/>
              </a:ext>
            </a:extLst>
          </p:cNvPr>
          <p:cNvSpPr>
            <a:spLocks xmlns:a="http://schemas.openxmlformats.org/drawingml/2006/main" noGrp="1"/>
          </p:cNvSpPr>
          <p:nvPr/>
        </p:nvSpPr>
        <p:spPr>
          <a:xfrm xmlns:a="http://schemas.openxmlformats.org/drawingml/2006/main">
            <a:off x="4500562" y="3048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4" name="">
            <a:extLst xmlns:a="http://schemas.openxmlformats.org/drawingml/2006/main">
              <a:ext uri="{FF2B5EF4-FFF2-40B4-BE49-F238E27FC236}">
                <a16:creationId xmlns:a16="http://schemas.microsoft.com/office/drawing/2014/main" id="{2F4ADB64-9C6E-49C8-99C8-59147DD17888}"/>
              </a:ext>
            </a:extLst>
          </p:cNvPr>
          <p:cNvSpPr>
            <a:spLocks xmlns:a="http://schemas.openxmlformats.org/drawingml/2006/main" noGrp="1"/>
          </p:cNvSpPr>
          <p:nvPr/>
        </p:nvSpPr>
        <p:spPr>
          <a:xfrm xmlns:a="http://schemas.openxmlformats.org/drawingml/2006/main">
            <a:off x="4500562" y="4191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5" name="P1">
            <a:extLst xmlns:a="http://schemas.openxmlformats.org/drawingml/2006/main">
              <a:ext uri="{FF2B5EF4-FFF2-40B4-BE49-F238E27FC236}">
                <a16:creationId xmlns:a16="http://schemas.microsoft.com/office/drawing/2014/main" id="{AECCF150-DF12-4681-B696-6759F139B4D7}"/>
              </a:ext>
            </a:extLst>
          </p:cNvPr>
          <p:cNvSpPr>
            <a:spLocks xmlns:a="http://schemas.openxmlformats.org/drawingml/2006/main" noGrp="1"/>
          </p:cNvSpPr>
          <p:nvPr/>
        </p:nvSpPr>
        <p:spPr>
          <a:xfrm xmlns:a="http://schemas.openxmlformats.org/drawingml/2006/main">
            <a:off x="4722019" y="2797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P1</a:t>
            </a:r>
          </a:p>
        </p:txBody>
      </p:sp>
      <p:sp>
        <p:nvSpPr>
          <p:cNvPr id="36" name="P2">
            <a:extLst xmlns:a="http://schemas.openxmlformats.org/drawingml/2006/main">
              <a:ext uri="{FF2B5EF4-FFF2-40B4-BE49-F238E27FC236}">
                <a16:creationId xmlns:a16="http://schemas.microsoft.com/office/drawing/2014/main" id="{8982345A-FEC8-4F8A-85FD-E133E84E6A58}"/>
              </a:ext>
            </a:extLst>
          </p:cNvPr>
          <p:cNvSpPr>
            <a:spLocks xmlns:a="http://schemas.openxmlformats.org/drawingml/2006/main" noGrp="1"/>
          </p:cNvSpPr>
          <p:nvPr/>
        </p:nvSpPr>
        <p:spPr>
          <a:xfrm xmlns:a="http://schemas.openxmlformats.org/drawingml/2006/main">
            <a:off x="4722019" y="3940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P2</a:t>
            </a:r>
          </a:p>
        </p:txBody>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5de3a3e595174515"/>
          <a:stretch xmlns:a="http://schemas.openxmlformats.org/drawingml/2006/main"/>
        </p:blipFill>
        <p:spPr>
          <a:xfrm xmlns:a="http://schemas.openxmlformats.org/drawingml/2006/main">
            <a:off x="6357938" y="1905000"/>
            <a:ext cx="2071688" cy="3107531"/>
          </a:xfrm>
          <a:prstGeom xmlns:a="http://schemas.openxmlformats.org/drawingml/2006/main" prst="rect">
            <a:avLst/>
          </a:prstGeom>
        </p:spPr>
      </p:pic>
      <p:sp>
        <p:nvSpPr>
          <p:cNvPr id="38" name="10 A">
            <a:extLst xmlns:a="http://schemas.openxmlformats.org/drawingml/2006/main">
              <a:ext uri="{FF2B5EF4-FFF2-40B4-BE49-F238E27FC236}">
                <a16:creationId xmlns:a16="http://schemas.microsoft.com/office/drawing/2014/main" id="{F55C1C6F-A1E4-4DEB-BF25-380E224B82E2}"/>
              </a:ext>
            </a:extLst>
          </p:cNvPr>
          <p:cNvSpPr>
            <a:spLocks xmlns:a="http://schemas.openxmlformats.org/drawingml/2006/main" noGrp="1"/>
          </p:cNvSpPr>
          <p:nvPr/>
        </p:nvSpPr>
        <p:spPr>
          <a:xfrm xmlns:a="http://schemas.openxmlformats.org/drawingml/2006/main">
            <a:off x="667283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10 A</a:t>
            </a:r>
          </a:p>
        </p:txBody>
      </p:sp>
      <p:sp>
        <p:nvSpPr>
          <p:cNvPr id="39" name="mA">
            <a:extLst xmlns:a="http://schemas.openxmlformats.org/drawingml/2006/main">
              <a:ext uri="{FF2B5EF4-FFF2-40B4-BE49-F238E27FC236}">
                <a16:creationId xmlns:a16="http://schemas.microsoft.com/office/drawing/2014/main" id="{AD0D634F-BE8D-424A-8BE5-0D2CEC10F80E}"/>
              </a:ext>
            </a:extLst>
          </p:cNvPr>
          <p:cNvSpPr>
            <a:spLocks xmlns:a="http://schemas.openxmlformats.org/drawingml/2006/main" noGrp="1"/>
          </p:cNvSpPr>
          <p:nvPr/>
        </p:nvSpPr>
        <p:spPr>
          <a:xfrm xmlns:a="http://schemas.openxmlformats.org/drawingml/2006/main">
            <a:off x="702916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mA</a:t>
            </a:r>
          </a:p>
        </p:txBody>
      </p:sp>
      <p:sp>
        <p:nvSpPr>
          <p:cNvPr id="40" name="COM">
            <a:extLst xmlns:a="http://schemas.openxmlformats.org/drawingml/2006/main">
              <a:ext uri="{FF2B5EF4-FFF2-40B4-BE49-F238E27FC236}">
                <a16:creationId xmlns:a16="http://schemas.microsoft.com/office/drawing/2014/main" id="{8A73368E-BD97-4B7D-8B26-7894F54A2C53}"/>
              </a:ext>
            </a:extLst>
          </p:cNvPr>
          <p:cNvSpPr>
            <a:spLocks xmlns:a="http://schemas.openxmlformats.org/drawingml/2006/main" noGrp="1"/>
          </p:cNvSpPr>
          <p:nvPr/>
        </p:nvSpPr>
        <p:spPr>
          <a:xfrm xmlns:a="http://schemas.openxmlformats.org/drawingml/2006/main">
            <a:off x="738549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COM</a:t>
            </a:r>
          </a:p>
        </p:txBody>
      </p:sp>
      <p:sp>
        <p:nvSpPr>
          <p:cNvPr id="41" name="VΩ">
            <a:extLst xmlns:a="http://schemas.openxmlformats.org/drawingml/2006/main">
              <a:ext uri="{FF2B5EF4-FFF2-40B4-BE49-F238E27FC236}">
                <a16:creationId xmlns:a16="http://schemas.microsoft.com/office/drawing/2014/main" id="{88DE938B-6FC7-4358-B49E-0EF441A2D0E9}"/>
              </a:ext>
            </a:extLst>
          </p:cNvPr>
          <p:cNvSpPr>
            <a:spLocks xmlns:a="http://schemas.openxmlformats.org/drawingml/2006/main" noGrp="1"/>
          </p:cNvSpPr>
          <p:nvPr/>
        </p:nvSpPr>
        <p:spPr>
          <a:xfrm xmlns:a="http://schemas.openxmlformats.org/drawingml/2006/main">
            <a:off x="7741825"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VΩ</a:t>
            </a:r>
          </a:p>
        </p:txBody>
      </p:sp>
      <p:sp>
        <p:nvSpPr>
          <p:cNvPr id="42" name="A DC">
            <a:extLst xmlns:a="http://schemas.openxmlformats.org/drawingml/2006/main">
              <a:ext uri="{FF2B5EF4-FFF2-40B4-BE49-F238E27FC236}">
                <a16:creationId xmlns:a16="http://schemas.microsoft.com/office/drawing/2014/main" id="{F60A2DBD-049F-4E12-B672-28524409EA9F}"/>
              </a:ext>
            </a:extLst>
          </p:cNvPr>
          <p:cNvSpPr>
            <a:spLocks xmlns:a="http://schemas.openxmlformats.org/drawingml/2006/main" noGrp="1"/>
          </p:cNvSpPr>
          <p:nvPr/>
        </p:nvSpPr>
        <p:spPr>
          <a:xfrm xmlns:a="http://schemas.openxmlformats.org/drawingml/2006/main">
            <a:off x="6813709" y="2622840"/>
            <a:ext cx="1160145" cy="121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62" b="1">
                <a:solidFill>
                  <a:srgbClr val="111111"/>
                </a:solidFill>
                <a:latin typeface="Calibri"/>
                <a:ea typeface="Calibri"/>
                <a:cs typeface="Calibri"/>
              </a:defRPr>
            </a:pPr>
            <a:r>
              <a:rPr sz="962" b="1">
                <a:solidFill>
                  <a:srgbClr val="111111"/>
                </a:solidFill>
                <a:latin typeface="Calibri"/>
                <a:ea typeface="Calibri"/>
                <a:cs typeface="Calibri"/>
              </a:rPr>
              <a:t>A DC</a:t>
            </a:r>
          </a:p>
        </p:txBody>
      </p:sp>
      <p:sp>
        <p:nvSpPr>
          <p:cNvPr id="43" name="V DC">
            <a:extLst xmlns:a="http://schemas.openxmlformats.org/drawingml/2006/main">
              <a:ext uri="{FF2B5EF4-FFF2-40B4-BE49-F238E27FC236}">
                <a16:creationId xmlns:a16="http://schemas.microsoft.com/office/drawing/2014/main" id="{8E04D9FC-59F8-40DC-A81B-E7709C3106AF}"/>
              </a:ext>
            </a:extLst>
          </p:cNvPr>
          <p:cNvSpPr>
            <a:spLocks xmlns:a="http://schemas.openxmlformats.org/drawingml/2006/main" noGrp="1"/>
          </p:cNvSpPr>
          <p:nvPr/>
        </p:nvSpPr>
        <p:spPr>
          <a:xfrm xmlns:a="http://schemas.openxmlformats.org/drawingml/2006/main">
            <a:off x="7207330" y="285279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DC</a:t>
            </a:r>
          </a:p>
        </p:txBody>
      </p:sp>
      <p:sp>
        <p:nvSpPr>
          <p:cNvPr id="44" name="V AC">
            <a:extLst xmlns:a="http://schemas.openxmlformats.org/drawingml/2006/main">
              <a:ext uri="{FF2B5EF4-FFF2-40B4-BE49-F238E27FC236}">
                <a16:creationId xmlns:a16="http://schemas.microsoft.com/office/drawing/2014/main" id="{18D0769E-3D20-4E67-9F50-72D09597E77A}"/>
              </a:ext>
            </a:extLst>
          </p:cNvPr>
          <p:cNvSpPr>
            <a:spLocks xmlns:a="http://schemas.openxmlformats.org/drawingml/2006/main" noGrp="1"/>
          </p:cNvSpPr>
          <p:nvPr/>
        </p:nvSpPr>
        <p:spPr>
          <a:xfrm xmlns:a="http://schemas.openxmlformats.org/drawingml/2006/main">
            <a:off x="7664834"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AC</a:t>
            </a:r>
          </a:p>
        </p:txBody>
      </p:sp>
      <p:sp>
        <p:nvSpPr>
          <p:cNvPr id="45" name="A DC">
            <a:extLst xmlns:a="http://schemas.openxmlformats.org/drawingml/2006/main">
              <a:ext uri="{FF2B5EF4-FFF2-40B4-BE49-F238E27FC236}">
                <a16:creationId xmlns:a16="http://schemas.microsoft.com/office/drawing/2014/main" id="{5CC12BFB-4D24-42DF-9C18-17437313ABDE}"/>
              </a:ext>
            </a:extLst>
          </p:cNvPr>
          <p:cNvSpPr>
            <a:spLocks xmlns:a="http://schemas.openxmlformats.org/drawingml/2006/main" noGrp="1"/>
          </p:cNvSpPr>
          <p:nvPr/>
        </p:nvSpPr>
        <p:spPr>
          <a:xfrm xmlns:a="http://schemas.openxmlformats.org/drawingml/2006/main">
            <a:off x="7664834"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1">
                <a:solidFill>
                  <a:srgbClr val="064F91"/>
                </a:solidFill>
                <a:latin typeface="Calibri"/>
                <a:ea typeface="Calibri"/>
                <a:cs typeface="Calibri"/>
              </a:defRPr>
            </a:pPr>
            <a:r>
              <a:rPr sz="897" b="1">
                <a:solidFill>
                  <a:srgbClr val="064F91"/>
                </a:solidFill>
                <a:latin typeface="Calibri"/>
                <a:ea typeface="Calibri"/>
                <a:cs typeface="Calibri"/>
              </a:rPr>
              <a:t>A DC</a:t>
            </a:r>
          </a:p>
        </p:txBody>
      </p:sp>
      <p:sp>
        <p:nvSpPr>
          <p:cNvPr id="46" name="Ω">
            <a:extLst xmlns:a="http://schemas.openxmlformats.org/drawingml/2006/main">
              <a:ext uri="{FF2B5EF4-FFF2-40B4-BE49-F238E27FC236}">
                <a16:creationId xmlns:a16="http://schemas.microsoft.com/office/drawing/2014/main" id="{5FA396E6-D677-4FB6-A26E-5BF9BBDABEED}"/>
              </a:ext>
            </a:extLst>
          </p:cNvPr>
          <p:cNvSpPr>
            <a:spLocks xmlns:a="http://schemas.openxmlformats.org/drawingml/2006/main" noGrp="1"/>
          </p:cNvSpPr>
          <p:nvPr/>
        </p:nvSpPr>
        <p:spPr>
          <a:xfrm xmlns:a="http://schemas.openxmlformats.org/drawingml/2006/main">
            <a:off x="7207330" y="390935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Ω</a:t>
            </a:r>
          </a:p>
        </p:txBody>
      </p:sp>
      <p:sp>
        <p:nvSpPr>
          <p:cNvPr id="47" name="PIP">
            <a:extLst xmlns:a="http://schemas.openxmlformats.org/drawingml/2006/main">
              <a:ext uri="{FF2B5EF4-FFF2-40B4-BE49-F238E27FC236}">
                <a16:creationId xmlns:a16="http://schemas.microsoft.com/office/drawing/2014/main" id="{06E560FB-FCF2-4630-8FB8-31611670D341}"/>
              </a:ext>
            </a:extLst>
          </p:cNvPr>
          <p:cNvSpPr>
            <a:spLocks xmlns:a="http://schemas.openxmlformats.org/drawingml/2006/main" noGrp="1"/>
          </p:cNvSpPr>
          <p:nvPr/>
        </p:nvSpPr>
        <p:spPr>
          <a:xfrm xmlns:a="http://schemas.openxmlformats.org/drawingml/2006/main">
            <a:off x="6749825"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PIP</a:t>
            </a:r>
          </a:p>
        </p:txBody>
      </p:sp>
      <p:sp>
        <p:nvSpPr>
          <p:cNvPr id="48" name="OFF">
            <a:extLst xmlns:a="http://schemas.openxmlformats.org/drawingml/2006/main">
              <a:ext uri="{FF2B5EF4-FFF2-40B4-BE49-F238E27FC236}">
                <a16:creationId xmlns:a16="http://schemas.microsoft.com/office/drawing/2014/main" id="{45779D66-5550-467A-93A6-2AEDD1ECD03C}"/>
              </a:ext>
            </a:extLst>
          </p:cNvPr>
          <p:cNvSpPr>
            <a:spLocks xmlns:a="http://schemas.openxmlformats.org/drawingml/2006/main" noGrp="1"/>
          </p:cNvSpPr>
          <p:nvPr/>
        </p:nvSpPr>
        <p:spPr>
          <a:xfrm xmlns:a="http://schemas.openxmlformats.org/drawingml/2006/main">
            <a:off x="6749825"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OFF</a:t>
            </a:r>
          </a:p>
        </p:txBody>
      </p:sp>
      <p:sp>
        <p:nvSpPr>
          <p:cNvPr id="49" name="Ledning">
            <a:extLst xmlns:a="http://schemas.openxmlformats.org/drawingml/2006/main">
              <a:ext uri="{FF2B5EF4-FFF2-40B4-BE49-F238E27FC236}">
                <a16:creationId xmlns:a16="http://schemas.microsoft.com/office/drawing/2014/main" id="{82C5693A-9207-4AF1-8F53-313890C3C904}"/>
              </a:ext>
            </a:extLst>
          </p:cNvPr>
          <p:cNvSpPr>
            <a:spLocks xmlns:a="http://schemas.openxmlformats.org/drawingml/2006/main" noGrp="1"/>
          </p:cNvSpPr>
          <p:nvPr/>
        </p:nvSpPr>
        <p:spPr>
          <a:xfrm xmlns:a="http://schemas.openxmlformats.org/drawingml/2006/main">
            <a:off x="7393781" y="3458766"/>
            <a:ext cx="269120" cy="155377"/>
          </a:xfrm>
          <a:custGeom xmlns:a="http://schemas.openxmlformats.org/drawingml/2006/main">
            <a:pathLst>
              <a:path w="358827" h="207169">
                <a:moveTo>
                  <a:pt x="0" y="0"/>
                </a:moveTo>
                <a:lnTo>
                  <a:pt x="358827" y="207169"/>
                </a:lnTo>
              </a:path>
            </a:pathLst>
          </a:custGeom>
          <a:noFill xmlns:a="http://schemas.openxmlformats.org/drawingml/2006/main"/>
          <a:ln xmlns:a="http://schemas.openxmlformats.org/drawingml/2006/main" w="42862">
            <a:solidFill>
              <a:srgbClr val="064F91"/>
            </a:solidFill>
          </a:ln>
        </p:spPr>
      </p:sp>
      <p:sp>
        <p:nvSpPr>
          <p:cNvPr id="50" name="">
            <a:extLst xmlns:a="http://schemas.openxmlformats.org/drawingml/2006/main">
              <a:ext uri="{FF2B5EF4-FFF2-40B4-BE49-F238E27FC236}">
                <a16:creationId xmlns:a16="http://schemas.microsoft.com/office/drawing/2014/main" id="{28E22263-EB2B-45CC-9378-4C487F81E803}"/>
              </a:ext>
            </a:extLst>
          </p:cNvPr>
          <p:cNvSpPr>
            <a:spLocks xmlns:a="http://schemas.openxmlformats.org/drawingml/2006/main" noGrp="1"/>
          </p:cNvSpPr>
          <p:nvPr/>
        </p:nvSpPr>
        <p:spPr>
          <a:xfrm xmlns:a="http://schemas.openxmlformats.org/drawingml/2006/main">
            <a:off x="7358062" y="3423047"/>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51" name="">
            <a:extLst xmlns:a="http://schemas.openxmlformats.org/drawingml/2006/main">
              <a:ext uri="{FF2B5EF4-FFF2-40B4-BE49-F238E27FC236}">
                <a16:creationId xmlns:a16="http://schemas.microsoft.com/office/drawing/2014/main" id="{89A70784-C364-47EF-B21E-41B9B3A80FBE}"/>
              </a:ext>
            </a:extLst>
          </p:cNvPr>
          <p:cNvSpPr>
            <a:spLocks xmlns:a="http://schemas.openxmlformats.org/drawingml/2006/main" noGrp="1"/>
          </p:cNvSpPr>
          <p:nvPr/>
        </p:nvSpPr>
        <p:spPr>
          <a:xfrm xmlns:a="http://schemas.openxmlformats.org/drawingml/2006/main">
            <a:off x="7478720" y="4440746"/>
            <a:ext cx="186452" cy="186452"/>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52" name="">
            <a:extLst xmlns:a="http://schemas.openxmlformats.org/drawingml/2006/main">
              <a:ext uri="{FF2B5EF4-FFF2-40B4-BE49-F238E27FC236}">
                <a16:creationId xmlns:a16="http://schemas.microsoft.com/office/drawing/2014/main" id="{2EF9D4A1-AB9C-4CD5-A5F5-1AC22888671F}"/>
              </a:ext>
            </a:extLst>
          </p:cNvPr>
          <p:cNvSpPr>
            <a:spLocks xmlns:a="http://schemas.openxmlformats.org/drawingml/2006/main" noGrp="1"/>
          </p:cNvSpPr>
          <p:nvPr/>
        </p:nvSpPr>
        <p:spPr>
          <a:xfrm xmlns:a="http://schemas.openxmlformats.org/drawingml/2006/main">
            <a:off x="7518082" y="4480108"/>
            <a:ext cx="107728" cy="107728"/>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53" name="">
            <a:extLst xmlns:a="http://schemas.openxmlformats.org/drawingml/2006/main">
              <a:ext uri="{FF2B5EF4-FFF2-40B4-BE49-F238E27FC236}">
                <a16:creationId xmlns:a16="http://schemas.microsoft.com/office/drawing/2014/main" id="{AFF9FF51-7369-46A6-B894-F19D50C96E2A}"/>
              </a:ext>
            </a:extLst>
          </p:cNvPr>
          <p:cNvSpPr>
            <a:spLocks xmlns:a="http://schemas.openxmlformats.org/drawingml/2006/main" noGrp="1"/>
          </p:cNvSpPr>
          <p:nvPr/>
        </p:nvSpPr>
        <p:spPr>
          <a:xfrm xmlns:a="http://schemas.openxmlformats.org/drawingml/2006/main">
            <a:off x="6766060" y="4440746"/>
            <a:ext cx="186452" cy="186452"/>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54" name="">
            <a:extLst xmlns:a="http://schemas.openxmlformats.org/drawingml/2006/main">
              <a:ext uri="{FF2B5EF4-FFF2-40B4-BE49-F238E27FC236}">
                <a16:creationId xmlns:a16="http://schemas.microsoft.com/office/drawing/2014/main" id="{E23D5A56-15EE-4C98-AFC4-F623E7926A37}"/>
              </a:ext>
            </a:extLst>
          </p:cNvPr>
          <p:cNvSpPr>
            <a:spLocks xmlns:a="http://schemas.openxmlformats.org/drawingml/2006/main" noGrp="1"/>
          </p:cNvSpPr>
          <p:nvPr/>
        </p:nvSpPr>
        <p:spPr>
          <a:xfrm xmlns:a="http://schemas.openxmlformats.org/drawingml/2006/main">
            <a:off x="6805422" y="4480108"/>
            <a:ext cx="107728" cy="107728"/>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55" name="">
            <a:extLst xmlns:a="http://schemas.openxmlformats.org/drawingml/2006/main">
              <a:ext uri="{FF2B5EF4-FFF2-40B4-BE49-F238E27FC236}">
                <a16:creationId xmlns:a16="http://schemas.microsoft.com/office/drawing/2014/main" id="{C68264FB-3E59-4838-86C2-566C6F17FCA9}"/>
              </a:ext>
            </a:extLst>
          </p:cNvPr>
          <p:cNvSpPr>
            <a:spLocks xmlns:a="http://schemas.openxmlformats.org/drawingml/2006/main" noGrp="1"/>
          </p:cNvSpPr>
          <p:nvPr/>
        </p:nvSpPr>
        <p:spPr>
          <a:xfrm xmlns:a="http://schemas.openxmlformats.org/drawingml/2006/main">
            <a:off x="6712196" y="4386882"/>
            <a:ext cx="294180" cy="294180"/>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56" name="Öppna K1–K2. Välj A DC och lämplig strömingång.">
            <a:extLst xmlns:a="http://schemas.openxmlformats.org/drawingml/2006/main">
              <a:ext uri="{FF2B5EF4-FFF2-40B4-BE49-F238E27FC236}">
                <a16:creationId xmlns:a16="http://schemas.microsoft.com/office/drawing/2014/main" id="{5A50A7FC-812E-4D05-B8AD-C4516F2F16E1}"/>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Öppna K1–K2. Välj A DC och lämplig strömingång.</a:t>
            </a:r>
          </a:p>
        </p:txBody>
      </p:sp>
      <p:sp>
        <p:nvSpPr>
          <p:cNvPr id="9001" name="Ström  Öppnad strömväg">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Ström  Öppnad strömväg</a:t>
            </a:r>
          </a:p>
        </p:txBody>
      </p:sp>
      <p:sp>
        <p:nvSpPr>
          <p:cNvPr id="9002" name="18">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18</a:t>
            </a:r>
          </a:p>
        </p:txBody>
      </p:sp>
    </p:spTree>
    <p:extLst>
      <p:ext uri="{BB962C8B-B14F-4D97-AF65-F5344CB8AC3E}">
        <p14:creationId xmlns:p14="http://schemas.microsoft.com/office/powerpoint/2010/main" val="19919321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Matningen frånkopplad">
            <a:extLst xmlns:a="http://schemas.openxmlformats.org/drawingml/2006/main">
              <a:ext uri="{FF2B5EF4-FFF2-40B4-BE49-F238E27FC236}">
                <a16:creationId xmlns:a16="http://schemas.microsoft.com/office/drawing/2014/main" id="{B45DE58D-7A9E-4933-A9F4-4BCD0EC53F7C}"/>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505864"/>
                </a:solidFill>
                <a:latin typeface="Calibri"/>
                <a:ea typeface="Calibri"/>
                <a:cs typeface="Calibri"/>
              </a:defRPr>
            </a:pPr>
            <a:r>
              <a:rPr sz="1406" b="1">
                <a:solidFill>
                  <a:srgbClr val="505864"/>
                </a:solidFill>
                <a:latin typeface="Calibri"/>
                <a:ea typeface="Calibri"/>
                <a:cs typeface="Calibri"/>
              </a:rPr>
              <a:t>Matningen frånkopplad</a:t>
            </a:r>
          </a:p>
        </p:txBody>
      </p:sp>
      <p:sp>
        <p:nvSpPr>
          <p:cNvPr id="5" name="Ledning">
            <a:extLst xmlns:a="http://schemas.openxmlformats.org/drawingml/2006/main">
              <a:ext uri="{FF2B5EF4-FFF2-40B4-BE49-F238E27FC236}">
                <a16:creationId xmlns:a16="http://schemas.microsoft.com/office/drawing/2014/main" id="{6F432128-50DA-45A5-B0B4-1BFADD918163}"/>
              </a:ext>
            </a:extLst>
          </p:cNvPr>
          <p:cNvSpPr>
            <a:spLocks xmlns:a="http://schemas.openxmlformats.org/drawingml/2006/main" noGrp="1"/>
          </p:cNvSpPr>
          <p:nvPr/>
        </p:nvSpPr>
        <p:spPr>
          <a:xfrm xmlns:a="http://schemas.openxmlformats.org/drawingml/2006/main">
            <a:off x="892969" y="2547938"/>
            <a:ext cx="715" cy="878681"/>
          </a:xfrm>
          <a:custGeom xmlns:a="http://schemas.openxmlformats.org/drawingml/2006/main">
            <a:pathLst>
              <a:path w="953" h="1171575">
                <a:moveTo>
                  <a:pt x="0" y="11715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41B81FDD-A513-4198-AA0A-D1E3DB4B9AA3}"/>
              </a:ext>
            </a:extLst>
          </p:cNvPr>
          <p:cNvSpPr>
            <a:spLocks xmlns:a="http://schemas.openxmlformats.org/drawingml/2006/main" noGrp="1"/>
          </p:cNvSpPr>
          <p:nvPr/>
        </p:nvSpPr>
        <p:spPr>
          <a:xfrm xmlns:a="http://schemas.openxmlformats.org/drawingml/2006/main">
            <a:off x="892969" y="2547938"/>
            <a:ext cx="785812" cy="715"/>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28575">
            <a:solidFill>
              <a:srgbClr val="111111"/>
            </a:solidFill>
          </a:ln>
        </p:spPr>
      </p:sp>
      <p:sp>
        <p:nvSpPr>
          <p:cNvPr id="7" name="">
            <a:extLst xmlns:a="http://schemas.openxmlformats.org/drawingml/2006/main">
              <a:ext uri="{FF2B5EF4-FFF2-40B4-BE49-F238E27FC236}">
                <a16:creationId xmlns:a16="http://schemas.microsoft.com/office/drawing/2014/main" id="{8744F179-873F-4E0C-9017-D3AF716DC504}"/>
              </a:ext>
            </a:extLst>
          </p:cNvPr>
          <p:cNvSpPr>
            <a:spLocks xmlns:a="http://schemas.openxmlformats.org/drawingml/2006/main" noGrp="1"/>
          </p:cNvSpPr>
          <p:nvPr/>
        </p:nvSpPr>
        <p:spPr>
          <a:xfrm xmlns:a="http://schemas.openxmlformats.org/drawingml/2006/main">
            <a:off x="1678781" y="2462212"/>
            <a:ext cx="571500" cy="171450"/>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8" name="Ledning">
            <a:extLst xmlns:a="http://schemas.openxmlformats.org/drawingml/2006/main">
              <a:ext uri="{FF2B5EF4-FFF2-40B4-BE49-F238E27FC236}">
                <a16:creationId xmlns:a16="http://schemas.microsoft.com/office/drawing/2014/main" id="{80C7FDFC-E2D8-4260-964A-83064A52217F}"/>
              </a:ext>
            </a:extLst>
          </p:cNvPr>
          <p:cNvSpPr>
            <a:spLocks xmlns:a="http://schemas.openxmlformats.org/drawingml/2006/main" noGrp="1"/>
          </p:cNvSpPr>
          <p:nvPr/>
        </p:nvSpPr>
        <p:spPr>
          <a:xfrm xmlns:a="http://schemas.openxmlformats.org/drawingml/2006/main">
            <a:off x="1678781" y="2547938"/>
            <a:ext cx="571500" cy="715"/>
          </a:xfrm>
          <a:custGeom xmlns:a="http://schemas.openxmlformats.org/drawingml/2006/main">
            <a:pathLst>
              <a:path w="762000" h="953">
                <a:moveTo>
                  <a:pt x="0" y="0"/>
                </a:moveTo>
                <a:lnTo>
                  <a:pt x="762000" y="0"/>
                </a:lnTo>
              </a:path>
            </a:pathLst>
          </a:custGeom>
          <a:noFill xmlns:a="http://schemas.openxmlformats.org/drawingml/2006/main"/>
          <a:ln xmlns:a="http://schemas.openxmlformats.org/drawingml/2006/main" w="14288">
            <a:solidFill>
              <a:srgbClr val="111111"/>
            </a:solidFill>
          </a:ln>
        </p:spPr>
      </p:sp>
      <p:sp>
        <p:nvSpPr>
          <p:cNvPr id="9" name="F1">
            <a:extLst xmlns:a="http://schemas.openxmlformats.org/drawingml/2006/main">
              <a:ext uri="{FF2B5EF4-FFF2-40B4-BE49-F238E27FC236}">
                <a16:creationId xmlns:a16="http://schemas.microsoft.com/office/drawing/2014/main" id="{D2C5248B-3A91-4D31-B1E4-6DF975C6B2D1}"/>
              </a:ext>
            </a:extLst>
          </p:cNvPr>
          <p:cNvSpPr>
            <a:spLocks xmlns:a="http://schemas.openxmlformats.org/drawingml/2006/main" noGrp="1"/>
          </p:cNvSpPr>
          <p:nvPr/>
        </p:nvSpPr>
        <p:spPr>
          <a:xfrm xmlns:a="http://schemas.openxmlformats.org/drawingml/2006/main">
            <a:off x="1778794"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F1</a:t>
            </a:r>
          </a:p>
        </p:txBody>
      </p:sp>
      <p:sp>
        <p:nvSpPr>
          <p:cNvPr id="10" name="Ledning">
            <a:extLst xmlns:a="http://schemas.openxmlformats.org/drawingml/2006/main">
              <a:ext uri="{FF2B5EF4-FFF2-40B4-BE49-F238E27FC236}">
                <a16:creationId xmlns:a16="http://schemas.microsoft.com/office/drawing/2014/main" id="{D9E0BB4E-1525-43FA-863C-55F4DE8C48F5}"/>
              </a:ext>
            </a:extLst>
          </p:cNvPr>
          <p:cNvSpPr>
            <a:spLocks xmlns:a="http://schemas.openxmlformats.org/drawingml/2006/main" noGrp="1"/>
          </p:cNvSpPr>
          <p:nvPr/>
        </p:nvSpPr>
        <p:spPr>
          <a:xfrm xmlns:a="http://schemas.openxmlformats.org/drawingml/2006/main">
            <a:off x="2250281" y="2547938"/>
            <a:ext cx="392906" cy="715"/>
          </a:xfrm>
          <a:custGeom xmlns:a="http://schemas.openxmlformats.org/drawingml/2006/main">
            <a:pathLst>
              <a:path w="523875" h="953">
                <a:moveTo>
                  <a:pt x="0" y="0"/>
                </a:moveTo>
                <a:lnTo>
                  <a:pt x="523875" y="0"/>
                </a:lnTo>
              </a:path>
            </a:pathLst>
          </a:custGeom>
          <a:noFill xmlns:a="http://schemas.openxmlformats.org/drawingml/2006/main"/>
          <a:ln xmlns:a="http://schemas.openxmlformats.org/drawingml/2006/main" w="28575">
            <a:solidFill>
              <a:srgbClr val="111111"/>
            </a:solidFill>
          </a:ln>
        </p:spPr>
      </p:sp>
      <p:sp>
        <p:nvSpPr>
          <p:cNvPr id="11" name="">
            <a:extLst xmlns:a="http://schemas.openxmlformats.org/drawingml/2006/main">
              <a:ext uri="{FF2B5EF4-FFF2-40B4-BE49-F238E27FC236}">
                <a16:creationId xmlns:a16="http://schemas.microsoft.com/office/drawing/2014/main" id="{25A5BEDA-2B07-4E35-B309-9796404566B4}"/>
              </a:ext>
            </a:extLst>
          </p:cNvPr>
          <p:cNvSpPr>
            <a:spLocks xmlns:a="http://schemas.openxmlformats.org/drawingml/2006/main" noGrp="1"/>
          </p:cNvSpPr>
          <p:nvPr/>
        </p:nvSpPr>
        <p:spPr>
          <a:xfrm xmlns:a="http://schemas.openxmlformats.org/drawingml/2006/main">
            <a:off x="26074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
            <a:extLst xmlns:a="http://schemas.openxmlformats.org/drawingml/2006/main">
              <a:ext uri="{FF2B5EF4-FFF2-40B4-BE49-F238E27FC236}">
                <a16:creationId xmlns:a16="http://schemas.microsoft.com/office/drawing/2014/main" id="{C47096C7-7219-4532-BEA1-04E9FCD2BA79}"/>
              </a:ext>
            </a:extLst>
          </p:cNvPr>
          <p:cNvSpPr>
            <a:spLocks xmlns:a="http://schemas.openxmlformats.org/drawingml/2006/main" noGrp="1"/>
          </p:cNvSpPr>
          <p:nvPr/>
        </p:nvSpPr>
        <p:spPr>
          <a:xfrm xmlns:a="http://schemas.openxmlformats.org/drawingml/2006/main">
            <a:off x="29503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3" name="Ledning">
            <a:extLst xmlns:a="http://schemas.openxmlformats.org/drawingml/2006/main">
              <a:ext uri="{FF2B5EF4-FFF2-40B4-BE49-F238E27FC236}">
                <a16:creationId xmlns:a16="http://schemas.microsoft.com/office/drawing/2014/main" id="{7FDEF356-F67E-4B9D-B4B4-76463ABAA45C}"/>
              </a:ext>
            </a:extLst>
          </p:cNvPr>
          <p:cNvSpPr>
            <a:spLocks xmlns:a="http://schemas.openxmlformats.org/drawingml/2006/main" noGrp="1"/>
          </p:cNvSpPr>
          <p:nvPr/>
        </p:nvSpPr>
        <p:spPr>
          <a:xfrm xmlns:a="http://schemas.openxmlformats.org/drawingml/2006/main">
            <a:off x="2643188" y="2547938"/>
            <a:ext cx="342900" cy="715"/>
          </a:xfrm>
          <a:custGeom xmlns:a="http://schemas.openxmlformats.org/drawingml/2006/main">
            <a:pathLst>
              <a:path w="457200" h="953">
                <a:moveTo>
                  <a:pt x="0" y="0"/>
                </a:moveTo>
                <a:lnTo>
                  <a:pt x="457200" y="0"/>
                </a:lnTo>
              </a:path>
            </a:pathLst>
          </a:custGeom>
          <a:noFill xmlns:a="http://schemas.openxmlformats.org/drawingml/2006/main"/>
          <a:ln xmlns:a="http://schemas.openxmlformats.org/drawingml/2006/main" w="28575">
            <a:solidFill>
              <a:srgbClr val="111111"/>
            </a:solidFill>
          </a:ln>
        </p:spPr>
      </p:sp>
      <p:sp>
        <p:nvSpPr>
          <p:cNvPr id="14" name="S1">
            <a:extLst xmlns:a="http://schemas.openxmlformats.org/drawingml/2006/main">
              <a:ext uri="{FF2B5EF4-FFF2-40B4-BE49-F238E27FC236}">
                <a16:creationId xmlns:a16="http://schemas.microsoft.com/office/drawing/2014/main" id="{A82A2A02-3172-4997-9F62-315687F6E72E}"/>
              </a:ext>
            </a:extLst>
          </p:cNvPr>
          <p:cNvSpPr>
            <a:spLocks xmlns:a="http://schemas.openxmlformats.org/drawingml/2006/main" noGrp="1"/>
          </p:cNvSpPr>
          <p:nvPr/>
        </p:nvSpPr>
        <p:spPr>
          <a:xfrm xmlns:a="http://schemas.openxmlformats.org/drawingml/2006/main">
            <a:off x="2628900"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S1</a:t>
            </a:r>
          </a:p>
        </p:txBody>
      </p:sp>
      <p:sp>
        <p:nvSpPr>
          <p:cNvPr id="15" name="Ledning">
            <a:extLst xmlns:a="http://schemas.openxmlformats.org/drawingml/2006/main">
              <a:ext uri="{FF2B5EF4-FFF2-40B4-BE49-F238E27FC236}">
                <a16:creationId xmlns:a16="http://schemas.microsoft.com/office/drawing/2014/main" id="{1B8F279D-6757-4C02-B164-622D242EA249}"/>
              </a:ext>
            </a:extLst>
          </p:cNvPr>
          <p:cNvSpPr>
            <a:spLocks xmlns:a="http://schemas.openxmlformats.org/drawingml/2006/main" noGrp="1"/>
          </p:cNvSpPr>
          <p:nvPr/>
        </p:nvSpPr>
        <p:spPr>
          <a:xfrm xmlns:a="http://schemas.openxmlformats.org/drawingml/2006/main">
            <a:off x="2986088" y="2547938"/>
            <a:ext cx="264319" cy="715"/>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28575">
            <a:solidFill>
              <a:srgbClr val="111111"/>
            </a:solidFill>
          </a:ln>
        </p:spPr>
      </p:sp>
      <p:sp>
        <p:nvSpPr>
          <p:cNvPr id="16" name="">
            <a:extLst xmlns:a="http://schemas.openxmlformats.org/drawingml/2006/main">
              <a:ext uri="{FF2B5EF4-FFF2-40B4-BE49-F238E27FC236}">
                <a16:creationId xmlns:a16="http://schemas.microsoft.com/office/drawing/2014/main" id="{BDBD8752-F3EF-4AE4-9EA0-15FCA45E4524}"/>
              </a:ext>
            </a:extLst>
          </p:cNvPr>
          <p:cNvSpPr>
            <a:spLocks xmlns:a="http://schemas.openxmlformats.org/drawingml/2006/main" noGrp="1"/>
          </p:cNvSpPr>
          <p:nvPr/>
        </p:nvSpPr>
        <p:spPr>
          <a:xfrm xmlns:a="http://schemas.openxmlformats.org/drawingml/2006/main">
            <a:off x="3200400" y="2497931"/>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7" name="">
            <a:extLst xmlns:a="http://schemas.openxmlformats.org/drawingml/2006/main">
              <a:ext uri="{FF2B5EF4-FFF2-40B4-BE49-F238E27FC236}">
                <a16:creationId xmlns:a16="http://schemas.microsoft.com/office/drawing/2014/main" id="{6BAC7477-2A5C-4E4C-8EE9-8C04ECBDB079}"/>
              </a:ext>
            </a:extLst>
          </p:cNvPr>
          <p:cNvSpPr>
            <a:spLocks xmlns:a="http://schemas.openxmlformats.org/drawingml/2006/main" noGrp="1"/>
          </p:cNvSpPr>
          <p:nvPr/>
        </p:nvSpPr>
        <p:spPr>
          <a:xfrm xmlns:a="http://schemas.openxmlformats.org/drawingml/2006/main">
            <a:off x="3843338" y="2497931"/>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8" name="K1">
            <a:extLst xmlns:a="http://schemas.openxmlformats.org/drawingml/2006/main">
              <a:ext uri="{FF2B5EF4-FFF2-40B4-BE49-F238E27FC236}">
                <a16:creationId xmlns:a16="http://schemas.microsoft.com/office/drawing/2014/main" id="{DD4A487F-9750-41C0-AA08-00CEBC97F7F2}"/>
              </a:ext>
            </a:extLst>
          </p:cNvPr>
          <p:cNvSpPr>
            <a:spLocks xmlns:a="http://schemas.openxmlformats.org/drawingml/2006/main" noGrp="1"/>
          </p:cNvSpPr>
          <p:nvPr/>
        </p:nvSpPr>
        <p:spPr>
          <a:xfrm xmlns:a="http://schemas.openxmlformats.org/drawingml/2006/main">
            <a:off x="3121819" y="2705100"/>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K1</a:t>
            </a:r>
          </a:p>
        </p:txBody>
      </p:sp>
      <p:sp>
        <p:nvSpPr>
          <p:cNvPr id="19" name="K2">
            <a:extLst xmlns:a="http://schemas.openxmlformats.org/drawingml/2006/main">
              <a:ext uri="{FF2B5EF4-FFF2-40B4-BE49-F238E27FC236}">
                <a16:creationId xmlns:a16="http://schemas.microsoft.com/office/drawing/2014/main" id="{5A9EB372-2615-405B-95B4-A7ACD1909E59}"/>
              </a:ext>
            </a:extLst>
          </p:cNvPr>
          <p:cNvSpPr>
            <a:spLocks xmlns:a="http://schemas.openxmlformats.org/drawingml/2006/main" noGrp="1"/>
          </p:cNvSpPr>
          <p:nvPr/>
        </p:nvSpPr>
        <p:spPr>
          <a:xfrm xmlns:a="http://schemas.openxmlformats.org/drawingml/2006/main">
            <a:off x="3757612" y="2705100"/>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K2</a:t>
            </a:r>
          </a:p>
        </p:txBody>
      </p:sp>
      <p:sp>
        <p:nvSpPr>
          <p:cNvPr id="20" name="Ledning">
            <a:extLst xmlns:a="http://schemas.openxmlformats.org/drawingml/2006/main">
              <a:ext uri="{FF2B5EF4-FFF2-40B4-BE49-F238E27FC236}">
                <a16:creationId xmlns:a16="http://schemas.microsoft.com/office/drawing/2014/main" id="{C5BC7ECE-70BC-4D0B-9368-3805CB3D7A5C}"/>
              </a:ext>
            </a:extLst>
          </p:cNvPr>
          <p:cNvSpPr>
            <a:spLocks xmlns:a="http://schemas.openxmlformats.org/drawingml/2006/main" noGrp="1"/>
          </p:cNvSpPr>
          <p:nvPr/>
        </p:nvSpPr>
        <p:spPr>
          <a:xfrm xmlns:a="http://schemas.openxmlformats.org/drawingml/2006/main">
            <a:off x="3893344"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21" name="Ledning">
            <a:extLst xmlns:a="http://schemas.openxmlformats.org/drawingml/2006/main">
              <a:ext uri="{FF2B5EF4-FFF2-40B4-BE49-F238E27FC236}">
                <a16:creationId xmlns:a16="http://schemas.microsoft.com/office/drawing/2014/main" id="{E8C24E4E-2DA9-4277-89AE-DAA3D0F2B99F}"/>
              </a:ext>
            </a:extLst>
          </p:cNvPr>
          <p:cNvSpPr>
            <a:spLocks xmlns:a="http://schemas.openxmlformats.org/drawingml/2006/main" noGrp="1"/>
          </p:cNvSpPr>
          <p:nvPr/>
        </p:nvSpPr>
        <p:spPr>
          <a:xfrm xmlns:a="http://schemas.openxmlformats.org/drawingml/2006/main">
            <a:off x="4536281" y="2547938"/>
            <a:ext cx="715" cy="892969"/>
          </a:xfrm>
          <a:custGeom xmlns:a="http://schemas.openxmlformats.org/drawingml/2006/main">
            <a:pathLst>
              <a:path w="953" h="1190625">
                <a:moveTo>
                  <a:pt x="0" y="0"/>
                </a:moveTo>
                <a:lnTo>
                  <a:pt x="0" y="1190625"/>
                </a:lnTo>
              </a:path>
            </a:pathLst>
          </a:custGeom>
          <a:noFill xmlns:a="http://schemas.openxmlformats.org/drawingml/2006/main"/>
          <a:ln xmlns:a="http://schemas.openxmlformats.org/drawingml/2006/main" w="28575">
            <a:solidFill>
              <a:srgbClr val="111111"/>
            </a:solidFill>
          </a:ln>
        </p:spPr>
      </p:sp>
      <p:sp>
        <p:nvSpPr>
          <p:cNvPr id="22" name="">
            <a:extLst xmlns:a="http://schemas.openxmlformats.org/drawingml/2006/main">
              <a:ext uri="{FF2B5EF4-FFF2-40B4-BE49-F238E27FC236}">
                <a16:creationId xmlns:a16="http://schemas.microsoft.com/office/drawing/2014/main" id="{47C706AF-D661-4167-ACEB-B5F97DD71F09}"/>
              </a:ext>
            </a:extLst>
          </p:cNvPr>
          <p:cNvSpPr>
            <a:spLocks xmlns:a="http://schemas.openxmlformats.org/drawingml/2006/main" noGrp="1"/>
          </p:cNvSpPr>
          <p:nvPr/>
        </p:nvSpPr>
        <p:spPr>
          <a:xfrm xmlns:a="http://schemas.openxmlformats.org/drawingml/2006/main">
            <a:off x="4321969" y="3440906"/>
            <a:ext cx="428625" cy="428625"/>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F8EA7359-E856-4CF0-8DFF-E3D4A2C8AD2E}"/>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0" y="0"/>
                </a:moveTo>
                <a:lnTo>
                  <a:pt x="388620" y="388620"/>
                </a:lnTo>
              </a:path>
            </a:pathLst>
          </a:custGeom>
          <a:noFill xmlns:a="http://schemas.openxmlformats.org/drawingml/2006/main"/>
          <a:ln xmlns:a="http://schemas.openxmlformats.org/drawingml/2006/main" w="28575">
            <a:solidFill>
              <a:srgbClr val="111111"/>
            </a:solidFill>
          </a:ln>
        </p:spPr>
      </p:sp>
      <p:sp>
        <p:nvSpPr>
          <p:cNvPr id="24" name="Ledning">
            <a:extLst xmlns:a="http://schemas.openxmlformats.org/drawingml/2006/main">
              <a:ext uri="{FF2B5EF4-FFF2-40B4-BE49-F238E27FC236}">
                <a16:creationId xmlns:a16="http://schemas.microsoft.com/office/drawing/2014/main" id="{98B3DA3D-39FC-4564-8F89-7D02EB1D8AE9}"/>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388620" y="0"/>
                </a:moveTo>
                <a:lnTo>
                  <a:pt x="0" y="388620"/>
                </a:lnTo>
              </a:path>
            </a:pathLst>
          </a:custGeom>
          <a:noFill xmlns:a="http://schemas.openxmlformats.org/drawingml/2006/main"/>
          <a:ln xmlns:a="http://schemas.openxmlformats.org/drawingml/2006/main" w="28575">
            <a:solidFill>
              <a:srgbClr val="111111"/>
            </a:solidFill>
          </a:ln>
        </p:spPr>
      </p:sp>
      <p:sp>
        <p:nvSpPr>
          <p:cNvPr id="25" name="Ledning">
            <a:extLst xmlns:a="http://schemas.openxmlformats.org/drawingml/2006/main">
              <a:ext uri="{FF2B5EF4-FFF2-40B4-BE49-F238E27FC236}">
                <a16:creationId xmlns:a16="http://schemas.microsoft.com/office/drawing/2014/main" id="{601B3EC5-1366-47E8-BB8A-62AC427C0D6E}"/>
              </a:ext>
            </a:extLst>
          </p:cNvPr>
          <p:cNvSpPr>
            <a:spLocks xmlns:a="http://schemas.openxmlformats.org/drawingml/2006/main" noGrp="1"/>
          </p:cNvSpPr>
          <p:nvPr/>
        </p:nvSpPr>
        <p:spPr>
          <a:xfrm xmlns:a="http://schemas.openxmlformats.org/drawingml/2006/main">
            <a:off x="4536281" y="3869531"/>
            <a:ext cx="715" cy="785812"/>
          </a:xfrm>
          <a:custGeom xmlns:a="http://schemas.openxmlformats.org/drawingml/2006/main">
            <a:pathLst>
              <a:path w="953" h="1047750">
                <a:moveTo>
                  <a:pt x="0" y="0"/>
                </a:moveTo>
                <a:lnTo>
                  <a:pt x="0" y="1047750"/>
                </a:lnTo>
              </a:path>
            </a:pathLst>
          </a:custGeom>
          <a:noFill xmlns:a="http://schemas.openxmlformats.org/drawingml/2006/main"/>
          <a:ln xmlns:a="http://schemas.openxmlformats.org/drawingml/2006/main" w="28575">
            <a:solidFill>
              <a:srgbClr val="111111"/>
            </a:solidFill>
          </a:ln>
        </p:spPr>
      </p:sp>
      <p:sp>
        <p:nvSpPr>
          <p:cNvPr id="26" name="Ledning">
            <a:extLst xmlns:a="http://schemas.openxmlformats.org/drawingml/2006/main">
              <a:ext uri="{FF2B5EF4-FFF2-40B4-BE49-F238E27FC236}">
                <a16:creationId xmlns:a16="http://schemas.microsoft.com/office/drawing/2014/main" id="{1FE1CC29-FDBD-4E7A-8DE0-30C0AAD07FFE}"/>
              </a:ext>
            </a:extLst>
          </p:cNvPr>
          <p:cNvSpPr>
            <a:spLocks xmlns:a="http://schemas.openxmlformats.org/drawingml/2006/main" noGrp="1"/>
          </p:cNvSpPr>
          <p:nvPr/>
        </p:nvSpPr>
        <p:spPr>
          <a:xfrm xmlns:a="http://schemas.openxmlformats.org/drawingml/2006/main">
            <a:off x="892969" y="4655344"/>
            <a:ext cx="3643312" cy="715"/>
          </a:xfrm>
          <a:custGeom xmlns:a="http://schemas.openxmlformats.org/drawingml/2006/main">
            <a:pathLst>
              <a:path w="4857750" h="953">
                <a:moveTo>
                  <a:pt x="4857750" y="0"/>
                </a:moveTo>
                <a:lnTo>
                  <a:pt x="0" y="0"/>
                </a:lnTo>
              </a:path>
            </a:pathLst>
          </a:custGeom>
          <a:noFill xmlns:a="http://schemas.openxmlformats.org/drawingml/2006/main"/>
          <a:ln xmlns:a="http://schemas.openxmlformats.org/drawingml/2006/main" w="28575">
            <a:solidFill>
              <a:srgbClr val="111111"/>
            </a:solidFill>
          </a:ln>
        </p:spPr>
      </p:sp>
      <p:sp>
        <p:nvSpPr>
          <p:cNvPr id="27" name="Ledning">
            <a:extLst xmlns:a="http://schemas.openxmlformats.org/drawingml/2006/main">
              <a:ext uri="{FF2B5EF4-FFF2-40B4-BE49-F238E27FC236}">
                <a16:creationId xmlns:a16="http://schemas.microsoft.com/office/drawing/2014/main" id="{A0DD2741-35CA-4EF8-9F05-278EA9E1BE20}"/>
              </a:ext>
            </a:extLst>
          </p:cNvPr>
          <p:cNvSpPr>
            <a:spLocks xmlns:a="http://schemas.openxmlformats.org/drawingml/2006/main" noGrp="1"/>
          </p:cNvSpPr>
          <p:nvPr/>
        </p:nvSpPr>
        <p:spPr>
          <a:xfrm xmlns:a="http://schemas.openxmlformats.org/drawingml/2006/main">
            <a:off x="892969" y="3912394"/>
            <a:ext cx="715" cy="742950"/>
          </a:xfrm>
          <a:custGeom xmlns:a="http://schemas.openxmlformats.org/drawingml/2006/main">
            <a:pathLst>
              <a:path w="953" h="990600">
                <a:moveTo>
                  <a:pt x="0" y="990600"/>
                </a:moveTo>
                <a:lnTo>
                  <a:pt x="0" y="0"/>
                </a:lnTo>
              </a:path>
            </a:pathLst>
          </a:custGeom>
          <a:noFill xmlns:a="http://schemas.openxmlformats.org/drawingml/2006/main"/>
          <a:ln xmlns:a="http://schemas.openxmlformats.org/drawingml/2006/main" w="28575">
            <a:solidFill>
              <a:srgbClr val="111111"/>
            </a:solidFill>
          </a:ln>
        </p:spPr>
      </p:sp>
      <p:sp>
        <p:nvSpPr>
          <p:cNvPr id="28" name="">
            <a:extLst xmlns:a="http://schemas.openxmlformats.org/drawingml/2006/main">
              <a:ext uri="{FF2B5EF4-FFF2-40B4-BE49-F238E27FC236}">
                <a16:creationId xmlns:a16="http://schemas.microsoft.com/office/drawing/2014/main" id="{A93B2A13-C661-4793-A364-1A478385DB3C}"/>
              </a:ext>
            </a:extLst>
          </p:cNvPr>
          <p:cNvSpPr>
            <a:spLocks xmlns:a="http://schemas.openxmlformats.org/drawingml/2006/main" noGrp="1"/>
          </p:cNvSpPr>
          <p:nvPr/>
        </p:nvSpPr>
        <p:spPr>
          <a:xfrm xmlns:a="http://schemas.openxmlformats.org/drawingml/2006/main">
            <a:off x="650081" y="3426619"/>
            <a:ext cx="485775" cy="485775"/>
          </a:xfrm>
          <a:prstGeom xmlns:a="http://schemas.openxmlformats.org/drawingml/2006/main" prst="ellipse">
            <a:avLst/>
          </a:prstGeom>
          <a:solidFill xmlns:a="http://schemas.openxmlformats.org/drawingml/2006/main">
            <a:srgbClr val="FFFFFF"/>
          </a:solidFill>
          <a:ln xmlns:a="http://schemas.openxmlformats.org/drawingml/2006/main" w="28575">
            <a:solidFill>
              <a:srgbClr val="505864"/>
            </a:solidFill>
          </a:ln>
        </p:spPr>
      </p:sp>
      <p:sp>
        <p:nvSpPr>
          <p:cNvPr id="29" name="+">
            <a:extLst xmlns:a="http://schemas.openxmlformats.org/drawingml/2006/main">
              <a:ext uri="{FF2B5EF4-FFF2-40B4-BE49-F238E27FC236}">
                <a16:creationId xmlns:a16="http://schemas.microsoft.com/office/drawing/2014/main" id="{11A6F81F-5416-459A-929F-8F8BB3435CD0}"/>
              </a:ext>
            </a:extLst>
          </p:cNvPr>
          <p:cNvSpPr>
            <a:spLocks xmlns:a="http://schemas.openxmlformats.org/drawingml/2006/main" noGrp="1"/>
          </p:cNvSpPr>
          <p:nvPr/>
        </p:nvSpPr>
        <p:spPr>
          <a:xfrm xmlns:a="http://schemas.openxmlformats.org/drawingml/2006/main">
            <a:off x="800100" y="3448050"/>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30" name="−">
            <a:extLst xmlns:a="http://schemas.openxmlformats.org/drawingml/2006/main">
              <a:ext uri="{FF2B5EF4-FFF2-40B4-BE49-F238E27FC236}">
                <a16:creationId xmlns:a16="http://schemas.microsoft.com/office/drawing/2014/main" id="{B3037A75-3F78-4A25-AA47-CDF77E11D4A0}"/>
              </a:ext>
            </a:extLst>
          </p:cNvPr>
          <p:cNvSpPr>
            <a:spLocks xmlns:a="http://schemas.openxmlformats.org/drawingml/2006/main" noGrp="1"/>
          </p:cNvSpPr>
          <p:nvPr/>
        </p:nvSpPr>
        <p:spPr>
          <a:xfrm xmlns:a="http://schemas.openxmlformats.org/drawingml/2006/main">
            <a:off x="800100" y="3683794"/>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31" name="12 V-källa&#10;AV">
            <a:extLst xmlns:a="http://schemas.openxmlformats.org/drawingml/2006/main">
              <a:ext uri="{FF2B5EF4-FFF2-40B4-BE49-F238E27FC236}">
                <a16:creationId xmlns:a16="http://schemas.microsoft.com/office/drawing/2014/main" id="{FCAFE52C-DECA-4B57-8274-96A181E03006}"/>
              </a:ext>
            </a:extLst>
          </p:cNvPr>
          <p:cNvSpPr>
            <a:spLocks xmlns:a="http://schemas.openxmlformats.org/drawingml/2006/main" noGrp="1"/>
          </p:cNvSpPr>
          <p:nvPr/>
        </p:nvSpPr>
        <p:spPr>
          <a:xfrm xmlns:a="http://schemas.openxmlformats.org/drawingml/2006/main">
            <a:off x="1293019" y="3469481"/>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12 V-källa</a:t>
            </a:r>
          </a:p>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AV</a:t>
            </a:r>
          </a:p>
        </p:txBody>
      </p:sp>
      <p:sp>
        <p:nvSpPr>
          <p:cNvPr id="32" name="H1">
            <a:extLst xmlns:a="http://schemas.openxmlformats.org/drawingml/2006/main">
              <a:ext uri="{FF2B5EF4-FFF2-40B4-BE49-F238E27FC236}">
                <a16:creationId xmlns:a16="http://schemas.microsoft.com/office/drawing/2014/main" id="{8E09C4A1-646D-45D4-A1CA-19FB7FF1F441}"/>
              </a:ext>
            </a:extLst>
          </p:cNvPr>
          <p:cNvSpPr>
            <a:spLocks xmlns:a="http://schemas.openxmlformats.org/drawingml/2006/main" noGrp="1"/>
          </p:cNvSpPr>
          <p:nvPr/>
        </p:nvSpPr>
        <p:spPr>
          <a:xfrm xmlns:a="http://schemas.openxmlformats.org/drawingml/2006/main">
            <a:off x="4822031" y="3548062"/>
            <a:ext cx="500062"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H1</a:t>
            </a:r>
          </a:p>
        </p:txBody>
      </p:sp>
      <p:sp>
        <p:nvSpPr>
          <p:cNvPr id="33" name="">
            <a:extLst xmlns:a="http://schemas.openxmlformats.org/drawingml/2006/main">
              <a:ext uri="{FF2B5EF4-FFF2-40B4-BE49-F238E27FC236}">
                <a16:creationId xmlns:a16="http://schemas.microsoft.com/office/drawing/2014/main" id="{88219759-25CD-4B63-ADAE-99765B21FF6F}"/>
              </a:ext>
            </a:extLst>
          </p:cNvPr>
          <p:cNvSpPr>
            <a:spLocks xmlns:a="http://schemas.openxmlformats.org/drawingml/2006/main" noGrp="1"/>
          </p:cNvSpPr>
          <p:nvPr/>
        </p:nvSpPr>
        <p:spPr>
          <a:xfrm xmlns:a="http://schemas.openxmlformats.org/drawingml/2006/main">
            <a:off x="4500562" y="3048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4" name="">
            <a:extLst xmlns:a="http://schemas.openxmlformats.org/drawingml/2006/main">
              <a:ext uri="{FF2B5EF4-FFF2-40B4-BE49-F238E27FC236}">
                <a16:creationId xmlns:a16="http://schemas.microsoft.com/office/drawing/2014/main" id="{59269B44-7F61-41B4-AC44-FA1FB661C502}"/>
              </a:ext>
            </a:extLst>
          </p:cNvPr>
          <p:cNvSpPr>
            <a:spLocks xmlns:a="http://schemas.openxmlformats.org/drawingml/2006/main" noGrp="1"/>
          </p:cNvSpPr>
          <p:nvPr/>
        </p:nvSpPr>
        <p:spPr>
          <a:xfrm xmlns:a="http://schemas.openxmlformats.org/drawingml/2006/main">
            <a:off x="4500562" y="4191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5" name="P1">
            <a:extLst xmlns:a="http://schemas.openxmlformats.org/drawingml/2006/main">
              <a:ext uri="{FF2B5EF4-FFF2-40B4-BE49-F238E27FC236}">
                <a16:creationId xmlns:a16="http://schemas.microsoft.com/office/drawing/2014/main" id="{847B1FDA-2C30-49EF-8291-2AFBC2702EBD}"/>
              </a:ext>
            </a:extLst>
          </p:cNvPr>
          <p:cNvSpPr>
            <a:spLocks xmlns:a="http://schemas.openxmlformats.org/drawingml/2006/main" noGrp="1"/>
          </p:cNvSpPr>
          <p:nvPr/>
        </p:nvSpPr>
        <p:spPr>
          <a:xfrm xmlns:a="http://schemas.openxmlformats.org/drawingml/2006/main">
            <a:off x="4722019" y="2797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P1</a:t>
            </a:r>
          </a:p>
        </p:txBody>
      </p:sp>
      <p:sp>
        <p:nvSpPr>
          <p:cNvPr id="36" name="P2">
            <a:extLst xmlns:a="http://schemas.openxmlformats.org/drawingml/2006/main">
              <a:ext uri="{FF2B5EF4-FFF2-40B4-BE49-F238E27FC236}">
                <a16:creationId xmlns:a16="http://schemas.microsoft.com/office/drawing/2014/main" id="{19E012EA-511C-4EC6-9EBA-2E8CF075648F}"/>
              </a:ext>
            </a:extLst>
          </p:cNvPr>
          <p:cNvSpPr>
            <a:spLocks xmlns:a="http://schemas.openxmlformats.org/drawingml/2006/main" noGrp="1"/>
          </p:cNvSpPr>
          <p:nvPr/>
        </p:nvSpPr>
        <p:spPr>
          <a:xfrm xmlns:a="http://schemas.openxmlformats.org/drawingml/2006/main">
            <a:off x="4722019" y="3940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P2</a:t>
            </a:r>
          </a:p>
        </p:txBody>
      </p:sp>
      <p:pic>
        <p:nvPicPr>
          <p:cNvPr id="103" name=""/>
          <p:cNvPicPr>
            <a:picLocks xmlns:a="http://schemas.openxmlformats.org/drawingml/2006/main" noChangeAspect="1"/>
          </p:cNvPicPr>
          <p:nvPr/>
        </p:nvPicPr>
        <p:blipFill>
          <a:blip xmlns:r="http://schemas.openxmlformats.org/officeDocument/2006/relationships" xmlns:a="http://schemas.openxmlformats.org/drawingml/2006/main" r:embed="R5d6b683891374e09"/>
          <a:stretch xmlns:a="http://schemas.openxmlformats.org/drawingml/2006/main"/>
        </p:blipFill>
        <p:spPr>
          <a:xfrm xmlns:a="http://schemas.openxmlformats.org/drawingml/2006/main">
            <a:off x="6357938" y="1905000"/>
            <a:ext cx="2071688" cy="3107531"/>
          </a:xfrm>
          <a:prstGeom xmlns:a="http://schemas.openxmlformats.org/drawingml/2006/main" prst="rect">
            <a:avLst/>
          </a:prstGeom>
        </p:spPr>
      </p:pic>
      <p:sp>
        <p:nvSpPr>
          <p:cNvPr id="38" name="10 A">
            <a:extLst xmlns:a="http://schemas.openxmlformats.org/drawingml/2006/main">
              <a:ext uri="{FF2B5EF4-FFF2-40B4-BE49-F238E27FC236}">
                <a16:creationId xmlns:a16="http://schemas.microsoft.com/office/drawing/2014/main" id="{92C5E583-960F-4B89-9048-15A2D70E23A7}"/>
              </a:ext>
            </a:extLst>
          </p:cNvPr>
          <p:cNvSpPr>
            <a:spLocks xmlns:a="http://schemas.openxmlformats.org/drawingml/2006/main" noGrp="1"/>
          </p:cNvSpPr>
          <p:nvPr/>
        </p:nvSpPr>
        <p:spPr>
          <a:xfrm xmlns:a="http://schemas.openxmlformats.org/drawingml/2006/main">
            <a:off x="667283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10 A</a:t>
            </a:r>
          </a:p>
        </p:txBody>
      </p:sp>
      <p:sp>
        <p:nvSpPr>
          <p:cNvPr id="39" name="mA">
            <a:extLst xmlns:a="http://schemas.openxmlformats.org/drawingml/2006/main">
              <a:ext uri="{FF2B5EF4-FFF2-40B4-BE49-F238E27FC236}">
                <a16:creationId xmlns:a16="http://schemas.microsoft.com/office/drawing/2014/main" id="{CCA99D22-3269-484C-A8DB-110E55A9D636}"/>
              </a:ext>
            </a:extLst>
          </p:cNvPr>
          <p:cNvSpPr>
            <a:spLocks xmlns:a="http://schemas.openxmlformats.org/drawingml/2006/main" noGrp="1"/>
          </p:cNvSpPr>
          <p:nvPr/>
        </p:nvSpPr>
        <p:spPr>
          <a:xfrm xmlns:a="http://schemas.openxmlformats.org/drawingml/2006/main">
            <a:off x="702916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mA</a:t>
            </a:r>
          </a:p>
        </p:txBody>
      </p:sp>
      <p:sp>
        <p:nvSpPr>
          <p:cNvPr id="40" name="COM">
            <a:extLst xmlns:a="http://schemas.openxmlformats.org/drawingml/2006/main">
              <a:ext uri="{FF2B5EF4-FFF2-40B4-BE49-F238E27FC236}">
                <a16:creationId xmlns:a16="http://schemas.microsoft.com/office/drawing/2014/main" id="{BB9C04EB-1013-40C8-B493-7436E9189567}"/>
              </a:ext>
            </a:extLst>
          </p:cNvPr>
          <p:cNvSpPr>
            <a:spLocks xmlns:a="http://schemas.openxmlformats.org/drawingml/2006/main" noGrp="1"/>
          </p:cNvSpPr>
          <p:nvPr/>
        </p:nvSpPr>
        <p:spPr>
          <a:xfrm xmlns:a="http://schemas.openxmlformats.org/drawingml/2006/main">
            <a:off x="738549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COM</a:t>
            </a:r>
          </a:p>
        </p:txBody>
      </p:sp>
      <p:sp>
        <p:nvSpPr>
          <p:cNvPr id="41" name="VΩ">
            <a:extLst xmlns:a="http://schemas.openxmlformats.org/drawingml/2006/main">
              <a:ext uri="{FF2B5EF4-FFF2-40B4-BE49-F238E27FC236}">
                <a16:creationId xmlns:a16="http://schemas.microsoft.com/office/drawing/2014/main" id="{2B031775-5823-44CD-987B-4B8E073245F2}"/>
              </a:ext>
            </a:extLst>
          </p:cNvPr>
          <p:cNvSpPr>
            <a:spLocks xmlns:a="http://schemas.openxmlformats.org/drawingml/2006/main" noGrp="1"/>
          </p:cNvSpPr>
          <p:nvPr/>
        </p:nvSpPr>
        <p:spPr>
          <a:xfrm xmlns:a="http://schemas.openxmlformats.org/drawingml/2006/main">
            <a:off x="7741825"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VΩ</a:t>
            </a:r>
          </a:p>
        </p:txBody>
      </p:sp>
      <p:sp>
        <p:nvSpPr>
          <p:cNvPr id="42" name="A DC">
            <a:extLst xmlns:a="http://schemas.openxmlformats.org/drawingml/2006/main">
              <a:ext uri="{FF2B5EF4-FFF2-40B4-BE49-F238E27FC236}">
                <a16:creationId xmlns:a16="http://schemas.microsoft.com/office/drawing/2014/main" id="{DD22985E-0EF9-4668-A467-0FAF7ABEAD65}"/>
              </a:ext>
            </a:extLst>
          </p:cNvPr>
          <p:cNvSpPr>
            <a:spLocks xmlns:a="http://schemas.openxmlformats.org/drawingml/2006/main" noGrp="1"/>
          </p:cNvSpPr>
          <p:nvPr/>
        </p:nvSpPr>
        <p:spPr>
          <a:xfrm xmlns:a="http://schemas.openxmlformats.org/drawingml/2006/main">
            <a:off x="6813709" y="2622840"/>
            <a:ext cx="1160145" cy="121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62" b="1">
                <a:solidFill>
                  <a:srgbClr val="111111"/>
                </a:solidFill>
                <a:latin typeface="Calibri"/>
                <a:ea typeface="Calibri"/>
                <a:cs typeface="Calibri"/>
              </a:defRPr>
            </a:pPr>
            <a:r>
              <a:rPr sz="962" b="1">
                <a:solidFill>
                  <a:srgbClr val="111111"/>
                </a:solidFill>
                <a:latin typeface="Calibri"/>
                <a:ea typeface="Calibri"/>
                <a:cs typeface="Calibri"/>
              </a:rPr>
              <a:t>A DC</a:t>
            </a:r>
          </a:p>
        </p:txBody>
      </p:sp>
      <p:sp>
        <p:nvSpPr>
          <p:cNvPr id="43" name="V DC">
            <a:extLst xmlns:a="http://schemas.openxmlformats.org/drawingml/2006/main">
              <a:ext uri="{FF2B5EF4-FFF2-40B4-BE49-F238E27FC236}">
                <a16:creationId xmlns:a16="http://schemas.microsoft.com/office/drawing/2014/main" id="{1DDA502C-9ACA-449B-96E2-D9D05BD05B71}"/>
              </a:ext>
            </a:extLst>
          </p:cNvPr>
          <p:cNvSpPr>
            <a:spLocks xmlns:a="http://schemas.openxmlformats.org/drawingml/2006/main" noGrp="1"/>
          </p:cNvSpPr>
          <p:nvPr/>
        </p:nvSpPr>
        <p:spPr>
          <a:xfrm xmlns:a="http://schemas.openxmlformats.org/drawingml/2006/main">
            <a:off x="7207330" y="285279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DC</a:t>
            </a:r>
          </a:p>
        </p:txBody>
      </p:sp>
      <p:sp>
        <p:nvSpPr>
          <p:cNvPr id="44" name="V AC">
            <a:extLst xmlns:a="http://schemas.openxmlformats.org/drawingml/2006/main">
              <a:ext uri="{FF2B5EF4-FFF2-40B4-BE49-F238E27FC236}">
                <a16:creationId xmlns:a16="http://schemas.microsoft.com/office/drawing/2014/main" id="{40E6B865-6C9F-4F35-A41A-E48B044EBEE6}"/>
              </a:ext>
            </a:extLst>
          </p:cNvPr>
          <p:cNvSpPr>
            <a:spLocks xmlns:a="http://schemas.openxmlformats.org/drawingml/2006/main" noGrp="1"/>
          </p:cNvSpPr>
          <p:nvPr/>
        </p:nvSpPr>
        <p:spPr>
          <a:xfrm xmlns:a="http://schemas.openxmlformats.org/drawingml/2006/main">
            <a:off x="7664834"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AC</a:t>
            </a:r>
          </a:p>
        </p:txBody>
      </p:sp>
      <p:sp>
        <p:nvSpPr>
          <p:cNvPr id="45" name="A DC">
            <a:extLst xmlns:a="http://schemas.openxmlformats.org/drawingml/2006/main">
              <a:ext uri="{FF2B5EF4-FFF2-40B4-BE49-F238E27FC236}">
                <a16:creationId xmlns:a16="http://schemas.microsoft.com/office/drawing/2014/main" id="{D18AEBA3-AFEE-4440-9175-A305171EA4E0}"/>
              </a:ext>
            </a:extLst>
          </p:cNvPr>
          <p:cNvSpPr>
            <a:spLocks xmlns:a="http://schemas.openxmlformats.org/drawingml/2006/main" noGrp="1"/>
          </p:cNvSpPr>
          <p:nvPr/>
        </p:nvSpPr>
        <p:spPr>
          <a:xfrm xmlns:a="http://schemas.openxmlformats.org/drawingml/2006/main">
            <a:off x="7664834"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1">
                <a:solidFill>
                  <a:srgbClr val="064F91"/>
                </a:solidFill>
                <a:latin typeface="Calibri"/>
                <a:ea typeface="Calibri"/>
                <a:cs typeface="Calibri"/>
              </a:defRPr>
            </a:pPr>
            <a:r>
              <a:rPr sz="897" b="1">
                <a:solidFill>
                  <a:srgbClr val="064F91"/>
                </a:solidFill>
                <a:latin typeface="Calibri"/>
                <a:ea typeface="Calibri"/>
                <a:cs typeface="Calibri"/>
              </a:rPr>
              <a:t>A DC</a:t>
            </a:r>
          </a:p>
        </p:txBody>
      </p:sp>
      <p:sp>
        <p:nvSpPr>
          <p:cNvPr id="46" name="Ω">
            <a:extLst xmlns:a="http://schemas.openxmlformats.org/drawingml/2006/main">
              <a:ext uri="{FF2B5EF4-FFF2-40B4-BE49-F238E27FC236}">
                <a16:creationId xmlns:a16="http://schemas.microsoft.com/office/drawing/2014/main" id="{36552F99-B174-4790-BB3D-9E8B441D2BDA}"/>
              </a:ext>
            </a:extLst>
          </p:cNvPr>
          <p:cNvSpPr>
            <a:spLocks xmlns:a="http://schemas.openxmlformats.org/drawingml/2006/main" noGrp="1"/>
          </p:cNvSpPr>
          <p:nvPr/>
        </p:nvSpPr>
        <p:spPr>
          <a:xfrm xmlns:a="http://schemas.openxmlformats.org/drawingml/2006/main">
            <a:off x="7207330" y="390935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Ω</a:t>
            </a:r>
          </a:p>
        </p:txBody>
      </p:sp>
      <p:sp>
        <p:nvSpPr>
          <p:cNvPr id="47" name="PIP">
            <a:extLst xmlns:a="http://schemas.openxmlformats.org/drawingml/2006/main">
              <a:ext uri="{FF2B5EF4-FFF2-40B4-BE49-F238E27FC236}">
                <a16:creationId xmlns:a16="http://schemas.microsoft.com/office/drawing/2014/main" id="{06FDF647-D647-4AB7-AD60-D7FD56EF3813}"/>
              </a:ext>
            </a:extLst>
          </p:cNvPr>
          <p:cNvSpPr>
            <a:spLocks xmlns:a="http://schemas.openxmlformats.org/drawingml/2006/main" noGrp="1"/>
          </p:cNvSpPr>
          <p:nvPr/>
        </p:nvSpPr>
        <p:spPr>
          <a:xfrm xmlns:a="http://schemas.openxmlformats.org/drawingml/2006/main">
            <a:off x="6749825"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PIP</a:t>
            </a:r>
          </a:p>
        </p:txBody>
      </p:sp>
      <p:sp>
        <p:nvSpPr>
          <p:cNvPr id="48" name="OFF">
            <a:extLst xmlns:a="http://schemas.openxmlformats.org/drawingml/2006/main">
              <a:ext uri="{FF2B5EF4-FFF2-40B4-BE49-F238E27FC236}">
                <a16:creationId xmlns:a16="http://schemas.microsoft.com/office/drawing/2014/main" id="{829928F2-1844-4583-8C60-F75E8448DFE1}"/>
              </a:ext>
            </a:extLst>
          </p:cNvPr>
          <p:cNvSpPr>
            <a:spLocks xmlns:a="http://schemas.openxmlformats.org/drawingml/2006/main" noGrp="1"/>
          </p:cNvSpPr>
          <p:nvPr/>
        </p:nvSpPr>
        <p:spPr>
          <a:xfrm xmlns:a="http://schemas.openxmlformats.org/drawingml/2006/main">
            <a:off x="6749825"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OFF</a:t>
            </a:r>
          </a:p>
        </p:txBody>
      </p:sp>
      <p:sp>
        <p:nvSpPr>
          <p:cNvPr id="49" name="Ledning">
            <a:extLst xmlns:a="http://schemas.openxmlformats.org/drawingml/2006/main">
              <a:ext uri="{FF2B5EF4-FFF2-40B4-BE49-F238E27FC236}">
                <a16:creationId xmlns:a16="http://schemas.microsoft.com/office/drawing/2014/main" id="{7B8AD48E-A411-4F2A-844A-5A13F1C2631C}"/>
              </a:ext>
            </a:extLst>
          </p:cNvPr>
          <p:cNvSpPr>
            <a:spLocks xmlns:a="http://schemas.openxmlformats.org/drawingml/2006/main" noGrp="1"/>
          </p:cNvSpPr>
          <p:nvPr/>
        </p:nvSpPr>
        <p:spPr>
          <a:xfrm xmlns:a="http://schemas.openxmlformats.org/drawingml/2006/main">
            <a:off x="7393781" y="3458766"/>
            <a:ext cx="269120" cy="155377"/>
          </a:xfrm>
          <a:custGeom xmlns:a="http://schemas.openxmlformats.org/drawingml/2006/main">
            <a:pathLst>
              <a:path w="358827" h="207169">
                <a:moveTo>
                  <a:pt x="0" y="0"/>
                </a:moveTo>
                <a:lnTo>
                  <a:pt x="358827" y="207169"/>
                </a:lnTo>
              </a:path>
            </a:pathLst>
          </a:custGeom>
          <a:noFill xmlns:a="http://schemas.openxmlformats.org/drawingml/2006/main"/>
          <a:ln xmlns:a="http://schemas.openxmlformats.org/drawingml/2006/main" w="42862">
            <a:solidFill>
              <a:srgbClr val="064F91"/>
            </a:solidFill>
          </a:ln>
        </p:spPr>
      </p:sp>
      <p:sp>
        <p:nvSpPr>
          <p:cNvPr id="50" name="">
            <a:extLst xmlns:a="http://schemas.openxmlformats.org/drawingml/2006/main">
              <a:ext uri="{FF2B5EF4-FFF2-40B4-BE49-F238E27FC236}">
                <a16:creationId xmlns:a16="http://schemas.microsoft.com/office/drawing/2014/main" id="{C4394453-AFCE-4BE6-AD57-9018A2D87B4E}"/>
              </a:ext>
            </a:extLst>
          </p:cNvPr>
          <p:cNvSpPr>
            <a:spLocks xmlns:a="http://schemas.openxmlformats.org/drawingml/2006/main" noGrp="1"/>
          </p:cNvSpPr>
          <p:nvPr/>
        </p:nvSpPr>
        <p:spPr>
          <a:xfrm xmlns:a="http://schemas.openxmlformats.org/drawingml/2006/main">
            <a:off x="7358062" y="3423047"/>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51" name="">
            <a:extLst xmlns:a="http://schemas.openxmlformats.org/drawingml/2006/main">
              <a:ext uri="{FF2B5EF4-FFF2-40B4-BE49-F238E27FC236}">
                <a16:creationId xmlns:a16="http://schemas.microsoft.com/office/drawing/2014/main" id="{D7D36488-9F0F-4874-A114-448529335162}"/>
              </a:ext>
            </a:extLst>
          </p:cNvPr>
          <p:cNvSpPr>
            <a:spLocks xmlns:a="http://schemas.openxmlformats.org/drawingml/2006/main" noGrp="1"/>
          </p:cNvSpPr>
          <p:nvPr/>
        </p:nvSpPr>
        <p:spPr>
          <a:xfrm xmlns:a="http://schemas.openxmlformats.org/drawingml/2006/main">
            <a:off x="7478720" y="4440746"/>
            <a:ext cx="186452" cy="186452"/>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52" name="">
            <a:extLst xmlns:a="http://schemas.openxmlformats.org/drawingml/2006/main">
              <a:ext uri="{FF2B5EF4-FFF2-40B4-BE49-F238E27FC236}">
                <a16:creationId xmlns:a16="http://schemas.microsoft.com/office/drawing/2014/main" id="{106D1DD9-C4D6-4324-8B5D-A326D0329A35}"/>
              </a:ext>
            </a:extLst>
          </p:cNvPr>
          <p:cNvSpPr>
            <a:spLocks xmlns:a="http://schemas.openxmlformats.org/drawingml/2006/main" noGrp="1"/>
          </p:cNvSpPr>
          <p:nvPr/>
        </p:nvSpPr>
        <p:spPr>
          <a:xfrm xmlns:a="http://schemas.openxmlformats.org/drawingml/2006/main">
            <a:off x="7518082" y="4480108"/>
            <a:ext cx="107728" cy="107728"/>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53" name="">
            <a:extLst xmlns:a="http://schemas.openxmlformats.org/drawingml/2006/main">
              <a:ext uri="{FF2B5EF4-FFF2-40B4-BE49-F238E27FC236}">
                <a16:creationId xmlns:a16="http://schemas.microsoft.com/office/drawing/2014/main" id="{71B2AD63-4B1F-4BE2-997F-179F162D934B}"/>
              </a:ext>
            </a:extLst>
          </p:cNvPr>
          <p:cNvSpPr>
            <a:spLocks xmlns:a="http://schemas.openxmlformats.org/drawingml/2006/main" noGrp="1"/>
          </p:cNvSpPr>
          <p:nvPr/>
        </p:nvSpPr>
        <p:spPr>
          <a:xfrm xmlns:a="http://schemas.openxmlformats.org/drawingml/2006/main">
            <a:off x="6766060" y="4440746"/>
            <a:ext cx="186452" cy="186452"/>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54" name="">
            <a:extLst xmlns:a="http://schemas.openxmlformats.org/drawingml/2006/main">
              <a:ext uri="{FF2B5EF4-FFF2-40B4-BE49-F238E27FC236}">
                <a16:creationId xmlns:a16="http://schemas.microsoft.com/office/drawing/2014/main" id="{92CBB298-2B4C-4731-8BB3-09F0FBCE4745}"/>
              </a:ext>
            </a:extLst>
          </p:cNvPr>
          <p:cNvSpPr>
            <a:spLocks xmlns:a="http://schemas.openxmlformats.org/drawingml/2006/main" noGrp="1"/>
          </p:cNvSpPr>
          <p:nvPr/>
        </p:nvSpPr>
        <p:spPr>
          <a:xfrm xmlns:a="http://schemas.openxmlformats.org/drawingml/2006/main">
            <a:off x="6805422" y="4480108"/>
            <a:ext cx="107728" cy="107728"/>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55" name="Ledning">
            <a:extLst xmlns:a="http://schemas.openxmlformats.org/drawingml/2006/main">
              <a:ext uri="{FF2B5EF4-FFF2-40B4-BE49-F238E27FC236}">
                <a16:creationId xmlns:a16="http://schemas.microsoft.com/office/drawing/2014/main" id="{04F1585E-DC47-4085-85EE-50A874466238}"/>
              </a:ext>
            </a:extLst>
          </p:cNvPr>
          <p:cNvSpPr>
            <a:spLocks xmlns:a="http://schemas.openxmlformats.org/drawingml/2006/main" noGrp="1"/>
          </p:cNvSpPr>
          <p:nvPr/>
        </p:nvSpPr>
        <p:spPr>
          <a:xfrm xmlns:a="http://schemas.openxmlformats.org/drawingml/2006/main">
            <a:off x="6015038" y="4533971"/>
            <a:ext cx="844248" cy="715"/>
          </a:xfrm>
          <a:custGeom xmlns:a="http://schemas.openxmlformats.org/drawingml/2006/main">
            <a:pathLst>
              <a:path w="1125664" h="953">
                <a:moveTo>
                  <a:pt x="1125664" y="0"/>
                </a:moveTo>
                <a:lnTo>
                  <a:pt x="0" y="0"/>
                </a:lnTo>
              </a:path>
            </a:pathLst>
          </a:custGeom>
          <a:noFill xmlns:a="http://schemas.openxmlformats.org/drawingml/2006/main"/>
          <a:ln xmlns:a="http://schemas.openxmlformats.org/drawingml/2006/main" w="35719">
            <a:solidFill>
              <a:srgbClr val="AD2929"/>
            </a:solidFill>
          </a:ln>
        </p:spPr>
      </p:sp>
      <p:sp>
        <p:nvSpPr>
          <p:cNvPr id="56" name="Ledning">
            <a:extLst xmlns:a="http://schemas.openxmlformats.org/drawingml/2006/main">
              <a:ext uri="{FF2B5EF4-FFF2-40B4-BE49-F238E27FC236}">
                <a16:creationId xmlns:a16="http://schemas.microsoft.com/office/drawing/2014/main" id="{AB7FDEA6-E8C3-4365-AACD-0E653BA8A54B}"/>
              </a:ext>
            </a:extLst>
          </p:cNvPr>
          <p:cNvSpPr>
            <a:spLocks xmlns:a="http://schemas.openxmlformats.org/drawingml/2006/main" noGrp="1"/>
          </p:cNvSpPr>
          <p:nvPr/>
        </p:nvSpPr>
        <p:spPr>
          <a:xfrm xmlns:a="http://schemas.openxmlformats.org/drawingml/2006/main">
            <a:off x="6015038" y="2033588"/>
            <a:ext cx="715" cy="2500384"/>
          </a:xfrm>
          <a:custGeom xmlns:a="http://schemas.openxmlformats.org/drawingml/2006/main">
            <a:pathLst>
              <a:path w="953" h="3333845">
                <a:moveTo>
                  <a:pt x="0" y="3333845"/>
                </a:moveTo>
                <a:lnTo>
                  <a:pt x="0" y="0"/>
                </a:lnTo>
              </a:path>
            </a:pathLst>
          </a:custGeom>
          <a:noFill xmlns:a="http://schemas.openxmlformats.org/drawingml/2006/main"/>
          <a:ln xmlns:a="http://schemas.openxmlformats.org/drawingml/2006/main" w="35719">
            <a:solidFill>
              <a:srgbClr val="AD2929"/>
            </a:solidFill>
          </a:ln>
        </p:spPr>
      </p:sp>
      <p:sp>
        <p:nvSpPr>
          <p:cNvPr id="57" name="Ledning">
            <a:extLst xmlns:a="http://schemas.openxmlformats.org/drawingml/2006/main">
              <a:ext uri="{FF2B5EF4-FFF2-40B4-BE49-F238E27FC236}">
                <a16:creationId xmlns:a16="http://schemas.microsoft.com/office/drawing/2014/main" id="{BA2C0D96-AE68-4A61-A3A8-947262B7339B}"/>
              </a:ext>
            </a:extLst>
          </p:cNvPr>
          <p:cNvSpPr>
            <a:spLocks xmlns:a="http://schemas.openxmlformats.org/drawingml/2006/main" noGrp="1"/>
          </p:cNvSpPr>
          <p:nvPr/>
        </p:nvSpPr>
        <p:spPr>
          <a:xfrm xmlns:a="http://schemas.openxmlformats.org/drawingml/2006/main">
            <a:off x="3250406" y="2033588"/>
            <a:ext cx="2764631" cy="715"/>
          </a:xfrm>
          <a:custGeom xmlns:a="http://schemas.openxmlformats.org/drawingml/2006/main">
            <a:pathLst>
              <a:path w="3686175" h="953">
                <a:moveTo>
                  <a:pt x="3686175" y="0"/>
                </a:moveTo>
                <a:lnTo>
                  <a:pt x="0" y="0"/>
                </a:lnTo>
              </a:path>
            </a:pathLst>
          </a:custGeom>
          <a:noFill xmlns:a="http://schemas.openxmlformats.org/drawingml/2006/main"/>
          <a:ln xmlns:a="http://schemas.openxmlformats.org/drawingml/2006/main" w="35719">
            <a:solidFill>
              <a:srgbClr val="AD2929"/>
            </a:solidFill>
          </a:ln>
        </p:spPr>
      </p:sp>
      <p:sp>
        <p:nvSpPr>
          <p:cNvPr id="58" name="Ledning">
            <a:extLst xmlns:a="http://schemas.openxmlformats.org/drawingml/2006/main">
              <a:ext uri="{FF2B5EF4-FFF2-40B4-BE49-F238E27FC236}">
                <a16:creationId xmlns:a16="http://schemas.microsoft.com/office/drawing/2014/main" id="{4948C05F-7A07-4106-AF9B-F99A4252E75A}"/>
              </a:ext>
            </a:extLst>
          </p:cNvPr>
          <p:cNvSpPr>
            <a:spLocks xmlns:a="http://schemas.openxmlformats.org/drawingml/2006/main" noGrp="1"/>
          </p:cNvSpPr>
          <p:nvPr/>
        </p:nvSpPr>
        <p:spPr>
          <a:xfrm xmlns:a="http://schemas.openxmlformats.org/drawingml/2006/main">
            <a:off x="3250406" y="2033588"/>
            <a:ext cx="715" cy="514350"/>
          </a:xfrm>
          <a:custGeom xmlns:a="http://schemas.openxmlformats.org/drawingml/2006/main">
            <a:pathLst>
              <a:path w="953" h="685800">
                <a:moveTo>
                  <a:pt x="0" y="0"/>
                </a:moveTo>
                <a:lnTo>
                  <a:pt x="0" y="685800"/>
                </a:lnTo>
              </a:path>
            </a:pathLst>
          </a:custGeom>
          <a:noFill xmlns:a="http://schemas.openxmlformats.org/drawingml/2006/main"/>
          <a:ln xmlns:a="http://schemas.openxmlformats.org/drawingml/2006/main" w="35719">
            <a:solidFill>
              <a:srgbClr val="AD2929"/>
            </a:solidFill>
          </a:ln>
        </p:spPr>
      </p:sp>
      <p:sp>
        <p:nvSpPr>
          <p:cNvPr id="59" name="Ledning">
            <a:extLst xmlns:a="http://schemas.openxmlformats.org/drawingml/2006/main">
              <a:ext uri="{FF2B5EF4-FFF2-40B4-BE49-F238E27FC236}">
                <a16:creationId xmlns:a16="http://schemas.microsoft.com/office/drawing/2014/main" id="{37F19471-0C19-4A2A-B310-BFA9D7FE2C76}"/>
              </a:ext>
            </a:extLst>
          </p:cNvPr>
          <p:cNvSpPr>
            <a:spLocks xmlns:a="http://schemas.openxmlformats.org/drawingml/2006/main" noGrp="1"/>
          </p:cNvSpPr>
          <p:nvPr/>
        </p:nvSpPr>
        <p:spPr>
          <a:xfrm xmlns:a="http://schemas.openxmlformats.org/drawingml/2006/main">
            <a:off x="7571947" y="4533971"/>
            <a:ext cx="715" cy="507135"/>
          </a:xfrm>
          <a:custGeom xmlns:a="http://schemas.openxmlformats.org/drawingml/2006/main">
            <a:pathLst>
              <a:path w="953" h="676180">
                <a:moveTo>
                  <a:pt x="0" y="0"/>
                </a:moveTo>
                <a:lnTo>
                  <a:pt x="0" y="676180"/>
                </a:lnTo>
              </a:path>
            </a:pathLst>
          </a:custGeom>
          <a:noFill xmlns:a="http://schemas.openxmlformats.org/drawingml/2006/main"/>
          <a:ln xmlns:a="http://schemas.openxmlformats.org/drawingml/2006/main" w="35719">
            <a:solidFill>
              <a:srgbClr val="20282E"/>
            </a:solidFill>
          </a:ln>
        </p:spPr>
      </p:sp>
      <p:sp>
        <p:nvSpPr>
          <p:cNvPr id="60" name="Ledning">
            <a:extLst xmlns:a="http://schemas.openxmlformats.org/drawingml/2006/main">
              <a:ext uri="{FF2B5EF4-FFF2-40B4-BE49-F238E27FC236}">
                <a16:creationId xmlns:a16="http://schemas.microsoft.com/office/drawing/2014/main" id="{E4618D5B-1A0A-4312-A6B2-76BC20FEBBD9}"/>
              </a:ext>
            </a:extLst>
          </p:cNvPr>
          <p:cNvSpPr>
            <a:spLocks xmlns:a="http://schemas.openxmlformats.org/drawingml/2006/main" noGrp="1"/>
          </p:cNvSpPr>
          <p:nvPr/>
        </p:nvSpPr>
        <p:spPr>
          <a:xfrm xmlns:a="http://schemas.openxmlformats.org/drawingml/2006/main">
            <a:off x="5357812" y="5041106"/>
            <a:ext cx="2214134" cy="715"/>
          </a:xfrm>
          <a:custGeom xmlns:a="http://schemas.openxmlformats.org/drawingml/2006/main">
            <a:pathLst>
              <a:path w="2952179" h="953">
                <a:moveTo>
                  <a:pt x="2952179" y="0"/>
                </a:moveTo>
                <a:lnTo>
                  <a:pt x="0" y="0"/>
                </a:lnTo>
              </a:path>
            </a:pathLst>
          </a:custGeom>
          <a:noFill xmlns:a="http://schemas.openxmlformats.org/drawingml/2006/main"/>
          <a:ln xmlns:a="http://schemas.openxmlformats.org/drawingml/2006/main" w="35719">
            <a:solidFill>
              <a:srgbClr val="20282E"/>
            </a:solidFill>
          </a:ln>
        </p:spPr>
      </p:sp>
      <p:sp>
        <p:nvSpPr>
          <p:cNvPr id="61" name="Ledning">
            <a:extLst xmlns:a="http://schemas.openxmlformats.org/drawingml/2006/main">
              <a:ext uri="{FF2B5EF4-FFF2-40B4-BE49-F238E27FC236}">
                <a16:creationId xmlns:a16="http://schemas.microsoft.com/office/drawing/2014/main" id="{C1E91433-72EC-4401-A091-D1C4E1429263}"/>
              </a:ext>
            </a:extLst>
          </p:cNvPr>
          <p:cNvSpPr>
            <a:spLocks xmlns:a="http://schemas.openxmlformats.org/drawingml/2006/main" noGrp="1"/>
          </p:cNvSpPr>
          <p:nvPr/>
        </p:nvSpPr>
        <p:spPr>
          <a:xfrm xmlns:a="http://schemas.openxmlformats.org/drawingml/2006/main">
            <a:off x="5357812" y="2340769"/>
            <a:ext cx="715" cy="2700338"/>
          </a:xfrm>
          <a:custGeom xmlns:a="http://schemas.openxmlformats.org/drawingml/2006/main">
            <a:pathLst>
              <a:path w="953" h="3600450">
                <a:moveTo>
                  <a:pt x="0" y="3600450"/>
                </a:moveTo>
                <a:lnTo>
                  <a:pt x="0" y="0"/>
                </a:lnTo>
              </a:path>
            </a:pathLst>
          </a:custGeom>
          <a:noFill xmlns:a="http://schemas.openxmlformats.org/drawingml/2006/main"/>
          <a:ln xmlns:a="http://schemas.openxmlformats.org/drawingml/2006/main" w="35719">
            <a:solidFill>
              <a:srgbClr val="20282E"/>
            </a:solidFill>
          </a:ln>
        </p:spPr>
      </p:sp>
      <p:sp>
        <p:nvSpPr>
          <p:cNvPr id="62" name="Ledning">
            <a:extLst xmlns:a="http://schemas.openxmlformats.org/drawingml/2006/main">
              <a:ext uri="{FF2B5EF4-FFF2-40B4-BE49-F238E27FC236}">
                <a16:creationId xmlns:a16="http://schemas.microsoft.com/office/drawing/2014/main" id="{05FF0846-5D5D-467A-AA18-9D6BE410AFF5}"/>
              </a:ext>
            </a:extLst>
          </p:cNvPr>
          <p:cNvSpPr>
            <a:spLocks xmlns:a="http://schemas.openxmlformats.org/drawingml/2006/main" noGrp="1"/>
          </p:cNvSpPr>
          <p:nvPr/>
        </p:nvSpPr>
        <p:spPr>
          <a:xfrm xmlns:a="http://schemas.openxmlformats.org/drawingml/2006/main">
            <a:off x="3893344" y="2340769"/>
            <a:ext cx="1464469" cy="715"/>
          </a:xfrm>
          <a:custGeom xmlns:a="http://schemas.openxmlformats.org/drawingml/2006/main">
            <a:pathLst>
              <a:path w="1952625" h="953">
                <a:moveTo>
                  <a:pt x="1952625" y="0"/>
                </a:moveTo>
                <a:lnTo>
                  <a:pt x="0" y="0"/>
                </a:lnTo>
              </a:path>
            </a:pathLst>
          </a:custGeom>
          <a:noFill xmlns:a="http://schemas.openxmlformats.org/drawingml/2006/main"/>
          <a:ln xmlns:a="http://schemas.openxmlformats.org/drawingml/2006/main" w="35719">
            <a:solidFill>
              <a:srgbClr val="20282E"/>
            </a:solidFill>
          </a:ln>
        </p:spPr>
      </p:sp>
      <p:sp>
        <p:nvSpPr>
          <p:cNvPr id="63" name="Ledning">
            <a:extLst xmlns:a="http://schemas.openxmlformats.org/drawingml/2006/main">
              <a:ext uri="{FF2B5EF4-FFF2-40B4-BE49-F238E27FC236}">
                <a16:creationId xmlns:a16="http://schemas.microsoft.com/office/drawing/2014/main" id="{1B07B444-BFED-4048-8EF7-D9B5409AA7A1}"/>
              </a:ext>
            </a:extLst>
          </p:cNvPr>
          <p:cNvSpPr>
            <a:spLocks xmlns:a="http://schemas.openxmlformats.org/drawingml/2006/main" noGrp="1"/>
          </p:cNvSpPr>
          <p:nvPr/>
        </p:nvSpPr>
        <p:spPr>
          <a:xfrm xmlns:a="http://schemas.openxmlformats.org/drawingml/2006/main">
            <a:off x="3893344" y="2340769"/>
            <a:ext cx="715" cy="207169"/>
          </a:xfrm>
          <a:custGeom xmlns:a="http://schemas.openxmlformats.org/drawingml/2006/main">
            <a:pathLst>
              <a:path w="953" h="276225">
                <a:moveTo>
                  <a:pt x="0" y="0"/>
                </a:moveTo>
                <a:lnTo>
                  <a:pt x="0" y="276225"/>
                </a:lnTo>
              </a:path>
            </a:pathLst>
          </a:custGeom>
          <a:noFill xmlns:a="http://schemas.openxmlformats.org/drawingml/2006/main"/>
          <a:ln xmlns:a="http://schemas.openxmlformats.org/drawingml/2006/main" w="35719">
            <a:solidFill>
              <a:srgbClr val="20282E"/>
            </a:solidFill>
          </a:ln>
        </p:spPr>
      </p:sp>
      <p:sp>
        <p:nvSpPr>
          <p:cNvPr id="64" name="">
            <a:extLst xmlns:a="http://schemas.openxmlformats.org/drawingml/2006/main">
              <a:ext uri="{FF2B5EF4-FFF2-40B4-BE49-F238E27FC236}">
                <a16:creationId xmlns:a16="http://schemas.microsoft.com/office/drawing/2014/main" id="{F9FCDB3D-2421-41A7-AB27-8B631CA6C4A1}"/>
              </a:ext>
            </a:extLst>
          </p:cNvPr>
          <p:cNvSpPr>
            <a:spLocks xmlns:a="http://schemas.openxmlformats.org/drawingml/2006/main" noGrp="1"/>
          </p:cNvSpPr>
          <p:nvPr/>
        </p:nvSpPr>
        <p:spPr>
          <a:xfrm xmlns:a="http://schemas.openxmlformats.org/drawingml/2006/main">
            <a:off x="3200400" y="2497931"/>
            <a:ext cx="100012" cy="100012"/>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65" name="">
            <a:extLst xmlns:a="http://schemas.openxmlformats.org/drawingml/2006/main">
              <a:ext uri="{FF2B5EF4-FFF2-40B4-BE49-F238E27FC236}">
                <a16:creationId xmlns:a16="http://schemas.microsoft.com/office/drawing/2014/main" id="{47DB5C73-6049-46ED-888C-02CDA24064F2}"/>
              </a:ext>
            </a:extLst>
          </p:cNvPr>
          <p:cNvSpPr>
            <a:spLocks xmlns:a="http://schemas.openxmlformats.org/drawingml/2006/main" noGrp="1"/>
          </p:cNvSpPr>
          <p:nvPr/>
        </p:nvSpPr>
        <p:spPr>
          <a:xfrm xmlns:a="http://schemas.openxmlformats.org/drawingml/2006/main">
            <a:off x="3843338" y="2497931"/>
            <a:ext cx="100012" cy="100012"/>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66" name="K1 till röd strömingång. Svart COM till K2. Kontroll fö">
            <a:extLst xmlns:a="http://schemas.openxmlformats.org/drawingml/2006/main">
              <a:ext uri="{FF2B5EF4-FFF2-40B4-BE49-F238E27FC236}">
                <a16:creationId xmlns:a16="http://schemas.microsoft.com/office/drawing/2014/main" id="{6C99A508-F332-4387-B6D9-8F68BCA69D4F}"/>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K1 till röd strömingång. Svart COM till K2. Kontroll före start.</a:t>
            </a:r>
          </a:p>
        </p:txBody>
      </p:sp>
      <p:sp>
        <p:nvSpPr>
          <p:cNvPr id="9001" name="Ström  Mätaren fyller öppningen">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Ström  Mätaren fyller öppningen</a:t>
            </a:r>
          </a:p>
        </p:txBody>
      </p:sp>
      <p:sp>
        <p:nvSpPr>
          <p:cNvPr id="9002" name="19">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19</a:t>
            </a:r>
          </a:p>
        </p:txBody>
      </p:sp>
    </p:spTree>
    <p:extLst>
      <p:ext uri="{BB962C8B-B14F-4D97-AF65-F5344CB8AC3E}">
        <p14:creationId xmlns:p14="http://schemas.microsoft.com/office/powerpoint/2010/main" val="45592775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Matning på efter handledarens kontroll">
            <a:extLst xmlns:a="http://schemas.openxmlformats.org/drawingml/2006/main">
              <a:ext uri="{FF2B5EF4-FFF2-40B4-BE49-F238E27FC236}">
                <a16:creationId xmlns:a16="http://schemas.microsoft.com/office/drawing/2014/main" id="{0D9B4EA2-EE89-466D-85F5-D15C271C15FC}"/>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Matning på efter handledarens kontroll</a:t>
            </a:r>
          </a:p>
        </p:txBody>
      </p:sp>
      <p:sp>
        <p:nvSpPr>
          <p:cNvPr id="5" name="Ledning">
            <a:extLst xmlns:a="http://schemas.openxmlformats.org/drawingml/2006/main">
              <a:ext uri="{FF2B5EF4-FFF2-40B4-BE49-F238E27FC236}">
                <a16:creationId xmlns:a16="http://schemas.microsoft.com/office/drawing/2014/main" id="{75EBE286-DD4A-4738-B321-71542BE313F9}"/>
              </a:ext>
            </a:extLst>
          </p:cNvPr>
          <p:cNvSpPr>
            <a:spLocks xmlns:a="http://schemas.openxmlformats.org/drawingml/2006/main" noGrp="1"/>
          </p:cNvSpPr>
          <p:nvPr/>
        </p:nvSpPr>
        <p:spPr>
          <a:xfrm xmlns:a="http://schemas.openxmlformats.org/drawingml/2006/main">
            <a:off x="892969" y="2547938"/>
            <a:ext cx="715" cy="878681"/>
          </a:xfrm>
          <a:custGeom xmlns:a="http://schemas.openxmlformats.org/drawingml/2006/main">
            <a:pathLst>
              <a:path w="953" h="1171575">
                <a:moveTo>
                  <a:pt x="0" y="11715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41FE644A-FCE2-4746-804D-2ABA22FDE271}"/>
              </a:ext>
            </a:extLst>
          </p:cNvPr>
          <p:cNvSpPr>
            <a:spLocks xmlns:a="http://schemas.openxmlformats.org/drawingml/2006/main" noGrp="1"/>
          </p:cNvSpPr>
          <p:nvPr/>
        </p:nvSpPr>
        <p:spPr>
          <a:xfrm xmlns:a="http://schemas.openxmlformats.org/drawingml/2006/main">
            <a:off x="892969" y="2547938"/>
            <a:ext cx="785812" cy="715"/>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28575">
            <a:solidFill>
              <a:srgbClr val="111111"/>
            </a:solidFill>
          </a:ln>
        </p:spPr>
      </p:sp>
      <p:sp>
        <p:nvSpPr>
          <p:cNvPr id="7" name="">
            <a:extLst xmlns:a="http://schemas.openxmlformats.org/drawingml/2006/main">
              <a:ext uri="{FF2B5EF4-FFF2-40B4-BE49-F238E27FC236}">
                <a16:creationId xmlns:a16="http://schemas.microsoft.com/office/drawing/2014/main" id="{DCE86A57-2E00-473C-BC27-537E247E3712}"/>
              </a:ext>
            </a:extLst>
          </p:cNvPr>
          <p:cNvSpPr>
            <a:spLocks xmlns:a="http://schemas.openxmlformats.org/drawingml/2006/main" noGrp="1"/>
          </p:cNvSpPr>
          <p:nvPr/>
        </p:nvSpPr>
        <p:spPr>
          <a:xfrm xmlns:a="http://schemas.openxmlformats.org/drawingml/2006/main">
            <a:off x="1678781" y="2462212"/>
            <a:ext cx="571500" cy="171450"/>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8" name="Ledning">
            <a:extLst xmlns:a="http://schemas.openxmlformats.org/drawingml/2006/main">
              <a:ext uri="{FF2B5EF4-FFF2-40B4-BE49-F238E27FC236}">
                <a16:creationId xmlns:a16="http://schemas.microsoft.com/office/drawing/2014/main" id="{B5F8A174-C946-46AC-A7B8-45D1D7535A78}"/>
              </a:ext>
            </a:extLst>
          </p:cNvPr>
          <p:cNvSpPr>
            <a:spLocks xmlns:a="http://schemas.openxmlformats.org/drawingml/2006/main" noGrp="1"/>
          </p:cNvSpPr>
          <p:nvPr/>
        </p:nvSpPr>
        <p:spPr>
          <a:xfrm xmlns:a="http://schemas.openxmlformats.org/drawingml/2006/main">
            <a:off x="1678781" y="2547938"/>
            <a:ext cx="571500" cy="715"/>
          </a:xfrm>
          <a:custGeom xmlns:a="http://schemas.openxmlformats.org/drawingml/2006/main">
            <a:pathLst>
              <a:path w="762000" h="953">
                <a:moveTo>
                  <a:pt x="0" y="0"/>
                </a:moveTo>
                <a:lnTo>
                  <a:pt x="762000" y="0"/>
                </a:lnTo>
              </a:path>
            </a:pathLst>
          </a:custGeom>
          <a:noFill xmlns:a="http://schemas.openxmlformats.org/drawingml/2006/main"/>
          <a:ln xmlns:a="http://schemas.openxmlformats.org/drawingml/2006/main" w="14288">
            <a:solidFill>
              <a:srgbClr val="111111"/>
            </a:solidFill>
          </a:ln>
        </p:spPr>
      </p:sp>
      <p:sp>
        <p:nvSpPr>
          <p:cNvPr id="9" name="F1">
            <a:extLst xmlns:a="http://schemas.openxmlformats.org/drawingml/2006/main">
              <a:ext uri="{FF2B5EF4-FFF2-40B4-BE49-F238E27FC236}">
                <a16:creationId xmlns:a16="http://schemas.microsoft.com/office/drawing/2014/main" id="{86D57D55-D244-4857-8FC3-6AF50860E07B}"/>
              </a:ext>
            </a:extLst>
          </p:cNvPr>
          <p:cNvSpPr>
            <a:spLocks xmlns:a="http://schemas.openxmlformats.org/drawingml/2006/main" noGrp="1"/>
          </p:cNvSpPr>
          <p:nvPr/>
        </p:nvSpPr>
        <p:spPr>
          <a:xfrm xmlns:a="http://schemas.openxmlformats.org/drawingml/2006/main">
            <a:off x="1778794"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F1</a:t>
            </a:r>
          </a:p>
        </p:txBody>
      </p:sp>
      <p:sp>
        <p:nvSpPr>
          <p:cNvPr id="10" name="Ledning">
            <a:extLst xmlns:a="http://schemas.openxmlformats.org/drawingml/2006/main">
              <a:ext uri="{FF2B5EF4-FFF2-40B4-BE49-F238E27FC236}">
                <a16:creationId xmlns:a16="http://schemas.microsoft.com/office/drawing/2014/main" id="{EA8C8A20-A5D7-4B67-9AAA-A90B1D3FFD91}"/>
              </a:ext>
            </a:extLst>
          </p:cNvPr>
          <p:cNvSpPr>
            <a:spLocks xmlns:a="http://schemas.openxmlformats.org/drawingml/2006/main" noGrp="1"/>
          </p:cNvSpPr>
          <p:nvPr/>
        </p:nvSpPr>
        <p:spPr>
          <a:xfrm xmlns:a="http://schemas.openxmlformats.org/drawingml/2006/main">
            <a:off x="2250281" y="2547938"/>
            <a:ext cx="392906" cy="715"/>
          </a:xfrm>
          <a:custGeom xmlns:a="http://schemas.openxmlformats.org/drawingml/2006/main">
            <a:pathLst>
              <a:path w="523875" h="953">
                <a:moveTo>
                  <a:pt x="0" y="0"/>
                </a:moveTo>
                <a:lnTo>
                  <a:pt x="523875" y="0"/>
                </a:lnTo>
              </a:path>
            </a:pathLst>
          </a:custGeom>
          <a:noFill xmlns:a="http://schemas.openxmlformats.org/drawingml/2006/main"/>
          <a:ln xmlns:a="http://schemas.openxmlformats.org/drawingml/2006/main" w="28575">
            <a:solidFill>
              <a:srgbClr val="111111"/>
            </a:solidFill>
          </a:ln>
        </p:spPr>
      </p:sp>
      <p:sp>
        <p:nvSpPr>
          <p:cNvPr id="11" name="">
            <a:extLst xmlns:a="http://schemas.openxmlformats.org/drawingml/2006/main">
              <a:ext uri="{FF2B5EF4-FFF2-40B4-BE49-F238E27FC236}">
                <a16:creationId xmlns:a16="http://schemas.microsoft.com/office/drawing/2014/main" id="{41CD1E45-134E-4289-9434-47609A467390}"/>
              </a:ext>
            </a:extLst>
          </p:cNvPr>
          <p:cNvSpPr>
            <a:spLocks xmlns:a="http://schemas.openxmlformats.org/drawingml/2006/main" noGrp="1"/>
          </p:cNvSpPr>
          <p:nvPr/>
        </p:nvSpPr>
        <p:spPr>
          <a:xfrm xmlns:a="http://schemas.openxmlformats.org/drawingml/2006/main">
            <a:off x="26074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
            <a:extLst xmlns:a="http://schemas.openxmlformats.org/drawingml/2006/main">
              <a:ext uri="{FF2B5EF4-FFF2-40B4-BE49-F238E27FC236}">
                <a16:creationId xmlns:a16="http://schemas.microsoft.com/office/drawing/2014/main" id="{08744A93-D347-4F90-980A-BFD9A5C2C070}"/>
              </a:ext>
            </a:extLst>
          </p:cNvPr>
          <p:cNvSpPr>
            <a:spLocks xmlns:a="http://schemas.openxmlformats.org/drawingml/2006/main" noGrp="1"/>
          </p:cNvSpPr>
          <p:nvPr/>
        </p:nvSpPr>
        <p:spPr>
          <a:xfrm xmlns:a="http://schemas.openxmlformats.org/drawingml/2006/main">
            <a:off x="29503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3" name="Ledning">
            <a:extLst xmlns:a="http://schemas.openxmlformats.org/drawingml/2006/main">
              <a:ext uri="{FF2B5EF4-FFF2-40B4-BE49-F238E27FC236}">
                <a16:creationId xmlns:a16="http://schemas.microsoft.com/office/drawing/2014/main" id="{0C129B23-0A5C-4269-8BAA-44631D4AE8D1}"/>
              </a:ext>
            </a:extLst>
          </p:cNvPr>
          <p:cNvSpPr>
            <a:spLocks xmlns:a="http://schemas.openxmlformats.org/drawingml/2006/main" noGrp="1"/>
          </p:cNvSpPr>
          <p:nvPr/>
        </p:nvSpPr>
        <p:spPr>
          <a:xfrm xmlns:a="http://schemas.openxmlformats.org/drawingml/2006/main">
            <a:off x="2643188" y="2547938"/>
            <a:ext cx="342900" cy="715"/>
          </a:xfrm>
          <a:custGeom xmlns:a="http://schemas.openxmlformats.org/drawingml/2006/main">
            <a:pathLst>
              <a:path w="457200" h="953">
                <a:moveTo>
                  <a:pt x="0" y="0"/>
                </a:moveTo>
                <a:lnTo>
                  <a:pt x="457200" y="0"/>
                </a:lnTo>
              </a:path>
            </a:pathLst>
          </a:custGeom>
          <a:noFill xmlns:a="http://schemas.openxmlformats.org/drawingml/2006/main"/>
          <a:ln xmlns:a="http://schemas.openxmlformats.org/drawingml/2006/main" w="28575">
            <a:solidFill>
              <a:srgbClr val="111111"/>
            </a:solidFill>
          </a:ln>
        </p:spPr>
      </p:sp>
      <p:sp>
        <p:nvSpPr>
          <p:cNvPr id="14" name="S1">
            <a:extLst xmlns:a="http://schemas.openxmlformats.org/drawingml/2006/main">
              <a:ext uri="{FF2B5EF4-FFF2-40B4-BE49-F238E27FC236}">
                <a16:creationId xmlns:a16="http://schemas.microsoft.com/office/drawing/2014/main" id="{BFFD0649-0D95-492D-B5EC-D8B2D76D8681}"/>
              </a:ext>
            </a:extLst>
          </p:cNvPr>
          <p:cNvSpPr>
            <a:spLocks xmlns:a="http://schemas.openxmlformats.org/drawingml/2006/main" noGrp="1"/>
          </p:cNvSpPr>
          <p:nvPr/>
        </p:nvSpPr>
        <p:spPr>
          <a:xfrm xmlns:a="http://schemas.openxmlformats.org/drawingml/2006/main">
            <a:off x="2628900"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S1</a:t>
            </a:r>
          </a:p>
        </p:txBody>
      </p:sp>
      <p:sp>
        <p:nvSpPr>
          <p:cNvPr id="15" name="Ledning">
            <a:extLst xmlns:a="http://schemas.openxmlformats.org/drawingml/2006/main">
              <a:ext uri="{FF2B5EF4-FFF2-40B4-BE49-F238E27FC236}">
                <a16:creationId xmlns:a16="http://schemas.microsoft.com/office/drawing/2014/main" id="{60FF4645-0C9E-4067-9709-29806E317F4B}"/>
              </a:ext>
            </a:extLst>
          </p:cNvPr>
          <p:cNvSpPr>
            <a:spLocks xmlns:a="http://schemas.openxmlformats.org/drawingml/2006/main" noGrp="1"/>
          </p:cNvSpPr>
          <p:nvPr/>
        </p:nvSpPr>
        <p:spPr>
          <a:xfrm xmlns:a="http://schemas.openxmlformats.org/drawingml/2006/main">
            <a:off x="2986088" y="2547938"/>
            <a:ext cx="264319" cy="715"/>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28575">
            <a:solidFill>
              <a:srgbClr val="111111"/>
            </a:solidFill>
          </a:ln>
        </p:spPr>
      </p:sp>
      <p:sp>
        <p:nvSpPr>
          <p:cNvPr id="16" name="">
            <a:extLst xmlns:a="http://schemas.openxmlformats.org/drawingml/2006/main">
              <a:ext uri="{FF2B5EF4-FFF2-40B4-BE49-F238E27FC236}">
                <a16:creationId xmlns:a16="http://schemas.microsoft.com/office/drawing/2014/main" id="{6D5F7DE7-417A-4BB6-9F9B-511527198999}"/>
              </a:ext>
            </a:extLst>
          </p:cNvPr>
          <p:cNvSpPr>
            <a:spLocks xmlns:a="http://schemas.openxmlformats.org/drawingml/2006/main" noGrp="1"/>
          </p:cNvSpPr>
          <p:nvPr/>
        </p:nvSpPr>
        <p:spPr>
          <a:xfrm xmlns:a="http://schemas.openxmlformats.org/drawingml/2006/main">
            <a:off x="3200400" y="2497931"/>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7" name="">
            <a:extLst xmlns:a="http://schemas.openxmlformats.org/drawingml/2006/main">
              <a:ext uri="{FF2B5EF4-FFF2-40B4-BE49-F238E27FC236}">
                <a16:creationId xmlns:a16="http://schemas.microsoft.com/office/drawing/2014/main" id="{BAEDABAA-6A30-48A2-BA38-280E7BB7A1D3}"/>
              </a:ext>
            </a:extLst>
          </p:cNvPr>
          <p:cNvSpPr>
            <a:spLocks xmlns:a="http://schemas.openxmlformats.org/drawingml/2006/main" noGrp="1"/>
          </p:cNvSpPr>
          <p:nvPr/>
        </p:nvSpPr>
        <p:spPr>
          <a:xfrm xmlns:a="http://schemas.openxmlformats.org/drawingml/2006/main">
            <a:off x="3843338" y="2497931"/>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8" name="K1">
            <a:extLst xmlns:a="http://schemas.openxmlformats.org/drawingml/2006/main">
              <a:ext uri="{FF2B5EF4-FFF2-40B4-BE49-F238E27FC236}">
                <a16:creationId xmlns:a16="http://schemas.microsoft.com/office/drawing/2014/main" id="{92B72932-98E4-4F08-B55B-9DD2860E4415}"/>
              </a:ext>
            </a:extLst>
          </p:cNvPr>
          <p:cNvSpPr>
            <a:spLocks xmlns:a="http://schemas.openxmlformats.org/drawingml/2006/main" noGrp="1"/>
          </p:cNvSpPr>
          <p:nvPr/>
        </p:nvSpPr>
        <p:spPr>
          <a:xfrm xmlns:a="http://schemas.openxmlformats.org/drawingml/2006/main">
            <a:off x="3121819" y="2705100"/>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K1</a:t>
            </a:r>
          </a:p>
        </p:txBody>
      </p:sp>
      <p:sp>
        <p:nvSpPr>
          <p:cNvPr id="19" name="K2">
            <a:extLst xmlns:a="http://schemas.openxmlformats.org/drawingml/2006/main">
              <a:ext uri="{FF2B5EF4-FFF2-40B4-BE49-F238E27FC236}">
                <a16:creationId xmlns:a16="http://schemas.microsoft.com/office/drawing/2014/main" id="{6718C390-8CAD-46D8-96A3-08D9650469C6}"/>
              </a:ext>
            </a:extLst>
          </p:cNvPr>
          <p:cNvSpPr>
            <a:spLocks xmlns:a="http://schemas.openxmlformats.org/drawingml/2006/main" noGrp="1"/>
          </p:cNvSpPr>
          <p:nvPr/>
        </p:nvSpPr>
        <p:spPr>
          <a:xfrm xmlns:a="http://schemas.openxmlformats.org/drawingml/2006/main">
            <a:off x="3757612" y="2705100"/>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K2</a:t>
            </a:r>
          </a:p>
        </p:txBody>
      </p:sp>
      <p:sp>
        <p:nvSpPr>
          <p:cNvPr id="20" name="Ledning">
            <a:extLst xmlns:a="http://schemas.openxmlformats.org/drawingml/2006/main">
              <a:ext uri="{FF2B5EF4-FFF2-40B4-BE49-F238E27FC236}">
                <a16:creationId xmlns:a16="http://schemas.microsoft.com/office/drawing/2014/main" id="{83551367-9B65-4557-8CDE-581DB34C2891}"/>
              </a:ext>
            </a:extLst>
          </p:cNvPr>
          <p:cNvSpPr>
            <a:spLocks xmlns:a="http://schemas.openxmlformats.org/drawingml/2006/main" noGrp="1"/>
          </p:cNvSpPr>
          <p:nvPr/>
        </p:nvSpPr>
        <p:spPr>
          <a:xfrm xmlns:a="http://schemas.openxmlformats.org/drawingml/2006/main">
            <a:off x="3893344"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21" name="Ledning">
            <a:extLst xmlns:a="http://schemas.openxmlformats.org/drawingml/2006/main">
              <a:ext uri="{FF2B5EF4-FFF2-40B4-BE49-F238E27FC236}">
                <a16:creationId xmlns:a16="http://schemas.microsoft.com/office/drawing/2014/main" id="{32C0C79C-EB00-44EE-87A0-CDA47670BB20}"/>
              </a:ext>
            </a:extLst>
          </p:cNvPr>
          <p:cNvSpPr>
            <a:spLocks xmlns:a="http://schemas.openxmlformats.org/drawingml/2006/main" noGrp="1"/>
          </p:cNvSpPr>
          <p:nvPr/>
        </p:nvSpPr>
        <p:spPr>
          <a:xfrm xmlns:a="http://schemas.openxmlformats.org/drawingml/2006/main">
            <a:off x="4536281" y="2547938"/>
            <a:ext cx="715" cy="892969"/>
          </a:xfrm>
          <a:custGeom xmlns:a="http://schemas.openxmlformats.org/drawingml/2006/main">
            <a:pathLst>
              <a:path w="953" h="1190625">
                <a:moveTo>
                  <a:pt x="0" y="0"/>
                </a:moveTo>
                <a:lnTo>
                  <a:pt x="0" y="1190625"/>
                </a:lnTo>
              </a:path>
            </a:pathLst>
          </a:custGeom>
          <a:noFill xmlns:a="http://schemas.openxmlformats.org/drawingml/2006/main"/>
          <a:ln xmlns:a="http://schemas.openxmlformats.org/drawingml/2006/main" w="28575">
            <a:solidFill>
              <a:srgbClr val="111111"/>
            </a:solidFill>
          </a:ln>
        </p:spPr>
      </p:sp>
      <p:sp>
        <p:nvSpPr>
          <p:cNvPr id="22" name="">
            <a:extLst xmlns:a="http://schemas.openxmlformats.org/drawingml/2006/main">
              <a:ext uri="{FF2B5EF4-FFF2-40B4-BE49-F238E27FC236}">
                <a16:creationId xmlns:a16="http://schemas.microsoft.com/office/drawing/2014/main" id="{71D5D734-273A-4E76-B32E-5C95B6A49E21}"/>
              </a:ext>
            </a:extLst>
          </p:cNvPr>
          <p:cNvSpPr>
            <a:spLocks xmlns:a="http://schemas.openxmlformats.org/drawingml/2006/main" noGrp="1"/>
          </p:cNvSpPr>
          <p:nvPr/>
        </p:nvSpPr>
        <p:spPr>
          <a:xfrm xmlns:a="http://schemas.openxmlformats.org/drawingml/2006/main">
            <a:off x="4321969" y="3440906"/>
            <a:ext cx="428625" cy="428625"/>
          </a:xfrm>
          <a:prstGeom xmlns:a="http://schemas.openxmlformats.org/drawingml/2006/main" prst="ellipse">
            <a:avLst/>
          </a:prstGeom>
          <a:solidFill xmlns:a="http://schemas.openxmlformats.org/drawingml/2006/main">
            <a:srgbClr val="FFF0BC"/>
          </a:solidFill>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8685F4AC-B7F6-4476-B56D-23F0D9C0F6C6}"/>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0" y="0"/>
                </a:moveTo>
                <a:lnTo>
                  <a:pt x="388620" y="388620"/>
                </a:lnTo>
              </a:path>
            </a:pathLst>
          </a:custGeom>
          <a:noFill xmlns:a="http://schemas.openxmlformats.org/drawingml/2006/main"/>
          <a:ln xmlns:a="http://schemas.openxmlformats.org/drawingml/2006/main" w="28575">
            <a:solidFill>
              <a:srgbClr val="111111"/>
            </a:solidFill>
          </a:ln>
        </p:spPr>
      </p:sp>
      <p:sp>
        <p:nvSpPr>
          <p:cNvPr id="24" name="Ledning">
            <a:extLst xmlns:a="http://schemas.openxmlformats.org/drawingml/2006/main">
              <a:ext uri="{FF2B5EF4-FFF2-40B4-BE49-F238E27FC236}">
                <a16:creationId xmlns:a16="http://schemas.microsoft.com/office/drawing/2014/main" id="{306BF503-E7F1-4471-ADCB-E821765EF4C9}"/>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388620" y="0"/>
                </a:moveTo>
                <a:lnTo>
                  <a:pt x="0" y="388620"/>
                </a:lnTo>
              </a:path>
            </a:pathLst>
          </a:custGeom>
          <a:noFill xmlns:a="http://schemas.openxmlformats.org/drawingml/2006/main"/>
          <a:ln xmlns:a="http://schemas.openxmlformats.org/drawingml/2006/main" w="28575">
            <a:solidFill>
              <a:srgbClr val="111111"/>
            </a:solidFill>
          </a:ln>
        </p:spPr>
      </p:sp>
      <p:sp>
        <p:nvSpPr>
          <p:cNvPr id="25" name="Ledning">
            <a:extLst xmlns:a="http://schemas.openxmlformats.org/drawingml/2006/main">
              <a:ext uri="{FF2B5EF4-FFF2-40B4-BE49-F238E27FC236}">
                <a16:creationId xmlns:a16="http://schemas.microsoft.com/office/drawing/2014/main" id="{F0967212-6B75-4EF1-9903-E1DAC5DDAE2D}"/>
              </a:ext>
            </a:extLst>
          </p:cNvPr>
          <p:cNvSpPr>
            <a:spLocks xmlns:a="http://schemas.openxmlformats.org/drawingml/2006/main" noGrp="1"/>
          </p:cNvSpPr>
          <p:nvPr/>
        </p:nvSpPr>
        <p:spPr>
          <a:xfrm xmlns:a="http://schemas.openxmlformats.org/drawingml/2006/main">
            <a:off x="4536281" y="3869531"/>
            <a:ext cx="715" cy="785812"/>
          </a:xfrm>
          <a:custGeom xmlns:a="http://schemas.openxmlformats.org/drawingml/2006/main">
            <a:pathLst>
              <a:path w="953" h="1047750">
                <a:moveTo>
                  <a:pt x="0" y="0"/>
                </a:moveTo>
                <a:lnTo>
                  <a:pt x="0" y="1047750"/>
                </a:lnTo>
              </a:path>
            </a:pathLst>
          </a:custGeom>
          <a:noFill xmlns:a="http://schemas.openxmlformats.org/drawingml/2006/main"/>
          <a:ln xmlns:a="http://schemas.openxmlformats.org/drawingml/2006/main" w="28575">
            <a:solidFill>
              <a:srgbClr val="111111"/>
            </a:solidFill>
          </a:ln>
        </p:spPr>
      </p:sp>
      <p:sp>
        <p:nvSpPr>
          <p:cNvPr id="26" name="Ledning">
            <a:extLst xmlns:a="http://schemas.openxmlformats.org/drawingml/2006/main">
              <a:ext uri="{FF2B5EF4-FFF2-40B4-BE49-F238E27FC236}">
                <a16:creationId xmlns:a16="http://schemas.microsoft.com/office/drawing/2014/main" id="{D0C2D4C5-1082-4AB9-877B-446435BC6602}"/>
              </a:ext>
            </a:extLst>
          </p:cNvPr>
          <p:cNvSpPr>
            <a:spLocks xmlns:a="http://schemas.openxmlformats.org/drawingml/2006/main" noGrp="1"/>
          </p:cNvSpPr>
          <p:nvPr/>
        </p:nvSpPr>
        <p:spPr>
          <a:xfrm xmlns:a="http://schemas.openxmlformats.org/drawingml/2006/main">
            <a:off x="892969" y="4655344"/>
            <a:ext cx="3643312" cy="715"/>
          </a:xfrm>
          <a:custGeom xmlns:a="http://schemas.openxmlformats.org/drawingml/2006/main">
            <a:pathLst>
              <a:path w="4857750" h="953">
                <a:moveTo>
                  <a:pt x="4857750" y="0"/>
                </a:moveTo>
                <a:lnTo>
                  <a:pt x="0" y="0"/>
                </a:lnTo>
              </a:path>
            </a:pathLst>
          </a:custGeom>
          <a:noFill xmlns:a="http://schemas.openxmlformats.org/drawingml/2006/main"/>
          <a:ln xmlns:a="http://schemas.openxmlformats.org/drawingml/2006/main" w="28575">
            <a:solidFill>
              <a:srgbClr val="111111"/>
            </a:solidFill>
          </a:ln>
        </p:spPr>
      </p:sp>
      <p:sp>
        <p:nvSpPr>
          <p:cNvPr id="27" name="Ledning">
            <a:extLst xmlns:a="http://schemas.openxmlformats.org/drawingml/2006/main">
              <a:ext uri="{FF2B5EF4-FFF2-40B4-BE49-F238E27FC236}">
                <a16:creationId xmlns:a16="http://schemas.microsoft.com/office/drawing/2014/main" id="{63AD0BEF-8BD8-4AB9-8397-0F0D1576A9CF}"/>
              </a:ext>
            </a:extLst>
          </p:cNvPr>
          <p:cNvSpPr>
            <a:spLocks xmlns:a="http://schemas.openxmlformats.org/drawingml/2006/main" noGrp="1"/>
          </p:cNvSpPr>
          <p:nvPr/>
        </p:nvSpPr>
        <p:spPr>
          <a:xfrm xmlns:a="http://schemas.openxmlformats.org/drawingml/2006/main">
            <a:off x="892969" y="3912394"/>
            <a:ext cx="715" cy="742950"/>
          </a:xfrm>
          <a:custGeom xmlns:a="http://schemas.openxmlformats.org/drawingml/2006/main">
            <a:pathLst>
              <a:path w="953" h="990600">
                <a:moveTo>
                  <a:pt x="0" y="990600"/>
                </a:moveTo>
                <a:lnTo>
                  <a:pt x="0" y="0"/>
                </a:lnTo>
              </a:path>
            </a:pathLst>
          </a:custGeom>
          <a:noFill xmlns:a="http://schemas.openxmlformats.org/drawingml/2006/main"/>
          <a:ln xmlns:a="http://schemas.openxmlformats.org/drawingml/2006/main" w="28575">
            <a:solidFill>
              <a:srgbClr val="111111"/>
            </a:solidFill>
          </a:ln>
        </p:spPr>
      </p:sp>
      <p:sp>
        <p:nvSpPr>
          <p:cNvPr id="28" name="">
            <a:extLst xmlns:a="http://schemas.openxmlformats.org/drawingml/2006/main">
              <a:ext uri="{FF2B5EF4-FFF2-40B4-BE49-F238E27FC236}">
                <a16:creationId xmlns:a16="http://schemas.microsoft.com/office/drawing/2014/main" id="{8EE62625-4D4F-4841-A2BD-85DF019BD94A}"/>
              </a:ext>
            </a:extLst>
          </p:cNvPr>
          <p:cNvSpPr>
            <a:spLocks xmlns:a="http://schemas.openxmlformats.org/drawingml/2006/main" noGrp="1"/>
          </p:cNvSpPr>
          <p:nvPr/>
        </p:nvSpPr>
        <p:spPr>
          <a:xfrm xmlns:a="http://schemas.openxmlformats.org/drawingml/2006/main">
            <a:off x="650081" y="3426619"/>
            <a:ext cx="485775" cy="485775"/>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29" name="+">
            <a:extLst xmlns:a="http://schemas.openxmlformats.org/drawingml/2006/main">
              <a:ext uri="{FF2B5EF4-FFF2-40B4-BE49-F238E27FC236}">
                <a16:creationId xmlns:a16="http://schemas.microsoft.com/office/drawing/2014/main" id="{16A1E03A-44CA-4ADD-BED9-685026955B5F}"/>
              </a:ext>
            </a:extLst>
          </p:cNvPr>
          <p:cNvSpPr>
            <a:spLocks xmlns:a="http://schemas.openxmlformats.org/drawingml/2006/main" noGrp="1"/>
          </p:cNvSpPr>
          <p:nvPr/>
        </p:nvSpPr>
        <p:spPr>
          <a:xfrm xmlns:a="http://schemas.openxmlformats.org/drawingml/2006/main">
            <a:off x="800100" y="3448050"/>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30" name="−">
            <a:extLst xmlns:a="http://schemas.openxmlformats.org/drawingml/2006/main">
              <a:ext uri="{FF2B5EF4-FFF2-40B4-BE49-F238E27FC236}">
                <a16:creationId xmlns:a16="http://schemas.microsoft.com/office/drawing/2014/main" id="{3845D80B-F5C7-457E-95BB-71E00254AEE8}"/>
              </a:ext>
            </a:extLst>
          </p:cNvPr>
          <p:cNvSpPr>
            <a:spLocks xmlns:a="http://schemas.openxmlformats.org/drawingml/2006/main" noGrp="1"/>
          </p:cNvSpPr>
          <p:nvPr/>
        </p:nvSpPr>
        <p:spPr>
          <a:xfrm xmlns:a="http://schemas.openxmlformats.org/drawingml/2006/main">
            <a:off x="800100" y="3683794"/>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31" name="12 V DC&#10;PÅ">
            <a:extLst xmlns:a="http://schemas.openxmlformats.org/drawingml/2006/main">
              <a:ext uri="{FF2B5EF4-FFF2-40B4-BE49-F238E27FC236}">
                <a16:creationId xmlns:a16="http://schemas.microsoft.com/office/drawing/2014/main" id="{5D9E83D9-09DC-4D0C-A18D-B884739A51AB}"/>
              </a:ext>
            </a:extLst>
          </p:cNvPr>
          <p:cNvSpPr>
            <a:spLocks xmlns:a="http://schemas.openxmlformats.org/drawingml/2006/main" noGrp="1"/>
          </p:cNvSpPr>
          <p:nvPr/>
        </p:nvSpPr>
        <p:spPr>
          <a:xfrm xmlns:a="http://schemas.openxmlformats.org/drawingml/2006/main">
            <a:off x="1293019" y="3469481"/>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12 V DC</a:t>
            </a:r>
          </a:p>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PÅ</a:t>
            </a:r>
          </a:p>
        </p:txBody>
      </p:sp>
      <p:sp>
        <p:nvSpPr>
          <p:cNvPr id="32" name="H1">
            <a:extLst xmlns:a="http://schemas.openxmlformats.org/drawingml/2006/main">
              <a:ext uri="{FF2B5EF4-FFF2-40B4-BE49-F238E27FC236}">
                <a16:creationId xmlns:a16="http://schemas.microsoft.com/office/drawing/2014/main" id="{93E0FE35-A8B2-4B72-B63F-4D1431CDA13E}"/>
              </a:ext>
            </a:extLst>
          </p:cNvPr>
          <p:cNvSpPr>
            <a:spLocks xmlns:a="http://schemas.openxmlformats.org/drawingml/2006/main" noGrp="1"/>
          </p:cNvSpPr>
          <p:nvPr/>
        </p:nvSpPr>
        <p:spPr>
          <a:xfrm xmlns:a="http://schemas.openxmlformats.org/drawingml/2006/main">
            <a:off x="4822031" y="3548062"/>
            <a:ext cx="500062"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H1</a:t>
            </a:r>
          </a:p>
        </p:txBody>
      </p:sp>
      <p:sp>
        <p:nvSpPr>
          <p:cNvPr id="33" name="">
            <a:extLst xmlns:a="http://schemas.openxmlformats.org/drawingml/2006/main">
              <a:ext uri="{FF2B5EF4-FFF2-40B4-BE49-F238E27FC236}">
                <a16:creationId xmlns:a16="http://schemas.microsoft.com/office/drawing/2014/main" id="{3C13790C-6FB2-40B1-A8ED-A51ABD43AC97}"/>
              </a:ext>
            </a:extLst>
          </p:cNvPr>
          <p:cNvSpPr>
            <a:spLocks xmlns:a="http://schemas.openxmlformats.org/drawingml/2006/main" noGrp="1"/>
          </p:cNvSpPr>
          <p:nvPr/>
        </p:nvSpPr>
        <p:spPr>
          <a:xfrm xmlns:a="http://schemas.openxmlformats.org/drawingml/2006/main">
            <a:off x="4500562" y="3048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4" name="">
            <a:extLst xmlns:a="http://schemas.openxmlformats.org/drawingml/2006/main">
              <a:ext uri="{FF2B5EF4-FFF2-40B4-BE49-F238E27FC236}">
                <a16:creationId xmlns:a16="http://schemas.microsoft.com/office/drawing/2014/main" id="{558DA65E-01E0-4EC7-A54A-22EF06C080B4}"/>
              </a:ext>
            </a:extLst>
          </p:cNvPr>
          <p:cNvSpPr>
            <a:spLocks xmlns:a="http://schemas.openxmlformats.org/drawingml/2006/main" noGrp="1"/>
          </p:cNvSpPr>
          <p:nvPr/>
        </p:nvSpPr>
        <p:spPr>
          <a:xfrm xmlns:a="http://schemas.openxmlformats.org/drawingml/2006/main">
            <a:off x="4500562" y="4191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5" name="P1">
            <a:extLst xmlns:a="http://schemas.openxmlformats.org/drawingml/2006/main">
              <a:ext uri="{FF2B5EF4-FFF2-40B4-BE49-F238E27FC236}">
                <a16:creationId xmlns:a16="http://schemas.microsoft.com/office/drawing/2014/main" id="{3DEBF57E-EDFB-4C4B-A701-9FF1051C6CFE}"/>
              </a:ext>
            </a:extLst>
          </p:cNvPr>
          <p:cNvSpPr>
            <a:spLocks xmlns:a="http://schemas.openxmlformats.org/drawingml/2006/main" noGrp="1"/>
          </p:cNvSpPr>
          <p:nvPr/>
        </p:nvSpPr>
        <p:spPr>
          <a:xfrm xmlns:a="http://schemas.openxmlformats.org/drawingml/2006/main">
            <a:off x="4722019" y="2797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P1</a:t>
            </a:r>
          </a:p>
        </p:txBody>
      </p:sp>
      <p:sp>
        <p:nvSpPr>
          <p:cNvPr id="36" name="P2">
            <a:extLst xmlns:a="http://schemas.openxmlformats.org/drawingml/2006/main">
              <a:ext uri="{FF2B5EF4-FFF2-40B4-BE49-F238E27FC236}">
                <a16:creationId xmlns:a16="http://schemas.microsoft.com/office/drawing/2014/main" id="{2F09869C-4D2B-4F06-961A-B3B26EE983B5}"/>
              </a:ext>
            </a:extLst>
          </p:cNvPr>
          <p:cNvSpPr>
            <a:spLocks xmlns:a="http://schemas.openxmlformats.org/drawingml/2006/main" noGrp="1"/>
          </p:cNvSpPr>
          <p:nvPr/>
        </p:nvSpPr>
        <p:spPr>
          <a:xfrm xmlns:a="http://schemas.openxmlformats.org/drawingml/2006/main">
            <a:off x="4722019" y="3940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P2</a:t>
            </a:r>
          </a:p>
        </p:txBody>
      </p:sp>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35a3153092bf4a9d"/>
          <a:stretch xmlns:a="http://schemas.openxmlformats.org/drawingml/2006/main"/>
        </p:blipFill>
        <p:spPr>
          <a:xfrm xmlns:a="http://schemas.openxmlformats.org/drawingml/2006/main">
            <a:off x="6357938" y="1905000"/>
            <a:ext cx="2071688" cy="3107531"/>
          </a:xfrm>
          <a:prstGeom xmlns:a="http://schemas.openxmlformats.org/drawingml/2006/main" prst="rect">
            <a:avLst/>
          </a:prstGeom>
        </p:spPr>
      </p:pic>
      <p:sp>
        <p:nvSpPr>
          <p:cNvPr id="38" name="10 A">
            <a:extLst xmlns:a="http://schemas.openxmlformats.org/drawingml/2006/main">
              <a:ext uri="{FF2B5EF4-FFF2-40B4-BE49-F238E27FC236}">
                <a16:creationId xmlns:a16="http://schemas.microsoft.com/office/drawing/2014/main" id="{F735C46C-1FC2-4FF7-A6C5-7F224EA99C97}"/>
              </a:ext>
            </a:extLst>
          </p:cNvPr>
          <p:cNvSpPr>
            <a:spLocks xmlns:a="http://schemas.openxmlformats.org/drawingml/2006/main" noGrp="1"/>
          </p:cNvSpPr>
          <p:nvPr/>
        </p:nvSpPr>
        <p:spPr>
          <a:xfrm xmlns:a="http://schemas.openxmlformats.org/drawingml/2006/main">
            <a:off x="667283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10 A</a:t>
            </a:r>
          </a:p>
        </p:txBody>
      </p:sp>
      <p:sp>
        <p:nvSpPr>
          <p:cNvPr id="39" name="mA">
            <a:extLst xmlns:a="http://schemas.openxmlformats.org/drawingml/2006/main">
              <a:ext uri="{FF2B5EF4-FFF2-40B4-BE49-F238E27FC236}">
                <a16:creationId xmlns:a16="http://schemas.microsoft.com/office/drawing/2014/main" id="{B3F0E126-5B82-4AD8-9CDB-9F1C2C352082}"/>
              </a:ext>
            </a:extLst>
          </p:cNvPr>
          <p:cNvSpPr>
            <a:spLocks xmlns:a="http://schemas.openxmlformats.org/drawingml/2006/main" noGrp="1"/>
          </p:cNvSpPr>
          <p:nvPr/>
        </p:nvSpPr>
        <p:spPr>
          <a:xfrm xmlns:a="http://schemas.openxmlformats.org/drawingml/2006/main">
            <a:off x="702916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mA</a:t>
            </a:r>
          </a:p>
        </p:txBody>
      </p:sp>
      <p:sp>
        <p:nvSpPr>
          <p:cNvPr id="40" name="COM">
            <a:extLst xmlns:a="http://schemas.openxmlformats.org/drawingml/2006/main">
              <a:ext uri="{FF2B5EF4-FFF2-40B4-BE49-F238E27FC236}">
                <a16:creationId xmlns:a16="http://schemas.microsoft.com/office/drawing/2014/main" id="{D79DF1E4-9BF6-493A-BF0B-A6E5485AD474}"/>
              </a:ext>
            </a:extLst>
          </p:cNvPr>
          <p:cNvSpPr>
            <a:spLocks xmlns:a="http://schemas.openxmlformats.org/drawingml/2006/main" noGrp="1"/>
          </p:cNvSpPr>
          <p:nvPr/>
        </p:nvSpPr>
        <p:spPr>
          <a:xfrm xmlns:a="http://schemas.openxmlformats.org/drawingml/2006/main">
            <a:off x="738549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COM</a:t>
            </a:r>
          </a:p>
        </p:txBody>
      </p:sp>
      <p:sp>
        <p:nvSpPr>
          <p:cNvPr id="41" name="VΩ">
            <a:extLst xmlns:a="http://schemas.openxmlformats.org/drawingml/2006/main">
              <a:ext uri="{FF2B5EF4-FFF2-40B4-BE49-F238E27FC236}">
                <a16:creationId xmlns:a16="http://schemas.microsoft.com/office/drawing/2014/main" id="{2C923C88-D897-4714-AB51-EF0A43EAD911}"/>
              </a:ext>
            </a:extLst>
          </p:cNvPr>
          <p:cNvSpPr>
            <a:spLocks xmlns:a="http://schemas.openxmlformats.org/drawingml/2006/main" noGrp="1"/>
          </p:cNvSpPr>
          <p:nvPr/>
        </p:nvSpPr>
        <p:spPr>
          <a:xfrm xmlns:a="http://schemas.openxmlformats.org/drawingml/2006/main">
            <a:off x="7741825"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VΩ</a:t>
            </a:r>
          </a:p>
        </p:txBody>
      </p:sp>
      <p:sp>
        <p:nvSpPr>
          <p:cNvPr id="42" name="0,10 A">
            <a:extLst xmlns:a="http://schemas.openxmlformats.org/drawingml/2006/main">
              <a:ext uri="{FF2B5EF4-FFF2-40B4-BE49-F238E27FC236}">
                <a16:creationId xmlns:a16="http://schemas.microsoft.com/office/drawing/2014/main" id="{B4A976B9-5798-4783-BE17-6DBE0544C668}"/>
              </a:ext>
            </a:extLst>
          </p:cNvPr>
          <p:cNvSpPr>
            <a:spLocks xmlns:a="http://schemas.openxmlformats.org/drawingml/2006/main" noGrp="1"/>
          </p:cNvSpPr>
          <p:nvPr/>
        </p:nvSpPr>
        <p:spPr>
          <a:xfrm xmlns:a="http://schemas.openxmlformats.org/drawingml/2006/main">
            <a:off x="6772275" y="2277904"/>
            <a:ext cx="1243012" cy="341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6" b="1">
                <a:solidFill>
                  <a:srgbClr val="111111"/>
                </a:solidFill>
                <a:latin typeface="Calibri"/>
                <a:ea typeface="Calibri"/>
                <a:cs typeface="Calibri"/>
              </a:defRPr>
            </a:pPr>
            <a:r>
              <a:rPr sz="1876" b="1">
                <a:solidFill>
                  <a:srgbClr val="111111"/>
                </a:solidFill>
                <a:latin typeface="Calibri"/>
                <a:ea typeface="Calibri"/>
                <a:cs typeface="Calibri"/>
              </a:rPr>
              <a:t>0,10 A</a:t>
            </a:r>
          </a:p>
        </p:txBody>
      </p:sp>
      <p:sp>
        <p:nvSpPr>
          <p:cNvPr id="43" name="A DC">
            <a:extLst xmlns:a="http://schemas.openxmlformats.org/drawingml/2006/main">
              <a:ext uri="{FF2B5EF4-FFF2-40B4-BE49-F238E27FC236}">
                <a16:creationId xmlns:a16="http://schemas.microsoft.com/office/drawing/2014/main" id="{9B7491D7-44A7-4629-8444-F7A2B3C74D40}"/>
              </a:ext>
            </a:extLst>
          </p:cNvPr>
          <p:cNvSpPr>
            <a:spLocks xmlns:a="http://schemas.openxmlformats.org/drawingml/2006/main" noGrp="1"/>
          </p:cNvSpPr>
          <p:nvPr/>
        </p:nvSpPr>
        <p:spPr>
          <a:xfrm xmlns:a="http://schemas.openxmlformats.org/drawingml/2006/main">
            <a:off x="6813709" y="2622840"/>
            <a:ext cx="1160145" cy="121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62" b="1">
                <a:solidFill>
                  <a:srgbClr val="111111"/>
                </a:solidFill>
                <a:latin typeface="Calibri"/>
                <a:ea typeface="Calibri"/>
                <a:cs typeface="Calibri"/>
              </a:defRPr>
            </a:pPr>
            <a:r>
              <a:rPr sz="962" b="1">
                <a:solidFill>
                  <a:srgbClr val="111111"/>
                </a:solidFill>
                <a:latin typeface="Calibri"/>
                <a:ea typeface="Calibri"/>
                <a:cs typeface="Calibri"/>
              </a:rPr>
              <a:t>A DC</a:t>
            </a:r>
          </a:p>
        </p:txBody>
      </p:sp>
      <p:sp>
        <p:nvSpPr>
          <p:cNvPr id="44" name="V DC">
            <a:extLst xmlns:a="http://schemas.openxmlformats.org/drawingml/2006/main">
              <a:ext uri="{FF2B5EF4-FFF2-40B4-BE49-F238E27FC236}">
                <a16:creationId xmlns:a16="http://schemas.microsoft.com/office/drawing/2014/main" id="{341821FA-7CA3-415C-A7AA-77983461F639}"/>
              </a:ext>
            </a:extLst>
          </p:cNvPr>
          <p:cNvSpPr>
            <a:spLocks xmlns:a="http://schemas.openxmlformats.org/drawingml/2006/main" noGrp="1"/>
          </p:cNvSpPr>
          <p:nvPr/>
        </p:nvSpPr>
        <p:spPr>
          <a:xfrm xmlns:a="http://schemas.openxmlformats.org/drawingml/2006/main">
            <a:off x="7207330" y="285279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DC</a:t>
            </a:r>
          </a:p>
        </p:txBody>
      </p:sp>
      <p:sp>
        <p:nvSpPr>
          <p:cNvPr id="45" name="V AC">
            <a:extLst xmlns:a="http://schemas.openxmlformats.org/drawingml/2006/main">
              <a:ext uri="{FF2B5EF4-FFF2-40B4-BE49-F238E27FC236}">
                <a16:creationId xmlns:a16="http://schemas.microsoft.com/office/drawing/2014/main" id="{CEF1C0EC-EC45-491A-BFA1-E1713C297613}"/>
              </a:ext>
            </a:extLst>
          </p:cNvPr>
          <p:cNvSpPr>
            <a:spLocks xmlns:a="http://schemas.openxmlformats.org/drawingml/2006/main" noGrp="1"/>
          </p:cNvSpPr>
          <p:nvPr/>
        </p:nvSpPr>
        <p:spPr>
          <a:xfrm xmlns:a="http://schemas.openxmlformats.org/drawingml/2006/main">
            <a:off x="7664834"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AC</a:t>
            </a:r>
          </a:p>
        </p:txBody>
      </p:sp>
      <p:sp>
        <p:nvSpPr>
          <p:cNvPr id="46" name="A DC">
            <a:extLst xmlns:a="http://schemas.openxmlformats.org/drawingml/2006/main">
              <a:ext uri="{FF2B5EF4-FFF2-40B4-BE49-F238E27FC236}">
                <a16:creationId xmlns:a16="http://schemas.microsoft.com/office/drawing/2014/main" id="{9B835843-ADE8-43FC-AFC7-C27F1BD83CD3}"/>
              </a:ext>
            </a:extLst>
          </p:cNvPr>
          <p:cNvSpPr>
            <a:spLocks xmlns:a="http://schemas.openxmlformats.org/drawingml/2006/main" noGrp="1"/>
          </p:cNvSpPr>
          <p:nvPr/>
        </p:nvSpPr>
        <p:spPr>
          <a:xfrm xmlns:a="http://schemas.openxmlformats.org/drawingml/2006/main">
            <a:off x="7664834"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1">
                <a:solidFill>
                  <a:srgbClr val="064F91"/>
                </a:solidFill>
                <a:latin typeface="Calibri"/>
                <a:ea typeface="Calibri"/>
                <a:cs typeface="Calibri"/>
              </a:defRPr>
            </a:pPr>
            <a:r>
              <a:rPr sz="897" b="1">
                <a:solidFill>
                  <a:srgbClr val="064F91"/>
                </a:solidFill>
                <a:latin typeface="Calibri"/>
                <a:ea typeface="Calibri"/>
                <a:cs typeface="Calibri"/>
              </a:rPr>
              <a:t>A DC</a:t>
            </a:r>
          </a:p>
        </p:txBody>
      </p:sp>
      <p:sp>
        <p:nvSpPr>
          <p:cNvPr id="47" name="Ω">
            <a:extLst xmlns:a="http://schemas.openxmlformats.org/drawingml/2006/main">
              <a:ext uri="{FF2B5EF4-FFF2-40B4-BE49-F238E27FC236}">
                <a16:creationId xmlns:a16="http://schemas.microsoft.com/office/drawing/2014/main" id="{41C63727-560F-40C3-9FD1-244A8703C272}"/>
              </a:ext>
            </a:extLst>
          </p:cNvPr>
          <p:cNvSpPr>
            <a:spLocks xmlns:a="http://schemas.openxmlformats.org/drawingml/2006/main" noGrp="1"/>
          </p:cNvSpPr>
          <p:nvPr/>
        </p:nvSpPr>
        <p:spPr>
          <a:xfrm xmlns:a="http://schemas.openxmlformats.org/drawingml/2006/main">
            <a:off x="7207330" y="390935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Ω</a:t>
            </a:r>
          </a:p>
        </p:txBody>
      </p:sp>
      <p:sp>
        <p:nvSpPr>
          <p:cNvPr id="48" name="PIP">
            <a:extLst xmlns:a="http://schemas.openxmlformats.org/drawingml/2006/main">
              <a:ext uri="{FF2B5EF4-FFF2-40B4-BE49-F238E27FC236}">
                <a16:creationId xmlns:a16="http://schemas.microsoft.com/office/drawing/2014/main" id="{E4C4AE72-B3BD-4A95-90BA-A978FFB653D2}"/>
              </a:ext>
            </a:extLst>
          </p:cNvPr>
          <p:cNvSpPr>
            <a:spLocks xmlns:a="http://schemas.openxmlformats.org/drawingml/2006/main" noGrp="1"/>
          </p:cNvSpPr>
          <p:nvPr/>
        </p:nvSpPr>
        <p:spPr>
          <a:xfrm xmlns:a="http://schemas.openxmlformats.org/drawingml/2006/main">
            <a:off x="6749825"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PIP</a:t>
            </a:r>
          </a:p>
        </p:txBody>
      </p:sp>
      <p:sp>
        <p:nvSpPr>
          <p:cNvPr id="49" name="OFF">
            <a:extLst xmlns:a="http://schemas.openxmlformats.org/drawingml/2006/main">
              <a:ext uri="{FF2B5EF4-FFF2-40B4-BE49-F238E27FC236}">
                <a16:creationId xmlns:a16="http://schemas.microsoft.com/office/drawing/2014/main" id="{527ACF45-ECFF-4859-BE1A-98CA6915EDB9}"/>
              </a:ext>
            </a:extLst>
          </p:cNvPr>
          <p:cNvSpPr>
            <a:spLocks xmlns:a="http://schemas.openxmlformats.org/drawingml/2006/main" noGrp="1"/>
          </p:cNvSpPr>
          <p:nvPr/>
        </p:nvSpPr>
        <p:spPr>
          <a:xfrm xmlns:a="http://schemas.openxmlformats.org/drawingml/2006/main">
            <a:off x="6749825"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OFF</a:t>
            </a:r>
          </a:p>
        </p:txBody>
      </p:sp>
      <p:sp>
        <p:nvSpPr>
          <p:cNvPr id="50" name="Ledning">
            <a:extLst xmlns:a="http://schemas.openxmlformats.org/drawingml/2006/main">
              <a:ext uri="{FF2B5EF4-FFF2-40B4-BE49-F238E27FC236}">
                <a16:creationId xmlns:a16="http://schemas.microsoft.com/office/drawing/2014/main" id="{B192F4F4-0529-4CB8-A301-9CB075FE49EF}"/>
              </a:ext>
            </a:extLst>
          </p:cNvPr>
          <p:cNvSpPr>
            <a:spLocks xmlns:a="http://schemas.openxmlformats.org/drawingml/2006/main" noGrp="1"/>
          </p:cNvSpPr>
          <p:nvPr/>
        </p:nvSpPr>
        <p:spPr>
          <a:xfrm xmlns:a="http://schemas.openxmlformats.org/drawingml/2006/main">
            <a:off x="7393781" y="3458766"/>
            <a:ext cx="269120" cy="155377"/>
          </a:xfrm>
          <a:custGeom xmlns:a="http://schemas.openxmlformats.org/drawingml/2006/main">
            <a:pathLst>
              <a:path w="358827" h="207169">
                <a:moveTo>
                  <a:pt x="0" y="0"/>
                </a:moveTo>
                <a:lnTo>
                  <a:pt x="358827" y="207169"/>
                </a:lnTo>
              </a:path>
            </a:pathLst>
          </a:custGeom>
          <a:noFill xmlns:a="http://schemas.openxmlformats.org/drawingml/2006/main"/>
          <a:ln xmlns:a="http://schemas.openxmlformats.org/drawingml/2006/main" w="42862">
            <a:solidFill>
              <a:srgbClr val="064F91"/>
            </a:solidFill>
          </a:ln>
        </p:spPr>
      </p:sp>
      <p:sp>
        <p:nvSpPr>
          <p:cNvPr id="51" name="">
            <a:extLst xmlns:a="http://schemas.openxmlformats.org/drawingml/2006/main">
              <a:ext uri="{FF2B5EF4-FFF2-40B4-BE49-F238E27FC236}">
                <a16:creationId xmlns:a16="http://schemas.microsoft.com/office/drawing/2014/main" id="{436EF5D7-5059-43AD-B7E4-9EE929162C34}"/>
              </a:ext>
            </a:extLst>
          </p:cNvPr>
          <p:cNvSpPr>
            <a:spLocks xmlns:a="http://schemas.openxmlformats.org/drawingml/2006/main" noGrp="1"/>
          </p:cNvSpPr>
          <p:nvPr/>
        </p:nvSpPr>
        <p:spPr>
          <a:xfrm xmlns:a="http://schemas.openxmlformats.org/drawingml/2006/main">
            <a:off x="7358062" y="3423047"/>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52" name="">
            <a:extLst xmlns:a="http://schemas.openxmlformats.org/drawingml/2006/main">
              <a:ext uri="{FF2B5EF4-FFF2-40B4-BE49-F238E27FC236}">
                <a16:creationId xmlns:a16="http://schemas.microsoft.com/office/drawing/2014/main" id="{E10491A8-C7A6-4D57-94CB-1EDF750298B4}"/>
              </a:ext>
            </a:extLst>
          </p:cNvPr>
          <p:cNvSpPr>
            <a:spLocks xmlns:a="http://schemas.openxmlformats.org/drawingml/2006/main" noGrp="1"/>
          </p:cNvSpPr>
          <p:nvPr/>
        </p:nvSpPr>
        <p:spPr>
          <a:xfrm xmlns:a="http://schemas.openxmlformats.org/drawingml/2006/main">
            <a:off x="7478720" y="4440746"/>
            <a:ext cx="186452" cy="186452"/>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53" name="">
            <a:extLst xmlns:a="http://schemas.openxmlformats.org/drawingml/2006/main">
              <a:ext uri="{FF2B5EF4-FFF2-40B4-BE49-F238E27FC236}">
                <a16:creationId xmlns:a16="http://schemas.microsoft.com/office/drawing/2014/main" id="{DA2694DB-E696-4C94-A676-A2E901F8A080}"/>
              </a:ext>
            </a:extLst>
          </p:cNvPr>
          <p:cNvSpPr>
            <a:spLocks xmlns:a="http://schemas.openxmlformats.org/drawingml/2006/main" noGrp="1"/>
          </p:cNvSpPr>
          <p:nvPr/>
        </p:nvSpPr>
        <p:spPr>
          <a:xfrm xmlns:a="http://schemas.openxmlformats.org/drawingml/2006/main">
            <a:off x="7518082" y="4480108"/>
            <a:ext cx="107728" cy="107728"/>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54" name="">
            <a:extLst xmlns:a="http://schemas.openxmlformats.org/drawingml/2006/main">
              <a:ext uri="{FF2B5EF4-FFF2-40B4-BE49-F238E27FC236}">
                <a16:creationId xmlns:a16="http://schemas.microsoft.com/office/drawing/2014/main" id="{6E084453-95B1-43DF-B79F-DC22FF795711}"/>
              </a:ext>
            </a:extLst>
          </p:cNvPr>
          <p:cNvSpPr>
            <a:spLocks xmlns:a="http://schemas.openxmlformats.org/drawingml/2006/main" noGrp="1"/>
          </p:cNvSpPr>
          <p:nvPr/>
        </p:nvSpPr>
        <p:spPr>
          <a:xfrm xmlns:a="http://schemas.openxmlformats.org/drawingml/2006/main">
            <a:off x="6766060" y="4440746"/>
            <a:ext cx="186452" cy="186452"/>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55" name="">
            <a:extLst xmlns:a="http://schemas.openxmlformats.org/drawingml/2006/main">
              <a:ext uri="{FF2B5EF4-FFF2-40B4-BE49-F238E27FC236}">
                <a16:creationId xmlns:a16="http://schemas.microsoft.com/office/drawing/2014/main" id="{B296F928-0796-4F74-94D1-E4C1A619FD5C}"/>
              </a:ext>
            </a:extLst>
          </p:cNvPr>
          <p:cNvSpPr>
            <a:spLocks xmlns:a="http://schemas.openxmlformats.org/drawingml/2006/main" noGrp="1"/>
          </p:cNvSpPr>
          <p:nvPr/>
        </p:nvSpPr>
        <p:spPr>
          <a:xfrm xmlns:a="http://schemas.openxmlformats.org/drawingml/2006/main">
            <a:off x="6805422" y="4480108"/>
            <a:ext cx="107728" cy="107728"/>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56" name="Ledning">
            <a:extLst xmlns:a="http://schemas.openxmlformats.org/drawingml/2006/main">
              <a:ext uri="{FF2B5EF4-FFF2-40B4-BE49-F238E27FC236}">
                <a16:creationId xmlns:a16="http://schemas.microsoft.com/office/drawing/2014/main" id="{539C66E2-6A44-4760-8827-0362ED2F1D21}"/>
              </a:ext>
            </a:extLst>
          </p:cNvPr>
          <p:cNvSpPr>
            <a:spLocks xmlns:a="http://schemas.openxmlformats.org/drawingml/2006/main" noGrp="1"/>
          </p:cNvSpPr>
          <p:nvPr/>
        </p:nvSpPr>
        <p:spPr>
          <a:xfrm xmlns:a="http://schemas.openxmlformats.org/drawingml/2006/main">
            <a:off x="6015038" y="4533971"/>
            <a:ext cx="844248" cy="715"/>
          </a:xfrm>
          <a:custGeom xmlns:a="http://schemas.openxmlformats.org/drawingml/2006/main">
            <a:pathLst>
              <a:path w="1125664" h="953">
                <a:moveTo>
                  <a:pt x="1125664" y="0"/>
                </a:moveTo>
                <a:lnTo>
                  <a:pt x="0" y="0"/>
                </a:lnTo>
              </a:path>
            </a:pathLst>
          </a:custGeom>
          <a:noFill xmlns:a="http://schemas.openxmlformats.org/drawingml/2006/main"/>
          <a:ln xmlns:a="http://schemas.openxmlformats.org/drawingml/2006/main" w="35719">
            <a:solidFill>
              <a:srgbClr val="AD2929"/>
            </a:solidFill>
          </a:ln>
        </p:spPr>
      </p:sp>
      <p:sp>
        <p:nvSpPr>
          <p:cNvPr id="57" name="Ledning">
            <a:extLst xmlns:a="http://schemas.openxmlformats.org/drawingml/2006/main">
              <a:ext uri="{FF2B5EF4-FFF2-40B4-BE49-F238E27FC236}">
                <a16:creationId xmlns:a16="http://schemas.microsoft.com/office/drawing/2014/main" id="{C0EEC6A5-63A2-4D29-A690-E9B24E707178}"/>
              </a:ext>
            </a:extLst>
          </p:cNvPr>
          <p:cNvSpPr>
            <a:spLocks xmlns:a="http://schemas.openxmlformats.org/drawingml/2006/main" noGrp="1"/>
          </p:cNvSpPr>
          <p:nvPr/>
        </p:nvSpPr>
        <p:spPr>
          <a:xfrm xmlns:a="http://schemas.openxmlformats.org/drawingml/2006/main">
            <a:off x="6015038" y="2033588"/>
            <a:ext cx="715" cy="2500384"/>
          </a:xfrm>
          <a:custGeom xmlns:a="http://schemas.openxmlformats.org/drawingml/2006/main">
            <a:pathLst>
              <a:path w="953" h="3333845">
                <a:moveTo>
                  <a:pt x="0" y="3333845"/>
                </a:moveTo>
                <a:lnTo>
                  <a:pt x="0" y="0"/>
                </a:lnTo>
              </a:path>
            </a:pathLst>
          </a:custGeom>
          <a:noFill xmlns:a="http://schemas.openxmlformats.org/drawingml/2006/main"/>
          <a:ln xmlns:a="http://schemas.openxmlformats.org/drawingml/2006/main" w="35719">
            <a:solidFill>
              <a:srgbClr val="AD2929"/>
            </a:solidFill>
          </a:ln>
        </p:spPr>
      </p:sp>
      <p:sp>
        <p:nvSpPr>
          <p:cNvPr id="58" name="Ledning">
            <a:extLst xmlns:a="http://schemas.openxmlformats.org/drawingml/2006/main">
              <a:ext uri="{FF2B5EF4-FFF2-40B4-BE49-F238E27FC236}">
                <a16:creationId xmlns:a16="http://schemas.microsoft.com/office/drawing/2014/main" id="{585335C9-1CF2-4D31-BE9D-9380887DFEE5}"/>
              </a:ext>
            </a:extLst>
          </p:cNvPr>
          <p:cNvSpPr>
            <a:spLocks xmlns:a="http://schemas.openxmlformats.org/drawingml/2006/main" noGrp="1"/>
          </p:cNvSpPr>
          <p:nvPr/>
        </p:nvSpPr>
        <p:spPr>
          <a:xfrm xmlns:a="http://schemas.openxmlformats.org/drawingml/2006/main">
            <a:off x="3250406" y="2033588"/>
            <a:ext cx="2764631" cy="715"/>
          </a:xfrm>
          <a:custGeom xmlns:a="http://schemas.openxmlformats.org/drawingml/2006/main">
            <a:pathLst>
              <a:path w="3686175" h="953">
                <a:moveTo>
                  <a:pt x="3686175" y="0"/>
                </a:moveTo>
                <a:lnTo>
                  <a:pt x="0" y="0"/>
                </a:lnTo>
              </a:path>
            </a:pathLst>
          </a:custGeom>
          <a:noFill xmlns:a="http://schemas.openxmlformats.org/drawingml/2006/main"/>
          <a:ln xmlns:a="http://schemas.openxmlformats.org/drawingml/2006/main" w="35719">
            <a:solidFill>
              <a:srgbClr val="AD2929"/>
            </a:solidFill>
          </a:ln>
        </p:spPr>
      </p:sp>
      <p:sp>
        <p:nvSpPr>
          <p:cNvPr id="59" name="Ledning">
            <a:extLst xmlns:a="http://schemas.openxmlformats.org/drawingml/2006/main">
              <a:ext uri="{FF2B5EF4-FFF2-40B4-BE49-F238E27FC236}">
                <a16:creationId xmlns:a16="http://schemas.microsoft.com/office/drawing/2014/main" id="{29055E40-9AC5-4CD9-9469-5D140A5919AA}"/>
              </a:ext>
            </a:extLst>
          </p:cNvPr>
          <p:cNvSpPr>
            <a:spLocks xmlns:a="http://schemas.openxmlformats.org/drawingml/2006/main" noGrp="1"/>
          </p:cNvSpPr>
          <p:nvPr/>
        </p:nvSpPr>
        <p:spPr>
          <a:xfrm xmlns:a="http://schemas.openxmlformats.org/drawingml/2006/main">
            <a:off x="3250406" y="2033588"/>
            <a:ext cx="715" cy="514350"/>
          </a:xfrm>
          <a:custGeom xmlns:a="http://schemas.openxmlformats.org/drawingml/2006/main">
            <a:pathLst>
              <a:path w="953" h="685800">
                <a:moveTo>
                  <a:pt x="0" y="0"/>
                </a:moveTo>
                <a:lnTo>
                  <a:pt x="0" y="685800"/>
                </a:lnTo>
              </a:path>
            </a:pathLst>
          </a:custGeom>
          <a:noFill xmlns:a="http://schemas.openxmlformats.org/drawingml/2006/main"/>
          <a:ln xmlns:a="http://schemas.openxmlformats.org/drawingml/2006/main" w="35719">
            <a:solidFill>
              <a:srgbClr val="AD2929"/>
            </a:solidFill>
          </a:ln>
        </p:spPr>
      </p:sp>
      <p:sp>
        <p:nvSpPr>
          <p:cNvPr id="60" name="Ledning">
            <a:extLst xmlns:a="http://schemas.openxmlformats.org/drawingml/2006/main">
              <a:ext uri="{FF2B5EF4-FFF2-40B4-BE49-F238E27FC236}">
                <a16:creationId xmlns:a16="http://schemas.microsoft.com/office/drawing/2014/main" id="{8BA59CAA-C0EB-44EA-B5A2-3F10B304E6CA}"/>
              </a:ext>
            </a:extLst>
          </p:cNvPr>
          <p:cNvSpPr>
            <a:spLocks xmlns:a="http://schemas.openxmlformats.org/drawingml/2006/main" noGrp="1"/>
          </p:cNvSpPr>
          <p:nvPr/>
        </p:nvSpPr>
        <p:spPr>
          <a:xfrm xmlns:a="http://schemas.openxmlformats.org/drawingml/2006/main">
            <a:off x="7571947" y="4533971"/>
            <a:ext cx="715" cy="507135"/>
          </a:xfrm>
          <a:custGeom xmlns:a="http://schemas.openxmlformats.org/drawingml/2006/main">
            <a:pathLst>
              <a:path w="953" h="676180">
                <a:moveTo>
                  <a:pt x="0" y="0"/>
                </a:moveTo>
                <a:lnTo>
                  <a:pt x="0" y="676180"/>
                </a:lnTo>
              </a:path>
            </a:pathLst>
          </a:custGeom>
          <a:noFill xmlns:a="http://schemas.openxmlformats.org/drawingml/2006/main"/>
          <a:ln xmlns:a="http://schemas.openxmlformats.org/drawingml/2006/main" w="35719">
            <a:solidFill>
              <a:srgbClr val="20282E"/>
            </a:solidFill>
          </a:ln>
        </p:spPr>
      </p:sp>
      <p:sp>
        <p:nvSpPr>
          <p:cNvPr id="61" name="Ledning">
            <a:extLst xmlns:a="http://schemas.openxmlformats.org/drawingml/2006/main">
              <a:ext uri="{FF2B5EF4-FFF2-40B4-BE49-F238E27FC236}">
                <a16:creationId xmlns:a16="http://schemas.microsoft.com/office/drawing/2014/main" id="{FA94CAD9-6EA4-488D-AB10-E34270A4C8AD}"/>
              </a:ext>
            </a:extLst>
          </p:cNvPr>
          <p:cNvSpPr>
            <a:spLocks xmlns:a="http://schemas.openxmlformats.org/drawingml/2006/main" noGrp="1"/>
          </p:cNvSpPr>
          <p:nvPr/>
        </p:nvSpPr>
        <p:spPr>
          <a:xfrm xmlns:a="http://schemas.openxmlformats.org/drawingml/2006/main">
            <a:off x="5357812" y="5041106"/>
            <a:ext cx="2214134" cy="715"/>
          </a:xfrm>
          <a:custGeom xmlns:a="http://schemas.openxmlformats.org/drawingml/2006/main">
            <a:pathLst>
              <a:path w="2952179" h="953">
                <a:moveTo>
                  <a:pt x="2952179" y="0"/>
                </a:moveTo>
                <a:lnTo>
                  <a:pt x="0" y="0"/>
                </a:lnTo>
              </a:path>
            </a:pathLst>
          </a:custGeom>
          <a:noFill xmlns:a="http://schemas.openxmlformats.org/drawingml/2006/main"/>
          <a:ln xmlns:a="http://schemas.openxmlformats.org/drawingml/2006/main" w="35719">
            <a:solidFill>
              <a:srgbClr val="20282E"/>
            </a:solidFill>
          </a:ln>
        </p:spPr>
      </p:sp>
      <p:sp>
        <p:nvSpPr>
          <p:cNvPr id="62" name="Ledning">
            <a:extLst xmlns:a="http://schemas.openxmlformats.org/drawingml/2006/main">
              <a:ext uri="{FF2B5EF4-FFF2-40B4-BE49-F238E27FC236}">
                <a16:creationId xmlns:a16="http://schemas.microsoft.com/office/drawing/2014/main" id="{1AF7E62D-E30C-4C77-A93C-BBBF5C31440C}"/>
              </a:ext>
            </a:extLst>
          </p:cNvPr>
          <p:cNvSpPr>
            <a:spLocks xmlns:a="http://schemas.openxmlformats.org/drawingml/2006/main" noGrp="1"/>
          </p:cNvSpPr>
          <p:nvPr/>
        </p:nvSpPr>
        <p:spPr>
          <a:xfrm xmlns:a="http://schemas.openxmlformats.org/drawingml/2006/main">
            <a:off x="5357812" y="2340769"/>
            <a:ext cx="715" cy="2700338"/>
          </a:xfrm>
          <a:custGeom xmlns:a="http://schemas.openxmlformats.org/drawingml/2006/main">
            <a:pathLst>
              <a:path w="953" h="3600450">
                <a:moveTo>
                  <a:pt x="0" y="3600450"/>
                </a:moveTo>
                <a:lnTo>
                  <a:pt x="0" y="0"/>
                </a:lnTo>
              </a:path>
            </a:pathLst>
          </a:custGeom>
          <a:noFill xmlns:a="http://schemas.openxmlformats.org/drawingml/2006/main"/>
          <a:ln xmlns:a="http://schemas.openxmlformats.org/drawingml/2006/main" w="35719">
            <a:solidFill>
              <a:srgbClr val="20282E"/>
            </a:solidFill>
          </a:ln>
        </p:spPr>
      </p:sp>
      <p:sp>
        <p:nvSpPr>
          <p:cNvPr id="63" name="Ledning">
            <a:extLst xmlns:a="http://schemas.openxmlformats.org/drawingml/2006/main">
              <a:ext uri="{FF2B5EF4-FFF2-40B4-BE49-F238E27FC236}">
                <a16:creationId xmlns:a16="http://schemas.microsoft.com/office/drawing/2014/main" id="{BFB0FC60-BF5A-42C9-AA04-B6EABBF69BA7}"/>
              </a:ext>
            </a:extLst>
          </p:cNvPr>
          <p:cNvSpPr>
            <a:spLocks xmlns:a="http://schemas.openxmlformats.org/drawingml/2006/main" noGrp="1"/>
          </p:cNvSpPr>
          <p:nvPr/>
        </p:nvSpPr>
        <p:spPr>
          <a:xfrm xmlns:a="http://schemas.openxmlformats.org/drawingml/2006/main">
            <a:off x="3893344" y="2340769"/>
            <a:ext cx="1464469" cy="715"/>
          </a:xfrm>
          <a:custGeom xmlns:a="http://schemas.openxmlformats.org/drawingml/2006/main">
            <a:pathLst>
              <a:path w="1952625" h="953">
                <a:moveTo>
                  <a:pt x="1952625" y="0"/>
                </a:moveTo>
                <a:lnTo>
                  <a:pt x="0" y="0"/>
                </a:lnTo>
              </a:path>
            </a:pathLst>
          </a:custGeom>
          <a:noFill xmlns:a="http://schemas.openxmlformats.org/drawingml/2006/main"/>
          <a:ln xmlns:a="http://schemas.openxmlformats.org/drawingml/2006/main" w="35719">
            <a:solidFill>
              <a:srgbClr val="20282E"/>
            </a:solidFill>
          </a:ln>
        </p:spPr>
      </p:sp>
      <p:sp>
        <p:nvSpPr>
          <p:cNvPr id="64" name="Ledning">
            <a:extLst xmlns:a="http://schemas.openxmlformats.org/drawingml/2006/main">
              <a:ext uri="{FF2B5EF4-FFF2-40B4-BE49-F238E27FC236}">
                <a16:creationId xmlns:a16="http://schemas.microsoft.com/office/drawing/2014/main" id="{7560BD60-D85C-431C-B14B-B48E77E082E0}"/>
              </a:ext>
            </a:extLst>
          </p:cNvPr>
          <p:cNvSpPr>
            <a:spLocks xmlns:a="http://schemas.openxmlformats.org/drawingml/2006/main" noGrp="1"/>
          </p:cNvSpPr>
          <p:nvPr/>
        </p:nvSpPr>
        <p:spPr>
          <a:xfrm xmlns:a="http://schemas.openxmlformats.org/drawingml/2006/main">
            <a:off x="3893344" y="2340769"/>
            <a:ext cx="715" cy="207169"/>
          </a:xfrm>
          <a:custGeom xmlns:a="http://schemas.openxmlformats.org/drawingml/2006/main">
            <a:pathLst>
              <a:path w="953" h="276225">
                <a:moveTo>
                  <a:pt x="0" y="0"/>
                </a:moveTo>
                <a:lnTo>
                  <a:pt x="0" y="276225"/>
                </a:lnTo>
              </a:path>
            </a:pathLst>
          </a:custGeom>
          <a:noFill xmlns:a="http://schemas.openxmlformats.org/drawingml/2006/main"/>
          <a:ln xmlns:a="http://schemas.openxmlformats.org/drawingml/2006/main" w="35719">
            <a:solidFill>
              <a:srgbClr val="20282E"/>
            </a:solidFill>
          </a:ln>
        </p:spPr>
      </p:sp>
      <p:sp>
        <p:nvSpPr>
          <p:cNvPr id="65" name="">
            <a:extLst xmlns:a="http://schemas.openxmlformats.org/drawingml/2006/main">
              <a:ext uri="{FF2B5EF4-FFF2-40B4-BE49-F238E27FC236}">
                <a16:creationId xmlns:a16="http://schemas.microsoft.com/office/drawing/2014/main" id="{93CE8A6B-F007-44EB-966D-151E226F3302}"/>
              </a:ext>
            </a:extLst>
          </p:cNvPr>
          <p:cNvSpPr>
            <a:spLocks xmlns:a="http://schemas.openxmlformats.org/drawingml/2006/main" noGrp="1"/>
          </p:cNvSpPr>
          <p:nvPr/>
        </p:nvSpPr>
        <p:spPr>
          <a:xfrm xmlns:a="http://schemas.openxmlformats.org/drawingml/2006/main">
            <a:off x="3200400" y="2497931"/>
            <a:ext cx="100012" cy="100012"/>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66" name="">
            <a:extLst xmlns:a="http://schemas.openxmlformats.org/drawingml/2006/main">
              <a:ext uri="{FF2B5EF4-FFF2-40B4-BE49-F238E27FC236}">
                <a16:creationId xmlns:a16="http://schemas.microsoft.com/office/drawing/2014/main" id="{8806D1DF-732B-4D86-9999-C1BC863B0D8C}"/>
              </a:ext>
            </a:extLst>
          </p:cNvPr>
          <p:cNvSpPr>
            <a:spLocks xmlns:a="http://schemas.openxmlformats.org/drawingml/2006/main" noGrp="1"/>
          </p:cNvSpPr>
          <p:nvPr/>
        </p:nvSpPr>
        <p:spPr>
          <a:xfrm xmlns:a="http://schemas.openxmlformats.org/drawingml/2006/main">
            <a:off x="3843338" y="2497931"/>
            <a:ext cx="100012" cy="100012"/>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67" name="Exempelvisning">
            <a:extLst xmlns:a="http://schemas.openxmlformats.org/drawingml/2006/main">
              <a:ext uri="{FF2B5EF4-FFF2-40B4-BE49-F238E27FC236}">
                <a16:creationId xmlns:a16="http://schemas.microsoft.com/office/drawing/2014/main" id="{6CAE1B77-CA11-45A3-B889-8DF5CCD3AA81}"/>
              </a:ext>
            </a:extLst>
          </p:cNvPr>
          <p:cNvSpPr>
            <a:spLocks xmlns:a="http://schemas.openxmlformats.org/drawingml/2006/main" noGrp="1"/>
          </p:cNvSpPr>
          <p:nvPr/>
        </p:nvSpPr>
        <p:spPr>
          <a:xfrm xmlns:a="http://schemas.openxmlformats.org/drawingml/2006/main">
            <a:off x="6357938" y="1590675"/>
            <a:ext cx="2393156" cy="271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0">
                <a:solidFill>
                  <a:srgbClr val="505864"/>
                </a:solidFill>
                <a:latin typeface="Calibri"/>
                <a:ea typeface="Calibri"/>
                <a:cs typeface="Calibri"/>
              </a:defRPr>
            </a:pPr>
            <a:r>
              <a:rPr sz="1125" b="0">
                <a:solidFill>
                  <a:srgbClr val="505864"/>
                </a:solidFill>
                <a:latin typeface="Calibri"/>
                <a:ea typeface="Calibri"/>
                <a:cs typeface="Calibri"/>
              </a:rPr>
              <a:t>Exempelvisning</a:t>
            </a:r>
          </a:p>
        </p:txBody>
      </p:sp>
      <p:sp>
        <p:nvSpPr>
          <p:cNvPr id="68" name="Mätaren ligger i serie. Anteckna den verkliga avläsning">
            <a:extLst xmlns:a="http://schemas.openxmlformats.org/drawingml/2006/main">
              <a:ext uri="{FF2B5EF4-FFF2-40B4-BE49-F238E27FC236}">
                <a16:creationId xmlns:a16="http://schemas.microsoft.com/office/drawing/2014/main" id="{D9EA44AD-43B0-4F79-9792-2C7389AE3665}"/>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Mätaren ligger i serie. Anteckna den verkliga avläsningen med enhet.</a:t>
            </a:r>
          </a:p>
        </p:txBody>
      </p:sp>
      <p:sp>
        <p:nvSpPr>
          <p:cNvPr id="9001" name="Ström  Avläsning och facit">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Ström  Avläsning och facit</a:t>
            </a:r>
          </a:p>
        </p:txBody>
      </p:sp>
      <p:sp>
        <p:nvSpPr>
          <p:cNvPr id="9002" name="20">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20</a:t>
            </a:r>
          </a:p>
        </p:txBody>
      </p:sp>
    </p:spTree>
    <p:extLst>
      <p:ext uri="{BB962C8B-B14F-4D97-AF65-F5344CB8AC3E}">
        <p14:creationId xmlns:p14="http://schemas.microsoft.com/office/powerpoint/2010/main" val="103646498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Matningen frånkopplad">
            <a:extLst xmlns:a="http://schemas.openxmlformats.org/drawingml/2006/main">
              <a:ext uri="{FF2B5EF4-FFF2-40B4-BE49-F238E27FC236}">
                <a16:creationId xmlns:a16="http://schemas.microsoft.com/office/drawing/2014/main" id="{023329FF-93A0-414D-A9A6-D3CA94245DA6}"/>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505864"/>
                </a:solidFill>
                <a:latin typeface="Calibri"/>
                <a:ea typeface="Calibri"/>
                <a:cs typeface="Calibri"/>
              </a:defRPr>
            </a:pPr>
            <a:r>
              <a:rPr sz="1406" b="1">
                <a:solidFill>
                  <a:srgbClr val="505864"/>
                </a:solidFill>
                <a:latin typeface="Calibri"/>
                <a:ea typeface="Calibri"/>
                <a:cs typeface="Calibri"/>
              </a:rPr>
              <a:t>Matningen frånkopplad</a:t>
            </a:r>
          </a:p>
        </p:txBody>
      </p:sp>
      <p:sp>
        <p:nvSpPr>
          <p:cNvPr id="5" name="Ledning">
            <a:extLst xmlns:a="http://schemas.openxmlformats.org/drawingml/2006/main">
              <a:ext uri="{FF2B5EF4-FFF2-40B4-BE49-F238E27FC236}">
                <a16:creationId xmlns:a16="http://schemas.microsoft.com/office/drawing/2014/main" id="{5122DCE7-2A34-4CD5-8BF5-14BFF7C9ECD9}"/>
              </a:ext>
            </a:extLst>
          </p:cNvPr>
          <p:cNvSpPr>
            <a:spLocks xmlns:a="http://schemas.openxmlformats.org/drawingml/2006/main" noGrp="1"/>
          </p:cNvSpPr>
          <p:nvPr/>
        </p:nvSpPr>
        <p:spPr>
          <a:xfrm xmlns:a="http://schemas.openxmlformats.org/drawingml/2006/main">
            <a:off x="892969" y="2547938"/>
            <a:ext cx="715" cy="878681"/>
          </a:xfrm>
          <a:custGeom xmlns:a="http://schemas.openxmlformats.org/drawingml/2006/main">
            <a:pathLst>
              <a:path w="953" h="1171575">
                <a:moveTo>
                  <a:pt x="0" y="11715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72EE2998-FB1F-44E4-8DDD-6EF3554EE2CC}"/>
              </a:ext>
            </a:extLst>
          </p:cNvPr>
          <p:cNvSpPr>
            <a:spLocks xmlns:a="http://schemas.openxmlformats.org/drawingml/2006/main" noGrp="1"/>
          </p:cNvSpPr>
          <p:nvPr/>
        </p:nvSpPr>
        <p:spPr>
          <a:xfrm xmlns:a="http://schemas.openxmlformats.org/drawingml/2006/main">
            <a:off x="892969" y="2547938"/>
            <a:ext cx="785812" cy="715"/>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28575">
            <a:solidFill>
              <a:srgbClr val="111111"/>
            </a:solidFill>
          </a:ln>
        </p:spPr>
      </p:sp>
      <p:sp>
        <p:nvSpPr>
          <p:cNvPr id="7" name="">
            <a:extLst xmlns:a="http://schemas.openxmlformats.org/drawingml/2006/main">
              <a:ext uri="{FF2B5EF4-FFF2-40B4-BE49-F238E27FC236}">
                <a16:creationId xmlns:a16="http://schemas.microsoft.com/office/drawing/2014/main" id="{7A8AC0BC-ADA6-4B55-89DF-F6AD9D2CDA0C}"/>
              </a:ext>
            </a:extLst>
          </p:cNvPr>
          <p:cNvSpPr>
            <a:spLocks xmlns:a="http://schemas.openxmlformats.org/drawingml/2006/main" noGrp="1"/>
          </p:cNvSpPr>
          <p:nvPr/>
        </p:nvSpPr>
        <p:spPr>
          <a:xfrm xmlns:a="http://schemas.openxmlformats.org/drawingml/2006/main">
            <a:off x="1678781" y="2462212"/>
            <a:ext cx="571500" cy="171450"/>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8" name="Ledning">
            <a:extLst xmlns:a="http://schemas.openxmlformats.org/drawingml/2006/main">
              <a:ext uri="{FF2B5EF4-FFF2-40B4-BE49-F238E27FC236}">
                <a16:creationId xmlns:a16="http://schemas.microsoft.com/office/drawing/2014/main" id="{CCB306AD-F0E2-468C-9E20-05D84440ACCA}"/>
              </a:ext>
            </a:extLst>
          </p:cNvPr>
          <p:cNvSpPr>
            <a:spLocks xmlns:a="http://schemas.openxmlformats.org/drawingml/2006/main" noGrp="1"/>
          </p:cNvSpPr>
          <p:nvPr/>
        </p:nvSpPr>
        <p:spPr>
          <a:xfrm xmlns:a="http://schemas.openxmlformats.org/drawingml/2006/main">
            <a:off x="1678781" y="2547938"/>
            <a:ext cx="571500" cy="715"/>
          </a:xfrm>
          <a:custGeom xmlns:a="http://schemas.openxmlformats.org/drawingml/2006/main">
            <a:pathLst>
              <a:path w="762000" h="953">
                <a:moveTo>
                  <a:pt x="0" y="0"/>
                </a:moveTo>
                <a:lnTo>
                  <a:pt x="762000" y="0"/>
                </a:lnTo>
              </a:path>
            </a:pathLst>
          </a:custGeom>
          <a:noFill xmlns:a="http://schemas.openxmlformats.org/drawingml/2006/main"/>
          <a:ln xmlns:a="http://schemas.openxmlformats.org/drawingml/2006/main" w="14288">
            <a:solidFill>
              <a:srgbClr val="111111"/>
            </a:solidFill>
          </a:ln>
        </p:spPr>
      </p:sp>
      <p:sp>
        <p:nvSpPr>
          <p:cNvPr id="9" name="F1">
            <a:extLst xmlns:a="http://schemas.openxmlformats.org/drawingml/2006/main">
              <a:ext uri="{FF2B5EF4-FFF2-40B4-BE49-F238E27FC236}">
                <a16:creationId xmlns:a16="http://schemas.microsoft.com/office/drawing/2014/main" id="{48FD1029-2B88-4DDD-A528-C4EEE1C744A1}"/>
              </a:ext>
            </a:extLst>
          </p:cNvPr>
          <p:cNvSpPr>
            <a:spLocks xmlns:a="http://schemas.openxmlformats.org/drawingml/2006/main" noGrp="1"/>
          </p:cNvSpPr>
          <p:nvPr/>
        </p:nvSpPr>
        <p:spPr>
          <a:xfrm xmlns:a="http://schemas.openxmlformats.org/drawingml/2006/main">
            <a:off x="1778794"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F1</a:t>
            </a:r>
          </a:p>
        </p:txBody>
      </p:sp>
      <p:sp>
        <p:nvSpPr>
          <p:cNvPr id="10" name="Ledning">
            <a:extLst xmlns:a="http://schemas.openxmlformats.org/drawingml/2006/main">
              <a:ext uri="{FF2B5EF4-FFF2-40B4-BE49-F238E27FC236}">
                <a16:creationId xmlns:a16="http://schemas.microsoft.com/office/drawing/2014/main" id="{81E17754-E734-45F6-A580-8B4DA4433016}"/>
              </a:ext>
            </a:extLst>
          </p:cNvPr>
          <p:cNvSpPr>
            <a:spLocks xmlns:a="http://schemas.openxmlformats.org/drawingml/2006/main" noGrp="1"/>
          </p:cNvSpPr>
          <p:nvPr/>
        </p:nvSpPr>
        <p:spPr>
          <a:xfrm xmlns:a="http://schemas.openxmlformats.org/drawingml/2006/main">
            <a:off x="2250281" y="2547938"/>
            <a:ext cx="392906" cy="715"/>
          </a:xfrm>
          <a:custGeom xmlns:a="http://schemas.openxmlformats.org/drawingml/2006/main">
            <a:pathLst>
              <a:path w="523875" h="953">
                <a:moveTo>
                  <a:pt x="0" y="0"/>
                </a:moveTo>
                <a:lnTo>
                  <a:pt x="523875" y="0"/>
                </a:lnTo>
              </a:path>
            </a:pathLst>
          </a:custGeom>
          <a:noFill xmlns:a="http://schemas.openxmlformats.org/drawingml/2006/main"/>
          <a:ln xmlns:a="http://schemas.openxmlformats.org/drawingml/2006/main" w="28575">
            <a:solidFill>
              <a:srgbClr val="111111"/>
            </a:solidFill>
          </a:ln>
        </p:spPr>
      </p:sp>
      <p:sp>
        <p:nvSpPr>
          <p:cNvPr id="11" name="">
            <a:extLst xmlns:a="http://schemas.openxmlformats.org/drawingml/2006/main">
              <a:ext uri="{FF2B5EF4-FFF2-40B4-BE49-F238E27FC236}">
                <a16:creationId xmlns:a16="http://schemas.microsoft.com/office/drawing/2014/main" id="{4E43ED29-CC97-4B81-AFD3-61D7AAF20A89}"/>
              </a:ext>
            </a:extLst>
          </p:cNvPr>
          <p:cNvSpPr>
            <a:spLocks xmlns:a="http://schemas.openxmlformats.org/drawingml/2006/main" noGrp="1"/>
          </p:cNvSpPr>
          <p:nvPr/>
        </p:nvSpPr>
        <p:spPr>
          <a:xfrm xmlns:a="http://schemas.openxmlformats.org/drawingml/2006/main">
            <a:off x="26074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
            <a:extLst xmlns:a="http://schemas.openxmlformats.org/drawingml/2006/main">
              <a:ext uri="{FF2B5EF4-FFF2-40B4-BE49-F238E27FC236}">
                <a16:creationId xmlns:a16="http://schemas.microsoft.com/office/drawing/2014/main" id="{A7ED44C7-8C20-4EEE-BFB4-EDDD0DF8C17F}"/>
              </a:ext>
            </a:extLst>
          </p:cNvPr>
          <p:cNvSpPr>
            <a:spLocks xmlns:a="http://schemas.openxmlformats.org/drawingml/2006/main" noGrp="1"/>
          </p:cNvSpPr>
          <p:nvPr/>
        </p:nvSpPr>
        <p:spPr>
          <a:xfrm xmlns:a="http://schemas.openxmlformats.org/drawingml/2006/main">
            <a:off x="2950369" y="2512219"/>
            <a:ext cx="71438" cy="71438"/>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3" name="Ledning">
            <a:extLst xmlns:a="http://schemas.openxmlformats.org/drawingml/2006/main">
              <a:ext uri="{FF2B5EF4-FFF2-40B4-BE49-F238E27FC236}">
                <a16:creationId xmlns:a16="http://schemas.microsoft.com/office/drawing/2014/main" id="{1D10FF2C-87C0-45AE-9460-FE8EF2E3725F}"/>
              </a:ext>
            </a:extLst>
          </p:cNvPr>
          <p:cNvSpPr>
            <a:spLocks xmlns:a="http://schemas.openxmlformats.org/drawingml/2006/main" noGrp="1"/>
          </p:cNvSpPr>
          <p:nvPr/>
        </p:nvSpPr>
        <p:spPr>
          <a:xfrm xmlns:a="http://schemas.openxmlformats.org/drawingml/2006/main">
            <a:off x="2643188" y="2547938"/>
            <a:ext cx="342900" cy="715"/>
          </a:xfrm>
          <a:custGeom xmlns:a="http://schemas.openxmlformats.org/drawingml/2006/main">
            <a:pathLst>
              <a:path w="457200" h="953">
                <a:moveTo>
                  <a:pt x="0" y="0"/>
                </a:moveTo>
                <a:lnTo>
                  <a:pt x="457200" y="0"/>
                </a:lnTo>
              </a:path>
            </a:pathLst>
          </a:custGeom>
          <a:noFill xmlns:a="http://schemas.openxmlformats.org/drawingml/2006/main"/>
          <a:ln xmlns:a="http://schemas.openxmlformats.org/drawingml/2006/main" w="28575">
            <a:solidFill>
              <a:srgbClr val="111111"/>
            </a:solidFill>
          </a:ln>
        </p:spPr>
      </p:sp>
      <p:sp>
        <p:nvSpPr>
          <p:cNvPr id="14" name="S1">
            <a:extLst xmlns:a="http://schemas.openxmlformats.org/drawingml/2006/main">
              <a:ext uri="{FF2B5EF4-FFF2-40B4-BE49-F238E27FC236}">
                <a16:creationId xmlns:a16="http://schemas.microsoft.com/office/drawing/2014/main" id="{447CE0E3-4ED6-4A74-822F-5906DF4D8991}"/>
              </a:ext>
            </a:extLst>
          </p:cNvPr>
          <p:cNvSpPr>
            <a:spLocks xmlns:a="http://schemas.openxmlformats.org/drawingml/2006/main" noGrp="1"/>
          </p:cNvSpPr>
          <p:nvPr/>
        </p:nvSpPr>
        <p:spPr>
          <a:xfrm xmlns:a="http://schemas.openxmlformats.org/drawingml/2006/main">
            <a:off x="2628900" y="2133600"/>
            <a:ext cx="928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S1</a:t>
            </a:r>
          </a:p>
        </p:txBody>
      </p:sp>
      <p:sp>
        <p:nvSpPr>
          <p:cNvPr id="15" name="Ledning">
            <a:extLst xmlns:a="http://schemas.openxmlformats.org/drawingml/2006/main">
              <a:ext uri="{FF2B5EF4-FFF2-40B4-BE49-F238E27FC236}">
                <a16:creationId xmlns:a16="http://schemas.microsoft.com/office/drawing/2014/main" id="{59CAAE9F-8E0C-485C-8527-B2C63682F084}"/>
              </a:ext>
            </a:extLst>
          </p:cNvPr>
          <p:cNvSpPr>
            <a:spLocks xmlns:a="http://schemas.openxmlformats.org/drawingml/2006/main" noGrp="1"/>
          </p:cNvSpPr>
          <p:nvPr/>
        </p:nvSpPr>
        <p:spPr>
          <a:xfrm xmlns:a="http://schemas.openxmlformats.org/drawingml/2006/main">
            <a:off x="2986088" y="2547938"/>
            <a:ext cx="264319" cy="715"/>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28575">
            <a:solidFill>
              <a:srgbClr val="111111"/>
            </a:solidFill>
          </a:ln>
        </p:spPr>
      </p:sp>
      <p:sp>
        <p:nvSpPr>
          <p:cNvPr id="16" name="Ledning">
            <a:extLst xmlns:a="http://schemas.openxmlformats.org/drawingml/2006/main">
              <a:ext uri="{FF2B5EF4-FFF2-40B4-BE49-F238E27FC236}">
                <a16:creationId xmlns:a16="http://schemas.microsoft.com/office/drawing/2014/main" id="{2E722A5C-3324-4A75-B0BF-F1A2C6AC8E29}"/>
              </a:ext>
            </a:extLst>
          </p:cNvPr>
          <p:cNvSpPr>
            <a:spLocks xmlns:a="http://schemas.openxmlformats.org/drawingml/2006/main" noGrp="1"/>
          </p:cNvSpPr>
          <p:nvPr/>
        </p:nvSpPr>
        <p:spPr>
          <a:xfrm xmlns:a="http://schemas.openxmlformats.org/drawingml/2006/main">
            <a:off x="3250406"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7" name="Ledning">
            <a:extLst xmlns:a="http://schemas.openxmlformats.org/drawingml/2006/main">
              <a:ext uri="{FF2B5EF4-FFF2-40B4-BE49-F238E27FC236}">
                <a16:creationId xmlns:a16="http://schemas.microsoft.com/office/drawing/2014/main" id="{75214AD4-B707-4878-A215-ECB8605882F2}"/>
              </a:ext>
            </a:extLst>
          </p:cNvPr>
          <p:cNvSpPr>
            <a:spLocks xmlns:a="http://schemas.openxmlformats.org/drawingml/2006/main" noGrp="1"/>
          </p:cNvSpPr>
          <p:nvPr/>
        </p:nvSpPr>
        <p:spPr>
          <a:xfrm xmlns:a="http://schemas.openxmlformats.org/drawingml/2006/main">
            <a:off x="3893344" y="2547938"/>
            <a:ext cx="642938" cy="715"/>
          </a:xfrm>
          <a:custGeom xmlns:a="http://schemas.openxmlformats.org/drawingml/2006/main">
            <a:pathLst>
              <a:path w="857250" h="953">
                <a:moveTo>
                  <a:pt x="0" y="0"/>
                </a:moveTo>
                <a:lnTo>
                  <a:pt x="857250" y="0"/>
                </a:lnTo>
              </a:path>
            </a:pathLst>
          </a:custGeom>
          <a:noFill xmlns:a="http://schemas.openxmlformats.org/drawingml/2006/main"/>
          <a:ln xmlns:a="http://schemas.openxmlformats.org/drawingml/2006/main" w="28575">
            <a:solidFill>
              <a:srgbClr val="111111"/>
            </a:solidFill>
          </a:ln>
        </p:spPr>
      </p:sp>
      <p:sp>
        <p:nvSpPr>
          <p:cNvPr id="18" name="Ledning">
            <a:extLst xmlns:a="http://schemas.openxmlformats.org/drawingml/2006/main">
              <a:ext uri="{FF2B5EF4-FFF2-40B4-BE49-F238E27FC236}">
                <a16:creationId xmlns:a16="http://schemas.microsoft.com/office/drawing/2014/main" id="{23740E9D-4D28-4F31-AA2F-DF3D59D9959B}"/>
              </a:ext>
            </a:extLst>
          </p:cNvPr>
          <p:cNvSpPr>
            <a:spLocks xmlns:a="http://schemas.openxmlformats.org/drawingml/2006/main" noGrp="1"/>
          </p:cNvSpPr>
          <p:nvPr/>
        </p:nvSpPr>
        <p:spPr>
          <a:xfrm xmlns:a="http://schemas.openxmlformats.org/drawingml/2006/main">
            <a:off x="4536281" y="2547938"/>
            <a:ext cx="715" cy="892969"/>
          </a:xfrm>
          <a:custGeom xmlns:a="http://schemas.openxmlformats.org/drawingml/2006/main">
            <a:pathLst>
              <a:path w="953" h="1190625">
                <a:moveTo>
                  <a:pt x="0" y="0"/>
                </a:moveTo>
                <a:lnTo>
                  <a:pt x="0" y="1190625"/>
                </a:lnTo>
              </a:path>
            </a:pathLst>
          </a:custGeom>
          <a:noFill xmlns:a="http://schemas.openxmlformats.org/drawingml/2006/main"/>
          <a:ln xmlns:a="http://schemas.openxmlformats.org/drawingml/2006/main" w="28575">
            <a:solidFill>
              <a:srgbClr val="111111"/>
            </a:solidFill>
          </a:ln>
        </p:spPr>
      </p:sp>
      <p:sp>
        <p:nvSpPr>
          <p:cNvPr id="19" name="">
            <a:extLst xmlns:a="http://schemas.openxmlformats.org/drawingml/2006/main">
              <a:ext uri="{FF2B5EF4-FFF2-40B4-BE49-F238E27FC236}">
                <a16:creationId xmlns:a16="http://schemas.microsoft.com/office/drawing/2014/main" id="{38889658-6AB0-4A2C-A1D2-42D4F7623B45}"/>
              </a:ext>
            </a:extLst>
          </p:cNvPr>
          <p:cNvSpPr>
            <a:spLocks xmlns:a="http://schemas.openxmlformats.org/drawingml/2006/main" noGrp="1"/>
          </p:cNvSpPr>
          <p:nvPr/>
        </p:nvSpPr>
        <p:spPr>
          <a:xfrm xmlns:a="http://schemas.openxmlformats.org/drawingml/2006/main">
            <a:off x="4321969" y="3440906"/>
            <a:ext cx="428625" cy="428625"/>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20" name="Ledning">
            <a:extLst xmlns:a="http://schemas.openxmlformats.org/drawingml/2006/main">
              <a:ext uri="{FF2B5EF4-FFF2-40B4-BE49-F238E27FC236}">
                <a16:creationId xmlns:a16="http://schemas.microsoft.com/office/drawing/2014/main" id="{E43C865E-FA5B-42A7-B621-2D1B7F7D481C}"/>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0" y="0"/>
                </a:moveTo>
                <a:lnTo>
                  <a:pt x="388620" y="388620"/>
                </a:lnTo>
              </a:path>
            </a:pathLst>
          </a:custGeom>
          <a:noFill xmlns:a="http://schemas.openxmlformats.org/drawingml/2006/main"/>
          <a:ln xmlns:a="http://schemas.openxmlformats.org/drawingml/2006/main" w="28575">
            <a:solidFill>
              <a:srgbClr val="111111"/>
            </a:solidFill>
          </a:ln>
        </p:spPr>
      </p:sp>
      <p:sp>
        <p:nvSpPr>
          <p:cNvPr id="21" name="Ledning">
            <a:extLst xmlns:a="http://schemas.openxmlformats.org/drawingml/2006/main">
              <a:ext uri="{FF2B5EF4-FFF2-40B4-BE49-F238E27FC236}">
                <a16:creationId xmlns:a16="http://schemas.microsoft.com/office/drawing/2014/main" id="{2ACB2822-1BCC-4BF3-A002-7D5ECAF53D3A}"/>
              </a:ext>
            </a:extLst>
          </p:cNvPr>
          <p:cNvSpPr>
            <a:spLocks xmlns:a="http://schemas.openxmlformats.org/drawingml/2006/main" noGrp="1"/>
          </p:cNvSpPr>
          <p:nvPr/>
        </p:nvSpPr>
        <p:spPr>
          <a:xfrm xmlns:a="http://schemas.openxmlformats.org/drawingml/2006/main">
            <a:off x="4390549" y="3509486"/>
            <a:ext cx="291465" cy="291465"/>
          </a:xfrm>
          <a:custGeom xmlns:a="http://schemas.openxmlformats.org/drawingml/2006/main">
            <a:pathLst>
              <a:path w="388620" h="388620">
                <a:moveTo>
                  <a:pt x="388620" y="0"/>
                </a:moveTo>
                <a:lnTo>
                  <a:pt x="0" y="388620"/>
                </a:lnTo>
              </a:path>
            </a:pathLst>
          </a:custGeom>
          <a:noFill xmlns:a="http://schemas.openxmlformats.org/drawingml/2006/main"/>
          <a:ln xmlns:a="http://schemas.openxmlformats.org/drawingml/2006/main" w="28575">
            <a:solidFill>
              <a:srgbClr val="111111"/>
            </a:solidFill>
          </a:ln>
        </p:spPr>
      </p:sp>
      <p:sp>
        <p:nvSpPr>
          <p:cNvPr id="22" name="Ledning">
            <a:extLst xmlns:a="http://schemas.openxmlformats.org/drawingml/2006/main">
              <a:ext uri="{FF2B5EF4-FFF2-40B4-BE49-F238E27FC236}">
                <a16:creationId xmlns:a16="http://schemas.microsoft.com/office/drawing/2014/main" id="{4E58E182-F054-476A-AD0A-E98815EE3C80}"/>
              </a:ext>
            </a:extLst>
          </p:cNvPr>
          <p:cNvSpPr>
            <a:spLocks xmlns:a="http://schemas.openxmlformats.org/drawingml/2006/main" noGrp="1"/>
          </p:cNvSpPr>
          <p:nvPr/>
        </p:nvSpPr>
        <p:spPr>
          <a:xfrm xmlns:a="http://schemas.openxmlformats.org/drawingml/2006/main">
            <a:off x="4536281" y="3869531"/>
            <a:ext cx="715" cy="785812"/>
          </a:xfrm>
          <a:custGeom xmlns:a="http://schemas.openxmlformats.org/drawingml/2006/main">
            <a:pathLst>
              <a:path w="953" h="1047750">
                <a:moveTo>
                  <a:pt x="0" y="0"/>
                </a:moveTo>
                <a:lnTo>
                  <a:pt x="0" y="1047750"/>
                </a:lnTo>
              </a:path>
            </a:pathLst>
          </a:custGeom>
          <a:noFill xmlns:a="http://schemas.openxmlformats.org/drawingml/2006/main"/>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556D591E-CB70-42F4-BF11-AFA3780E52BD}"/>
              </a:ext>
            </a:extLst>
          </p:cNvPr>
          <p:cNvSpPr>
            <a:spLocks xmlns:a="http://schemas.openxmlformats.org/drawingml/2006/main" noGrp="1"/>
          </p:cNvSpPr>
          <p:nvPr/>
        </p:nvSpPr>
        <p:spPr>
          <a:xfrm xmlns:a="http://schemas.openxmlformats.org/drawingml/2006/main">
            <a:off x="892969" y="4655344"/>
            <a:ext cx="3643312" cy="715"/>
          </a:xfrm>
          <a:custGeom xmlns:a="http://schemas.openxmlformats.org/drawingml/2006/main">
            <a:pathLst>
              <a:path w="4857750" h="953">
                <a:moveTo>
                  <a:pt x="4857750" y="0"/>
                </a:moveTo>
                <a:lnTo>
                  <a:pt x="0" y="0"/>
                </a:lnTo>
              </a:path>
            </a:pathLst>
          </a:custGeom>
          <a:noFill xmlns:a="http://schemas.openxmlformats.org/drawingml/2006/main"/>
          <a:ln xmlns:a="http://schemas.openxmlformats.org/drawingml/2006/main" w="28575">
            <a:solidFill>
              <a:srgbClr val="111111"/>
            </a:solidFill>
          </a:ln>
        </p:spPr>
      </p:sp>
      <p:sp>
        <p:nvSpPr>
          <p:cNvPr id="24" name="Ledning">
            <a:extLst xmlns:a="http://schemas.openxmlformats.org/drawingml/2006/main">
              <a:ext uri="{FF2B5EF4-FFF2-40B4-BE49-F238E27FC236}">
                <a16:creationId xmlns:a16="http://schemas.microsoft.com/office/drawing/2014/main" id="{E22F6B7B-2935-4A12-B817-2EDF9BEDBB78}"/>
              </a:ext>
            </a:extLst>
          </p:cNvPr>
          <p:cNvSpPr>
            <a:spLocks xmlns:a="http://schemas.openxmlformats.org/drawingml/2006/main" noGrp="1"/>
          </p:cNvSpPr>
          <p:nvPr/>
        </p:nvSpPr>
        <p:spPr>
          <a:xfrm xmlns:a="http://schemas.openxmlformats.org/drawingml/2006/main">
            <a:off x="892969" y="3912394"/>
            <a:ext cx="715" cy="742950"/>
          </a:xfrm>
          <a:custGeom xmlns:a="http://schemas.openxmlformats.org/drawingml/2006/main">
            <a:pathLst>
              <a:path w="953" h="990600">
                <a:moveTo>
                  <a:pt x="0" y="990600"/>
                </a:moveTo>
                <a:lnTo>
                  <a:pt x="0" y="0"/>
                </a:lnTo>
              </a:path>
            </a:pathLst>
          </a:custGeom>
          <a:noFill xmlns:a="http://schemas.openxmlformats.org/drawingml/2006/main"/>
          <a:ln xmlns:a="http://schemas.openxmlformats.org/drawingml/2006/main" w="28575">
            <a:solidFill>
              <a:srgbClr val="111111"/>
            </a:solidFill>
          </a:ln>
        </p:spPr>
      </p:sp>
      <p:sp>
        <p:nvSpPr>
          <p:cNvPr id="25" name="">
            <a:extLst xmlns:a="http://schemas.openxmlformats.org/drawingml/2006/main">
              <a:ext uri="{FF2B5EF4-FFF2-40B4-BE49-F238E27FC236}">
                <a16:creationId xmlns:a16="http://schemas.microsoft.com/office/drawing/2014/main" id="{6A540926-DC1E-4D06-A494-161F343B9503}"/>
              </a:ext>
            </a:extLst>
          </p:cNvPr>
          <p:cNvSpPr>
            <a:spLocks xmlns:a="http://schemas.openxmlformats.org/drawingml/2006/main" noGrp="1"/>
          </p:cNvSpPr>
          <p:nvPr/>
        </p:nvSpPr>
        <p:spPr>
          <a:xfrm xmlns:a="http://schemas.openxmlformats.org/drawingml/2006/main">
            <a:off x="650081" y="3426619"/>
            <a:ext cx="485775" cy="485775"/>
          </a:xfrm>
          <a:prstGeom xmlns:a="http://schemas.openxmlformats.org/drawingml/2006/main" prst="ellipse">
            <a:avLst/>
          </a:prstGeom>
          <a:solidFill xmlns:a="http://schemas.openxmlformats.org/drawingml/2006/main">
            <a:srgbClr val="FFFFFF"/>
          </a:solidFill>
          <a:ln xmlns:a="http://schemas.openxmlformats.org/drawingml/2006/main" w="28575">
            <a:solidFill>
              <a:srgbClr val="505864"/>
            </a:solidFill>
          </a:ln>
        </p:spPr>
      </p:sp>
      <p:sp>
        <p:nvSpPr>
          <p:cNvPr id="26" name="+">
            <a:extLst xmlns:a="http://schemas.openxmlformats.org/drawingml/2006/main">
              <a:ext uri="{FF2B5EF4-FFF2-40B4-BE49-F238E27FC236}">
                <a16:creationId xmlns:a16="http://schemas.microsoft.com/office/drawing/2014/main" id="{9C59F185-A901-4D35-8664-8D6D36D0E713}"/>
              </a:ext>
            </a:extLst>
          </p:cNvPr>
          <p:cNvSpPr>
            <a:spLocks xmlns:a="http://schemas.openxmlformats.org/drawingml/2006/main" noGrp="1"/>
          </p:cNvSpPr>
          <p:nvPr/>
        </p:nvSpPr>
        <p:spPr>
          <a:xfrm xmlns:a="http://schemas.openxmlformats.org/drawingml/2006/main">
            <a:off x="800100" y="3448050"/>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7" name="−">
            <a:extLst xmlns:a="http://schemas.openxmlformats.org/drawingml/2006/main">
              <a:ext uri="{FF2B5EF4-FFF2-40B4-BE49-F238E27FC236}">
                <a16:creationId xmlns:a16="http://schemas.microsoft.com/office/drawing/2014/main" id="{76EC5E85-A334-400C-964A-C85205C270D3}"/>
              </a:ext>
            </a:extLst>
          </p:cNvPr>
          <p:cNvSpPr>
            <a:spLocks xmlns:a="http://schemas.openxmlformats.org/drawingml/2006/main" noGrp="1"/>
          </p:cNvSpPr>
          <p:nvPr/>
        </p:nvSpPr>
        <p:spPr>
          <a:xfrm xmlns:a="http://schemas.openxmlformats.org/drawingml/2006/main">
            <a:off x="800100" y="3683794"/>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28" name="12 V-källa&#10;AV">
            <a:extLst xmlns:a="http://schemas.openxmlformats.org/drawingml/2006/main">
              <a:ext uri="{FF2B5EF4-FFF2-40B4-BE49-F238E27FC236}">
                <a16:creationId xmlns:a16="http://schemas.microsoft.com/office/drawing/2014/main" id="{3205B56D-B15A-4114-8627-514430179E41}"/>
              </a:ext>
            </a:extLst>
          </p:cNvPr>
          <p:cNvSpPr>
            <a:spLocks xmlns:a="http://schemas.openxmlformats.org/drawingml/2006/main" noGrp="1"/>
          </p:cNvSpPr>
          <p:nvPr/>
        </p:nvSpPr>
        <p:spPr>
          <a:xfrm xmlns:a="http://schemas.openxmlformats.org/drawingml/2006/main">
            <a:off x="1293019" y="3469481"/>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12 V-källa</a:t>
            </a:r>
          </a:p>
          <a:p xmlns:a="http://schemas.openxmlformats.org/drawingml/2006/main">
            <a:pPr algn="l">
              <a:defRPr sz="1294" b="1">
                <a:solidFill>
                  <a:srgbClr val="505864"/>
                </a:solidFill>
                <a:latin typeface="Calibri"/>
                <a:ea typeface="Calibri"/>
                <a:cs typeface="Calibri"/>
              </a:defRPr>
            </a:pPr>
            <a:r>
              <a:rPr sz="1294" b="1">
                <a:solidFill>
                  <a:srgbClr val="505864"/>
                </a:solidFill>
                <a:latin typeface="Calibri"/>
                <a:ea typeface="Calibri"/>
                <a:cs typeface="Calibri"/>
              </a:rPr>
              <a:t>AV</a:t>
            </a:r>
          </a:p>
        </p:txBody>
      </p:sp>
      <p:sp>
        <p:nvSpPr>
          <p:cNvPr id="29" name="H1">
            <a:extLst xmlns:a="http://schemas.openxmlformats.org/drawingml/2006/main">
              <a:ext uri="{FF2B5EF4-FFF2-40B4-BE49-F238E27FC236}">
                <a16:creationId xmlns:a16="http://schemas.microsoft.com/office/drawing/2014/main" id="{85DB5743-3C62-445E-9C3D-AE53FE77DC59}"/>
              </a:ext>
            </a:extLst>
          </p:cNvPr>
          <p:cNvSpPr>
            <a:spLocks xmlns:a="http://schemas.openxmlformats.org/drawingml/2006/main" noGrp="1"/>
          </p:cNvSpPr>
          <p:nvPr/>
        </p:nvSpPr>
        <p:spPr>
          <a:xfrm xmlns:a="http://schemas.openxmlformats.org/drawingml/2006/main">
            <a:off x="4822031" y="3548062"/>
            <a:ext cx="500062"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H1</a:t>
            </a:r>
          </a:p>
        </p:txBody>
      </p:sp>
      <p:sp>
        <p:nvSpPr>
          <p:cNvPr id="30" name="">
            <a:extLst xmlns:a="http://schemas.openxmlformats.org/drawingml/2006/main">
              <a:ext uri="{FF2B5EF4-FFF2-40B4-BE49-F238E27FC236}">
                <a16:creationId xmlns:a16="http://schemas.microsoft.com/office/drawing/2014/main" id="{8460B945-C786-4A0E-9AE6-EEA6430CBA6E}"/>
              </a:ext>
            </a:extLst>
          </p:cNvPr>
          <p:cNvSpPr>
            <a:spLocks xmlns:a="http://schemas.openxmlformats.org/drawingml/2006/main" noGrp="1"/>
          </p:cNvSpPr>
          <p:nvPr/>
        </p:nvSpPr>
        <p:spPr>
          <a:xfrm xmlns:a="http://schemas.openxmlformats.org/drawingml/2006/main">
            <a:off x="4500562" y="3048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1" name="">
            <a:extLst xmlns:a="http://schemas.openxmlformats.org/drawingml/2006/main">
              <a:ext uri="{FF2B5EF4-FFF2-40B4-BE49-F238E27FC236}">
                <a16:creationId xmlns:a16="http://schemas.microsoft.com/office/drawing/2014/main" id="{92CF01BE-587C-49C3-9DF1-280ACE7D51FC}"/>
              </a:ext>
            </a:extLst>
          </p:cNvPr>
          <p:cNvSpPr>
            <a:spLocks xmlns:a="http://schemas.openxmlformats.org/drawingml/2006/main" noGrp="1"/>
          </p:cNvSpPr>
          <p:nvPr/>
        </p:nvSpPr>
        <p:spPr>
          <a:xfrm xmlns:a="http://schemas.openxmlformats.org/drawingml/2006/main">
            <a:off x="4500562" y="4191000"/>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32" name="P1">
            <a:extLst xmlns:a="http://schemas.openxmlformats.org/drawingml/2006/main">
              <a:ext uri="{FF2B5EF4-FFF2-40B4-BE49-F238E27FC236}">
                <a16:creationId xmlns:a16="http://schemas.microsoft.com/office/drawing/2014/main" id="{415E7287-8F77-479D-B023-E8DD425D6AAD}"/>
              </a:ext>
            </a:extLst>
          </p:cNvPr>
          <p:cNvSpPr>
            <a:spLocks xmlns:a="http://schemas.openxmlformats.org/drawingml/2006/main" noGrp="1"/>
          </p:cNvSpPr>
          <p:nvPr/>
        </p:nvSpPr>
        <p:spPr>
          <a:xfrm xmlns:a="http://schemas.openxmlformats.org/drawingml/2006/main">
            <a:off x="4722019" y="2797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P1</a:t>
            </a:r>
          </a:p>
        </p:txBody>
      </p:sp>
      <p:sp>
        <p:nvSpPr>
          <p:cNvPr id="33" name="P2">
            <a:extLst xmlns:a="http://schemas.openxmlformats.org/drawingml/2006/main">
              <a:ext uri="{FF2B5EF4-FFF2-40B4-BE49-F238E27FC236}">
                <a16:creationId xmlns:a16="http://schemas.microsoft.com/office/drawing/2014/main" id="{856E7E08-DBE7-4E55-BD0B-93E0D566446C}"/>
              </a:ext>
            </a:extLst>
          </p:cNvPr>
          <p:cNvSpPr>
            <a:spLocks xmlns:a="http://schemas.openxmlformats.org/drawingml/2006/main" noGrp="1"/>
          </p:cNvSpPr>
          <p:nvPr/>
        </p:nvSpPr>
        <p:spPr>
          <a:xfrm xmlns:a="http://schemas.openxmlformats.org/drawingml/2006/main">
            <a:off x="4722019" y="3940969"/>
            <a:ext cx="46434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P2</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e807ac11bb6e4ab4"/>
          <a:stretch xmlns:a="http://schemas.openxmlformats.org/drawingml/2006/main"/>
        </p:blipFill>
        <p:spPr>
          <a:xfrm xmlns:a="http://schemas.openxmlformats.org/drawingml/2006/main">
            <a:off x="6357938" y="1905000"/>
            <a:ext cx="2071688" cy="3107531"/>
          </a:xfrm>
          <a:prstGeom xmlns:a="http://schemas.openxmlformats.org/drawingml/2006/main" prst="rect">
            <a:avLst/>
          </a:prstGeom>
        </p:spPr>
      </p:pic>
      <p:sp>
        <p:nvSpPr>
          <p:cNvPr id="35" name="10 A">
            <a:extLst xmlns:a="http://schemas.openxmlformats.org/drawingml/2006/main">
              <a:ext uri="{FF2B5EF4-FFF2-40B4-BE49-F238E27FC236}">
                <a16:creationId xmlns:a16="http://schemas.microsoft.com/office/drawing/2014/main" id="{942F170F-E4D6-41AF-9A9E-9F71843FAAE3}"/>
              </a:ext>
            </a:extLst>
          </p:cNvPr>
          <p:cNvSpPr>
            <a:spLocks xmlns:a="http://schemas.openxmlformats.org/drawingml/2006/main" noGrp="1"/>
          </p:cNvSpPr>
          <p:nvPr/>
        </p:nvSpPr>
        <p:spPr>
          <a:xfrm xmlns:a="http://schemas.openxmlformats.org/drawingml/2006/main">
            <a:off x="667283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10 A</a:t>
            </a:r>
          </a:p>
        </p:txBody>
      </p:sp>
      <p:sp>
        <p:nvSpPr>
          <p:cNvPr id="36" name="mA">
            <a:extLst xmlns:a="http://schemas.openxmlformats.org/drawingml/2006/main">
              <a:ext uri="{FF2B5EF4-FFF2-40B4-BE49-F238E27FC236}">
                <a16:creationId xmlns:a16="http://schemas.microsoft.com/office/drawing/2014/main" id="{F3F877F6-8C4B-4B08-A166-3EA89265FB1B}"/>
              </a:ext>
            </a:extLst>
          </p:cNvPr>
          <p:cNvSpPr>
            <a:spLocks xmlns:a="http://schemas.openxmlformats.org/drawingml/2006/main" noGrp="1"/>
          </p:cNvSpPr>
          <p:nvPr/>
        </p:nvSpPr>
        <p:spPr>
          <a:xfrm xmlns:a="http://schemas.openxmlformats.org/drawingml/2006/main">
            <a:off x="702916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mA</a:t>
            </a:r>
          </a:p>
        </p:txBody>
      </p:sp>
      <p:sp>
        <p:nvSpPr>
          <p:cNvPr id="37" name="COM">
            <a:extLst xmlns:a="http://schemas.openxmlformats.org/drawingml/2006/main">
              <a:ext uri="{FF2B5EF4-FFF2-40B4-BE49-F238E27FC236}">
                <a16:creationId xmlns:a16="http://schemas.microsoft.com/office/drawing/2014/main" id="{A1082F7C-72B1-494F-AED2-43A4841656D4}"/>
              </a:ext>
            </a:extLst>
          </p:cNvPr>
          <p:cNvSpPr>
            <a:spLocks xmlns:a="http://schemas.openxmlformats.org/drawingml/2006/main" noGrp="1"/>
          </p:cNvSpPr>
          <p:nvPr/>
        </p:nvSpPr>
        <p:spPr>
          <a:xfrm xmlns:a="http://schemas.openxmlformats.org/drawingml/2006/main">
            <a:off x="738549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COM</a:t>
            </a:r>
          </a:p>
        </p:txBody>
      </p:sp>
      <p:sp>
        <p:nvSpPr>
          <p:cNvPr id="38" name="VΩ">
            <a:extLst xmlns:a="http://schemas.openxmlformats.org/drawingml/2006/main">
              <a:ext uri="{FF2B5EF4-FFF2-40B4-BE49-F238E27FC236}">
                <a16:creationId xmlns:a16="http://schemas.microsoft.com/office/drawing/2014/main" id="{D2FDAF7A-8BA5-4564-830B-52BD8DD54891}"/>
              </a:ext>
            </a:extLst>
          </p:cNvPr>
          <p:cNvSpPr>
            <a:spLocks xmlns:a="http://schemas.openxmlformats.org/drawingml/2006/main" noGrp="1"/>
          </p:cNvSpPr>
          <p:nvPr/>
        </p:nvSpPr>
        <p:spPr>
          <a:xfrm xmlns:a="http://schemas.openxmlformats.org/drawingml/2006/main">
            <a:off x="7741825"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VΩ</a:t>
            </a:r>
          </a:p>
        </p:txBody>
      </p:sp>
      <p:sp>
        <p:nvSpPr>
          <p:cNvPr id="39" name="V DC">
            <a:extLst xmlns:a="http://schemas.openxmlformats.org/drawingml/2006/main">
              <a:ext uri="{FF2B5EF4-FFF2-40B4-BE49-F238E27FC236}">
                <a16:creationId xmlns:a16="http://schemas.microsoft.com/office/drawing/2014/main" id="{BB7791C2-19A3-4C85-918E-35A11C806338}"/>
              </a:ext>
            </a:extLst>
          </p:cNvPr>
          <p:cNvSpPr>
            <a:spLocks xmlns:a="http://schemas.openxmlformats.org/drawingml/2006/main" noGrp="1"/>
          </p:cNvSpPr>
          <p:nvPr/>
        </p:nvSpPr>
        <p:spPr>
          <a:xfrm xmlns:a="http://schemas.openxmlformats.org/drawingml/2006/main">
            <a:off x="6813709" y="2622840"/>
            <a:ext cx="1160145" cy="121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62" b="1">
                <a:solidFill>
                  <a:srgbClr val="111111"/>
                </a:solidFill>
                <a:latin typeface="Calibri"/>
                <a:ea typeface="Calibri"/>
                <a:cs typeface="Calibri"/>
              </a:defRPr>
            </a:pPr>
            <a:r>
              <a:rPr sz="962" b="1">
                <a:solidFill>
                  <a:srgbClr val="111111"/>
                </a:solidFill>
                <a:latin typeface="Calibri"/>
                <a:ea typeface="Calibri"/>
                <a:cs typeface="Calibri"/>
              </a:rPr>
              <a:t>V DC</a:t>
            </a:r>
          </a:p>
        </p:txBody>
      </p:sp>
      <p:sp>
        <p:nvSpPr>
          <p:cNvPr id="40" name="V DC">
            <a:extLst xmlns:a="http://schemas.openxmlformats.org/drawingml/2006/main">
              <a:ext uri="{FF2B5EF4-FFF2-40B4-BE49-F238E27FC236}">
                <a16:creationId xmlns:a16="http://schemas.microsoft.com/office/drawing/2014/main" id="{B7D6C7FE-2CBE-4C00-89D0-2E31233849D0}"/>
              </a:ext>
            </a:extLst>
          </p:cNvPr>
          <p:cNvSpPr>
            <a:spLocks xmlns:a="http://schemas.openxmlformats.org/drawingml/2006/main" noGrp="1"/>
          </p:cNvSpPr>
          <p:nvPr/>
        </p:nvSpPr>
        <p:spPr>
          <a:xfrm xmlns:a="http://schemas.openxmlformats.org/drawingml/2006/main">
            <a:off x="7207330" y="285279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1">
                <a:solidFill>
                  <a:srgbClr val="064F91"/>
                </a:solidFill>
                <a:latin typeface="Calibri"/>
                <a:ea typeface="Calibri"/>
                <a:cs typeface="Calibri"/>
              </a:defRPr>
            </a:pPr>
            <a:r>
              <a:rPr sz="897" b="1">
                <a:solidFill>
                  <a:srgbClr val="064F91"/>
                </a:solidFill>
                <a:latin typeface="Calibri"/>
                <a:ea typeface="Calibri"/>
                <a:cs typeface="Calibri"/>
              </a:rPr>
              <a:t>V DC</a:t>
            </a:r>
          </a:p>
        </p:txBody>
      </p:sp>
      <p:sp>
        <p:nvSpPr>
          <p:cNvPr id="41" name="V AC">
            <a:extLst xmlns:a="http://schemas.openxmlformats.org/drawingml/2006/main">
              <a:ext uri="{FF2B5EF4-FFF2-40B4-BE49-F238E27FC236}">
                <a16:creationId xmlns:a16="http://schemas.microsoft.com/office/drawing/2014/main" id="{80E9640C-614A-4414-B8AB-DCD7821EC8D7}"/>
              </a:ext>
            </a:extLst>
          </p:cNvPr>
          <p:cNvSpPr>
            <a:spLocks xmlns:a="http://schemas.openxmlformats.org/drawingml/2006/main" noGrp="1"/>
          </p:cNvSpPr>
          <p:nvPr/>
        </p:nvSpPr>
        <p:spPr>
          <a:xfrm xmlns:a="http://schemas.openxmlformats.org/drawingml/2006/main">
            <a:off x="7664834"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AC</a:t>
            </a:r>
          </a:p>
        </p:txBody>
      </p:sp>
      <p:sp>
        <p:nvSpPr>
          <p:cNvPr id="42" name="A DC">
            <a:extLst xmlns:a="http://schemas.openxmlformats.org/drawingml/2006/main">
              <a:ext uri="{FF2B5EF4-FFF2-40B4-BE49-F238E27FC236}">
                <a16:creationId xmlns:a16="http://schemas.microsoft.com/office/drawing/2014/main" id="{2BA3EF95-0211-46EC-B9A2-1F7FFC48B307}"/>
              </a:ext>
            </a:extLst>
          </p:cNvPr>
          <p:cNvSpPr>
            <a:spLocks xmlns:a="http://schemas.openxmlformats.org/drawingml/2006/main" noGrp="1"/>
          </p:cNvSpPr>
          <p:nvPr/>
        </p:nvSpPr>
        <p:spPr>
          <a:xfrm xmlns:a="http://schemas.openxmlformats.org/drawingml/2006/main">
            <a:off x="7664834"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A DC</a:t>
            </a:r>
          </a:p>
        </p:txBody>
      </p:sp>
      <p:sp>
        <p:nvSpPr>
          <p:cNvPr id="43" name="Ω">
            <a:extLst xmlns:a="http://schemas.openxmlformats.org/drawingml/2006/main">
              <a:ext uri="{FF2B5EF4-FFF2-40B4-BE49-F238E27FC236}">
                <a16:creationId xmlns:a16="http://schemas.microsoft.com/office/drawing/2014/main" id="{A044E7AD-55AB-4924-A02E-E44D1634E8B5}"/>
              </a:ext>
            </a:extLst>
          </p:cNvPr>
          <p:cNvSpPr>
            <a:spLocks xmlns:a="http://schemas.openxmlformats.org/drawingml/2006/main" noGrp="1"/>
          </p:cNvSpPr>
          <p:nvPr/>
        </p:nvSpPr>
        <p:spPr>
          <a:xfrm xmlns:a="http://schemas.openxmlformats.org/drawingml/2006/main">
            <a:off x="7207330" y="390935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Ω</a:t>
            </a:r>
          </a:p>
        </p:txBody>
      </p:sp>
      <p:sp>
        <p:nvSpPr>
          <p:cNvPr id="44" name="PIP">
            <a:extLst xmlns:a="http://schemas.openxmlformats.org/drawingml/2006/main">
              <a:ext uri="{FF2B5EF4-FFF2-40B4-BE49-F238E27FC236}">
                <a16:creationId xmlns:a16="http://schemas.microsoft.com/office/drawing/2014/main" id="{C4B1309A-D2D3-4989-B74A-D6928088E746}"/>
              </a:ext>
            </a:extLst>
          </p:cNvPr>
          <p:cNvSpPr>
            <a:spLocks xmlns:a="http://schemas.openxmlformats.org/drawingml/2006/main" noGrp="1"/>
          </p:cNvSpPr>
          <p:nvPr/>
        </p:nvSpPr>
        <p:spPr>
          <a:xfrm xmlns:a="http://schemas.openxmlformats.org/drawingml/2006/main">
            <a:off x="6749825"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PIP</a:t>
            </a:r>
          </a:p>
        </p:txBody>
      </p:sp>
      <p:sp>
        <p:nvSpPr>
          <p:cNvPr id="45" name="OFF">
            <a:extLst xmlns:a="http://schemas.openxmlformats.org/drawingml/2006/main">
              <a:ext uri="{FF2B5EF4-FFF2-40B4-BE49-F238E27FC236}">
                <a16:creationId xmlns:a16="http://schemas.microsoft.com/office/drawing/2014/main" id="{15142B78-4453-47D4-BF51-F40A405087A7}"/>
              </a:ext>
            </a:extLst>
          </p:cNvPr>
          <p:cNvSpPr>
            <a:spLocks xmlns:a="http://schemas.openxmlformats.org/drawingml/2006/main" noGrp="1"/>
          </p:cNvSpPr>
          <p:nvPr/>
        </p:nvSpPr>
        <p:spPr>
          <a:xfrm xmlns:a="http://schemas.openxmlformats.org/drawingml/2006/main">
            <a:off x="6749825"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OFF</a:t>
            </a:r>
          </a:p>
        </p:txBody>
      </p:sp>
      <p:sp>
        <p:nvSpPr>
          <p:cNvPr id="46" name="Ledning">
            <a:extLst xmlns:a="http://schemas.openxmlformats.org/drawingml/2006/main">
              <a:ext uri="{FF2B5EF4-FFF2-40B4-BE49-F238E27FC236}">
                <a16:creationId xmlns:a16="http://schemas.microsoft.com/office/drawing/2014/main" id="{9C2B5077-BC62-4367-97EB-EB22997B085A}"/>
              </a:ext>
            </a:extLst>
          </p:cNvPr>
          <p:cNvSpPr>
            <a:spLocks xmlns:a="http://schemas.openxmlformats.org/drawingml/2006/main" noGrp="1"/>
          </p:cNvSpPr>
          <p:nvPr/>
        </p:nvSpPr>
        <p:spPr>
          <a:xfrm xmlns:a="http://schemas.openxmlformats.org/drawingml/2006/main">
            <a:off x="7393781" y="3148012"/>
            <a:ext cx="715" cy="310754"/>
          </a:xfrm>
          <a:custGeom xmlns:a="http://schemas.openxmlformats.org/drawingml/2006/main">
            <a:pathLst>
              <a:path w="953" h="414338">
                <a:moveTo>
                  <a:pt x="0" y="414338"/>
                </a:moveTo>
                <a:lnTo>
                  <a:pt x="0" y="0"/>
                </a:lnTo>
              </a:path>
            </a:pathLst>
          </a:custGeom>
          <a:noFill xmlns:a="http://schemas.openxmlformats.org/drawingml/2006/main"/>
          <a:ln xmlns:a="http://schemas.openxmlformats.org/drawingml/2006/main" w="42862">
            <a:solidFill>
              <a:srgbClr val="064F91"/>
            </a:solidFill>
          </a:ln>
        </p:spPr>
      </p:sp>
      <p:sp>
        <p:nvSpPr>
          <p:cNvPr id="47" name="">
            <a:extLst xmlns:a="http://schemas.openxmlformats.org/drawingml/2006/main">
              <a:ext uri="{FF2B5EF4-FFF2-40B4-BE49-F238E27FC236}">
                <a16:creationId xmlns:a16="http://schemas.microsoft.com/office/drawing/2014/main" id="{66D7936F-034E-4A64-A3A2-CB3B98953E6B}"/>
              </a:ext>
            </a:extLst>
          </p:cNvPr>
          <p:cNvSpPr>
            <a:spLocks xmlns:a="http://schemas.openxmlformats.org/drawingml/2006/main" noGrp="1"/>
          </p:cNvSpPr>
          <p:nvPr/>
        </p:nvSpPr>
        <p:spPr>
          <a:xfrm xmlns:a="http://schemas.openxmlformats.org/drawingml/2006/main">
            <a:off x="7358062" y="3423047"/>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48" name="">
            <a:extLst xmlns:a="http://schemas.openxmlformats.org/drawingml/2006/main">
              <a:ext uri="{FF2B5EF4-FFF2-40B4-BE49-F238E27FC236}">
                <a16:creationId xmlns:a16="http://schemas.microsoft.com/office/drawing/2014/main" id="{2A4748E8-E2B7-4339-8189-2439EF18F94D}"/>
              </a:ext>
            </a:extLst>
          </p:cNvPr>
          <p:cNvSpPr>
            <a:spLocks xmlns:a="http://schemas.openxmlformats.org/drawingml/2006/main" noGrp="1"/>
          </p:cNvSpPr>
          <p:nvPr/>
        </p:nvSpPr>
        <p:spPr>
          <a:xfrm xmlns:a="http://schemas.openxmlformats.org/drawingml/2006/main">
            <a:off x="7478720" y="4440746"/>
            <a:ext cx="186452" cy="186452"/>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49" name="">
            <a:extLst xmlns:a="http://schemas.openxmlformats.org/drawingml/2006/main">
              <a:ext uri="{FF2B5EF4-FFF2-40B4-BE49-F238E27FC236}">
                <a16:creationId xmlns:a16="http://schemas.microsoft.com/office/drawing/2014/main" id="{D9211F59-66A8-4AC9-BD5D-F537EE6F5AF8}"/>
              </a:ext>
            </a:extLst>
          </p:cNvPr>
          <p:cNvSpPr>
            <a:spLocks xmlns:a="http://schemas.openxmlformats.org/drawingml/2006/main" noGrp="1"/>
          </p:cNvSpPr>
          <p:nvPr/>
        </p:nvSpPr>
        <p:spPr>
          <a:xfrm xmlns:a="http://schemas.openxmlformats.org/drawingml/2006/main">
            <a:off x="7518082" y="4480108"/>
            <a:ext cx="107728" cy="107728"/>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50" name="">
            <a:extLst xmlns:a="http://schemas.openxmlformats.org/drawingml/2006/main">
              <a:ext uri="{FF2B5EF4-FFF2-40B4-BE49-F238E27FC236}">
                <a16:creationId xmlns:a16="http://schemas.microsoft.com/office/drawing/2014/main" id="{3970D355-09A9-4FAD-81E0-B2B84A367D14}"/>
              </a:ext>
            </a:extLst>
          </p:cNvPr>
          <p:cNvSpPr>
            <a:spLocks xmlns:a="http://schemas.openxmlformats.org/drawingml/2006/main" noGrp="1"/>
          </p:cNvSpPr>
          <p:nvPr/>
        </p:nvSpPr>
        <p:spPr>
          <a:xfrm xmlns:a="http://schemas.openxmlformats.org/drawingml/2006/main">
            <a:off x="7835050" y="4440746"/>
            <a:ext cx="186452" cy="186452"/>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51" name="">
            <a:extLst xmlns:a="http://schemas.openxmlformats.org/drawingml/2006/main">
              <a:ext uri="{FF2B5EF4-FFF2-40B4-BE49-F238E27FC236}">
                <a16:creationId xmlns:a16="http://schemas.microsoft.com/office/drawing/2014/main" id="{68F37E35-81BE-418C-89C4-BF9A58197159}"/>
              </a:ext>
            </a:extLst>
          </p:cNvPr>
          <p:cNvSpPr>
            <a:spLocks xmlns:a="http://schemas.openxmlformats.org/drawingml/2006/main" noGrp="1"/>
          </p:cNvSpPr>
          <p:nvPr/>
        </p:nvSpPr>
        <p:spPr>
          <a:xfrm xmlns:a="http://schemas.openxmlformats.org/drawingml/2006/main">
            <a:off x="7874413" y="4480108"/>
            <a:ext cx="107728" cy="107728"/>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52" name="Frånkoppla. Ta bort mätaren. Återställ länken och flytt">
            <a:extLst xmlns:a="http://schemas.openxmlformats.org/drawingml/2006/main">
              <a:ext uri="{FF2B5EF4-FFF2-40B4-BE49-F238E27FC236}">
                <a16:creationId xmlns:a16="http://schemas.microsoft.com/office/drawing/2014/main" id="{60B67102-2B55-449F-BF52-E56108A188C2}"/>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Frånkoppla. Ta bort mätaren. Återställ länken och flytta röd till VΩ.</a:t>
            </a:r>
          </a:p>
        </p:txBody>
      </p:sp>
      <p:sp>
        <p:nvSpPr>
          <p:cNvPr id="9001" name="Ström  Återställning efter mätningen">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Ström  Återställning efter mätningen</a:t>
            </a:r>
          </a:p>
        </p:txBody>
      </p:sp>
      <p:sp>
        <p:nvSpPr>
          <p:cNvPr id="9002" name="21">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21</a:t>
            </a:r>
          </a:p>
        </p:txBody>
      </p:sp>
    </p:spTree>
    <p:extLst>
      <p:ext uri="{BB962C8B-B14F-4D97-AF65-F5344CB8AC3E}">
        <p14:creationId xmlns:p14="http://schemas.microsoft.com/office/powerpoint/2010/main" val="22345275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3a8025fface04cb4"/>
          <a:stretch xmlns:a="http://schemas.openxmlformats.org/drawingml/2006/main"/>
        </p:blipFill>
        <p:spPr>
          <a:xfrm xmlns:a="http://schemas.openxmlformats.org/drawingml/2006/main">
            <a:off x="928688" y="1869281"/>
            <a:ext cx="2143125" cy="3214688"/>
          </a:xfrm>
          <a:prstGeom xmlns:a="http://schemas.openxmlformats.org/drawingml/2006/main" prst="rect">
            <a:avLst/>
          </a:prstGeom>
        </p:spPr>
      </p:pic>
      <p:sp>
        <p:nvSpPr>
          <p:cNvPr id="5" name="10 A">
            <a:extLst xmlns:a="http://schemas.openxmlformats.org/drawingml/2006/main">
              <a:ext uri="{FF2B5EF4-FFF2-40B4-BE49-F238E27FC236}">
                <a16:creationId xmlns:a16="http://schemas.microsoft.com/office/drawing/2014/main" id="{FE41250A-AF5E-48F9-B5EE-9638FB17B1E1}"/>
              </a:ext>
            </a:extLst>
          </p:cNvPr>
          <p:cNvSpPr>
            <a:spLocks xmlns:a="http://schemas.openxmlformats.org/drawingml/2006/main" noGrp="1"/>
          </p:cNvSpPr>
          <p:nvPr/>
        </p:nvSpPr>
        <p:spPr>
          <a:xfrm xmlns:a="http://schemas.openxmlformats.org/drawingml/2006/main">
            <a:off x="1254442" y="4254580"/>
            <a:ext cx="385762" cy="176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46" b="1">
                <a:solidFill>
                  <a:srgbClr val="111111"/>
                </a:solidFill>
                <a:latin typeface="Calibri"/>
                <a:ea typeface="Calibri"/>
                <a:cs typeface="Calibri"/>
              </a:defRPr>
            </a:pPr>
            <a:r>
              <a:rPr sz="1046" b="1">
                <a:solidFill>
                  <a:srgbClr val="111111"/>
                </a:solidFill>
                <a:latin typeface="Calibri"/>
                <a:ea typeface="Calibri"/>
                <a:cs typeface="Calibri"/>
              </a:rPr>
              <a:t>10 A</a:t>
            </a:r>
          </a:p>
        </p:txBody>
      </p:sp>
      <p:sp>
        <p:nvSpPr>
          <p:cNvPr id="6" name="mA">
            <a:extLst xmlns:a="http://schemas.openxmlformats.org/drawingml/2006/main">
              <a:ext uri="{FF2B5EF4-FFF2-40B4-BE49-F238E27FC236}">
                <a16:creationId xmlns:a16="http://schemas.microsoft.com/office/drawing/2014/main" id="{BE8A6643-1A68-4171-B060-848543078298}"/>
              </a:ext>
            </a:extLst>
          </p:cNvPr>
          <p:cNvSpPr>
            <a:spLocks xmlns:a="http://schemas.openxmlformats.org/drawingml/2006/main" noGrp="1"/>
          </p:cNvSpPr>
          <p:nvPr/>
        </p:nvSpPr>
        <p:spPr>
          <a:xfrm xmlns:a="http://schemas.openxmlformats.org/drawingml/2006/main">
            <a:off x="1623060" y="4254580"/>
            <a:ext cx="385762" cy="176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46" b="1">
                <a:solidFill>
                  <a:srgbClr val="111111"/>
                </a:solidFill>
                <a:latin typeface="Calibri"/>
                <a:ea typeface="Calibri"/>
                <a:cs typeface="Calibri"/>
              </a:defRPr>
            </a:pPr>
            <a:r>
              <a:rPr sz="1046" b="1">
                <a:solidFill>
                  <a:srgbClr val="111111"/>
                </a:solidFill>
                <a:latin typeface="Calibri"/>
                <a:ea typeface="Calibri"/>
                <a:cs typeface="Calibri"/>
              </a:rPr>
              <a:t>mA</a:t>
            </a:r>
          </a:p>
        </p:txBody>
      </p:sp>
      <p:sp>
        <p:nvSpPr>
          <p:cNvPr id="7" name="COM">
            <a:extLst xmlns:a="http://schemas.openxmlformats.org/drawingml/2006/main">
              <a:ext uri="{FF2B5EF4-FFF2-40B4-BE49-F238E27FC236}">
                <a16:creationId xmlns:a16="http://schemas.microsoft.com/office/drawing/2014/main" id="{7DD61DF6-2A26-4C81-B7A2-1A029995C6DC}"/>
              </a:ext>
            </a:extLst>
          </p:cNvPr>
          <p:cNvSpPr>
            <a:spLocks xmlns:a="http://schemas.openxmlformats.org/drawingml/2006/main" noGrp="1"/>
          </p:cNvSpPr>
          <p:nvPr/>
        </p:nvSpPr>
        <p:spPr>
          <a:xfrm xmlns:a="http://schemas.openxmlformats.org/drawingml/2006/main">
            <a:off x="1991678" y="4254580"/>
            <a:ext cx="385762" cy="176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46" b="1">
                <a:solidFill>
                  <a:srgbClr val="111111"/>
                </a:solidFill>
                <a:latin typeface="Calibri"/>
                <a:ea typeface="Calibri"/>
                <a:cs typeface="Calibri"/>
              </a:defRPr>
            </a:pPr>
            <a:r>
              <a:rPr sz="1046" b="1">
                <a:solidFill>
                  <a:srgbClr val="111111"/>
                </a:solidFill>
                <a:latin typeface="Calibri"/>
                <a:ea typeface="Calibri"/>
                <a:cs typeface="Calibri"/>
              </a:rPr>
              <a:t>COM</a:t>
            </a:r>
          </a:p>
        </p:txBody>
      </p:sp>
      <p:sp>
        <p:nvSpPr>
          <p:cNvPr id="8" name="VΩ">
            <a:extLst xmlns:a="http://schemas.openxmlformats.org/drawingml/2006/main">
              <a:ext uri="{FF2B5EF4-FFF2-40B4-BE49-F238E27FC236}">
                <a16:creationId xmlns:a16="http://schemas.microsoft.com/office/drawing/2014/main" id="{69851C2A-F275-4E17-93FD-23BBCE14FBDF}"/>
              </a:ext>
            </a:extLst>
          </p:cNvPr>
          <p:cNvSpPr>
            <a:spLocks xmlns:a="http://schemas.openxmlformats.org/drawingml/2006/main" noGrp="1"/>
          </p:cNvSpPr>
          <p:nvPr/>
        </p:nvSpPr>
        <p:spPr>
          <a:xfrm xmlns:a="http://schemas.openxmlformats.org/drawingml/2006/main">
            <a:off x="2360295" y="4254580"/>
            <a:ext cx="385762" cy="176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46" b="1">
                <a:solidFill>
                  <a:srgbClr val="111111"/>
                </a:solidFill>
                <a:latin typeface="Calibri"/>
                <a:ea typeface="Calibri"/>
                <a:cs typeface="Calibri"/>
              </a:defRPr>
            </a:pPr>
            <a:r>
              <a:rPr sz="1046" b="1">
                <a:solidFill>
                  <a:srgbClr val="111111"/>
                </a:solidFill>
                <a:latin typeface="Calibri"/>
                <a:ea typeface="Calibri"/>
                <a:cs typeface="Calibri"/>
              </a:rPr>
              <a:t>VΩ</a:t>
            </a:r>
          </a:p>
        </p:txBody>
      </p:sp>
      <p:sp>
        <p:nvSpPr>
          <p:cNvPr id="9" name="V DC">
            <a:extLst xmlns:a="http://schemas.openxmlformats.org/drawingml/2006/main">
              <a:ext uri="{FF2B5EF4-FFF2-40B4-BE49-F238E27FC236}">
                <a16:creationId xmlns:a16="http://schemas.microsoft.com/office/drawing/2014/main" id="{44C2D4BF-5B55-4C56-8C94-7175A091823C}"/>
              </a:ext>
            </a:extLst>
          </p:cNvPr>
          <p:cNvSpPr>
            <a:spLocks xmlns:a="http://schemas.openxmlformats.org/drawingml/2006/main" noGrp="1"/>
          </p:cNvSpPr>
          <p:nvPr/>
        </p:nvSpPr>
        <p:spPr>
          <a:xfrm xmlns:a="http://schemas.openxmlformats.org/drawingml/2006/main">
            <a:off x="1400175" y="2611874"/>
            <a:ext cx="1200150" cy="1253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95" b="1">
                <a:solidFill>
                  <a:srgbClr val="111111"/>
                </a:solidFill>
                <a:latin typeface="Calibri"/>
                <a:ea typeface="Calibri"/>
                <a:cs typeface="Calibri"/>
              </a:defRPr>
            </a:pPr>
            <a:r>
              <a:rPr sz="995" b="1">
                <a:solidFill>
                  <a:srgbClr val="111111"/>
                </a:solidFill>
                <a:latin typeface="Calibri"/>
                <a:ea typeface="Calibri"/>
                <a:cs typeface="Calibri"/>
              </a:rPr>
              <a:t>V DC</a:t>
            </a:r>
          </a:p>
        </p:txBody>
      </p:sp>
      <p:sp>
        <p:nvSpPr>
          <p:cNvPr id="10" name="V DC">
            <a:extLst xmlns:a="http://schemas.openxmlformats.org/drawingml/2006/main">
              <a:ext uri="{FF2B5EF4-FFF2-40B4-BE49-F238E27FC236}">
                <a16:creationId xmlns:a16="http://schemas.microsoft.com/office/drawing/2014/main" id="{0E37D814-FC66-417F-85B0-930DA586ABA2}"/>
              </a:ext>
            </a:extLst>
          </p:cNvPr>
          <p:cNvSpPr>
            <a:spLocks xmlns:a="http://schemas.openxmlformats.org/drawingml/2006/main" noGrp="1"/>
          </p:cNvSpPr>
          <p:nvPr/>
        </p:nvSpPr>
        <p:spPr>
          <a:xfrm xmlns:a="http://schemas.openxmlformats.org/drawingml/2006/main">
            <a:off x="1807369" y="2849761"/>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1">
                <a:solidFill>
                  <a:srgbClr val="064F91"/>
                </a:solidFill>
                <a:latin typeface="Calibri"/>
                <a:ea typeface="Calibri"/>
                <a:cs typeface="Calibri"/>
              </a:defRPr>
            </a:pPr>
            <a:r>
              <a:rPr sz="928" b="1">
                <a:solidFill>
                  <a:srgbClr val="064F91"/>
                </a:solidFill>
                <a:latin typeface="Calibri"/>
                <a:ea typeface="Calibri"/>
                <a:cs typeface="Calibri"/>
              </a:rPr>
              <a:t>V DC</a:t>
            </a:r>
          </a:p>
        </p:txBody>
      </p:sp>
      <p:sp>
        <p:nvSpPr>
          <p:cNvPr id="11" name="V AC">
            <a:extLst xmlns:a="http://schemas.openxmlformats.org/drawingml/2006/main">
              <a:ext uri="{FF2B5EF4-FFF2-40B4-BE49-F238E27FC236}">
                <a16:creationId xmlns:a16="http://schemas.microsoft.com/office/drawing/2014/main" id="{3D6B00E0-42B9-425E-ACFB-F59C2A1EF7D2}"/>
              </a:ext>
            </a:extLst>
          </p:cNvPr>
          <p:cNvSpPr>
            <a:spLocks xmlns:a="http://schemas.openxmlformats.org/drawingml/2006/main" noGrp="1"/>
          </p:cNvSpPr>
          <p:nvPr/>
        </p:nvSpPr>
        <p:spPr>
          <a:xfrm xmlns:a="http://schemas.openxmlformats.org/drawingml/2006/main">
            <a:off x="2280649" y="3123010"/>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V AC</a:t>
            </a:r>
          </a:p>
        </p:txBody>
      </p:sp>
      <p:sp>
        <p:nvSpPr>
          <p:cNvPr id="12" name="A DC">
            <a:extLst xmlns:a="http://schemas.openxmlformats.org/drawingml/2006/main">
              <a:ext uri="{FF2B5EF4-FFF2-40B4-BE49-F238E27FC236}">
                <a16:creationId xmlns:a16="http://schemas.microsoft.com/office/drawing/2014/main" id="{4CDD29AD-273D-495B-B813-E7E62A8F5AB5}"/>
              </a:ext>
            </a:extLst>
          </p:cNvPr>
          <p:cNvSpPr>
            <a:spLocks xmlns:a="http://schemas.openxmlformats.org/drawingml/2006/main" noGrp="1"/>
          </p:cNvSpPr>
          <p:nvPr/>
        </p:nvSpPr>
        <p:spPr>
          <a:xfrm xmlns:a="http://schemas.openxmlformats.org/drawingml/2006/main">
            <a:off x="2280649" y="3669506"/>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A DC</a:t>
            </a:r>
          </a:p>
        </p:txBody>
      </p:sp>
      <p:sp>
        <p:nvSpPr>
          <p:cNvPr id="13" name="Ω">
            <a:extLst xmlns:a="http://schemas.openxmlformats.org/drawingml/2006/main">
              <a:ext uri="{FF2B5EF4-FFF2-40B4-BE49-F238E27FC236}">
                <a16:creationId xmlns:a16="http://schemas.microsoft.com/office/drawing/2014/main" id="{082B37C4-F664-49C3-9CBA-724B6D3F5766}"/>
              </a:ext>
            </a:extLst>
          </p:cNvPr>
          <p:cNvSpPr>
            <a:spLocks xmlns:a="http://schemas.openxmlformats.org/drawingml/2006/main" noGrp="1"/>
          </p:cNvSpPr>
          <p:nvPr/>
        </p:nvSpPr>
        <p:spPr>
          <a:xfrm xmlns:a="http://schemas.openxmlformats.org/drawingml/2006/main">
            <a:off x="1807369" y="3942754"/>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Ω</a:t>
            </a:r>
          </a:p>
        </p:txBody>
      </p:sp>
      <p:sp>
        <p:nvSpPr>
          <p:cNvPr id="14" name="PIP">
            <a:extLst xmlns:a="http://schemas.openxmlformats.org/drawingml/2006/main">
              <a:ext uri="{FF2B5EF4-FFF2-40B4-BE49-F238E27FC236}">
                <a16:creationId xmlns:a16="http://schemas.microsoft.com/office/drawing/2014/main" id="{2ADA1EA7-7899-42A2-875F-1534BE235DB2}"/>
              </a:ext>
            </a:extLst>
          </p:cNvPr>
          <p:cNvSpPr>
            <a:spLocks xmlns:a="http://schemas.openxmlformats.org/drawingml/2006/main" noGrp="1"/>
          </p:cNvSpPr>
          <p:nvPr/>
        </p:nvSpPr>
        <p:spPr>
          <a:xfrm xmlns:a="http://schemas.openxmlformats.org/drawingml/2006/main">
            <a:off x="1334089" y="3669506"/>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PIP</a:t>
            </a:r>
          </a:p>
        </p:txBody>
      </p:sp>
      <p:sp>
        <p:nvSpPr>
          <p:cNvPr id="15" name="OFF">
            <a:extLst xmlns:a="http://schemas.openxmlformats.org/drawingml/2006/main">
              <a:ext uri="{FF2B5EF4-FFF2-40B4-BE49-F238E27FC236}">
                <a16:creationId xmlns:a16="http://schemas.microsoft.com/office/drawing/2014/main" id="{6262BF09-3629-4803-98F9-C1B860E505CE}"/>
              </a:ext>
            </a:extLst>
          </p:cNvPr>
          <p:cNvSpPr>
            <a:spLocks xmlns:a="http://schemas.openxmlformats.org/drawingml/2006/main" noGrp="1"/>
          </p:cNvSpPr>
          <p:nvPr/>
        </p:nvSpPr>
        <p:spPr>
          <a:xfrm xmlns:a="http://schemas.openxmlformats.org/drawingml/2006/main">
            <a:off x="1334089" y="3123010"/>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OFF</a:t>
            </a:r>
          </a:p>
        </p:txBody>
      </p:sp>
      <p:sp>
        <p:nvSpPr>
          <p:cNvPr id="16" name="Ledning">
            <a:extLst xmlns:a="http://schemas.openxmlformats.org/drawingml/2006/main">
              <a:ext uri="{FF2B5EF4-FFF2-40B4-BE49-F238E27FC236}">
                <a16:creationId xmlns:a16="http://schemas.microsoft.com/office/drawing/2014/main" id="{7115CD7B-8BD9-40B6-86A0-0AF002658852}"/>
              </a:ext>
            </a:extLst>
          </p:cNvPr>
          <p:cNvSpPr>
            <a:spLocks xmlns:a="http://schemas.openxmlformats.org/drawingml/2006/main" noGrp="1"/>
          </p:cNvSpPr>
          <p:nvPr/>
        </p:nvSpPr>
        <p:spPr>
          <a:xfrm xmlns:a="http://schemas.openxmlformats.org/drawingml/2006/main">
            <a:off x="2000250" y="3155156"/>
            <a:ext cx="715" cy="321469"/>
          </a:xfrm>
          <a:custGeom xmlns:a="http://schemas.openxmlformats.org/drawingml/2006/main">
            <a:pathLst>
              <a:path w="953" h="428625">
                <a:moveTo>
                  <a:pt x="0" y="428625"/>
                </a:moveTo>
                <a:lnTo>
                  <a:pt x="0" y="0"/>
                </a:lnTo>
              </a:path>
            </a:pathLst>
          </a:custGeom>
          <a:noFill xmlns:a="http://schemas.openxmlformats.org/drawingml/2006/main"/>
          <a:ln xmlns:a="http://schemas.openxmlformats.org/drawingml/2006/main" w="42862">
            <a:solidFill>
              <a:srgbClr val="064F91"/>
            </a:solidFill>
          </a:ln>
        </p:spPr>
      </p:sp>
      <p:sp>
        <p:nvSpPr>
          <p:cNvPr id="17" name="">
            <a:extLst xmlns:a="http://schemas.openxmlformats.org/drawingml/2006/main">
              <a:ext uri="{FF2B5EF4-FFF2-40B4-BE49-F238E27FC236}">
                <a16:creationId xmlns:a16="http://schemas.microsoft.com/office/drawing/2014/main" id="{B1090382-5859-4796-96E1-B523B4B076DB}"/>
              </a:ext>
            </a:extLst>
          </p:cNvPr>
          <p:cNvSpPr>
            <a:spLocks xmlns:a="http://schemas.openxmlformats.org/drawingml/2006/main" noGrp="1"/>
          </p:cNvSpPr>
          <p:nvPr/>
        </p:nvSpPr>
        <p:spPr>
          <a:xfrm xmlns:a="http://schemas.openxmlformats.org/drawingml/2006/main">
            <a:off x="1964531" y="3440906"/>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18" name="">
            <a:extLst xmlns:a="http://schemas.openxmlformats.org/drawingml/2006/main">
              <a:ext uri="{FF2B5EF4-FFF2-40B4-BE49-F238E27FC236}">
                <a16:creationId xmlns:a16="http://schemas.microsoft.com/office/drawing/2014/main" id="{E92C9DAA-CD3B-4529-9D2C-5B2C7A92713B}"/>
              </a:ext>
            </a:extLst>
          </p:cNvPr>
          <p:cNvSpPr>
            <a:spLocks xmlns:a="http://schemas.openxmlformats.org/drawingml/2006/main" noGrp="1"/>
          </p:cNvSpPr>
          <p:nvPr/>
        </p:nvSpPr>
        <p:spPr>
          <a:xfrm xmlns:a="http://schemas.openxmlformats.org/drawingml/2006/main">
            <a:off x="2088118" y="4492466"/>
            <a:ext cx="192881" cy="192881"/>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19" name="">
            <a:extLst xmlns:a="http://schemas.openxmlformats.org/drawingml/2006/main">
              <a:ext uri="{FF2B5EF4-FFF2-40B4-BE49-F238E27FC236}">
                <a16:creationId xmlns:a16="http://schemas.microsoft.com/office/drawing/2014/main" id="{EBD6096F-25E2-49C2-A702-9A4F9E0DCC18}"/>
              </a:ext>
            </a:extLst>
          </p:cNvPr>
          <p:cNvSpPr>
            <a:spLocks xmlns:a="http://schemas.openxmlformats.org/drawingml/2006/main" noGrp="1"/>
          </p:cNvSpPr>
          <p:nvPr/>
        </p:nvSpPr>
        <p:spPr>
          <a:xfrm xmlns:a="http://schemas.openxmlformats.org/drawingml/2006/main">
            <a:off x="2128838" y="4533186"/>
            <a:ext cx="111442" cy="111442"/>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20" name="">
            <a:extLst xmlns:a="http://schemas.openxmlformats.org/drawingml/2006/main">
              <a:ext uri="{FF2B5EF4-FFF2-40B4-BE49-F238E27FC236}">
                <a16:creationId xmlns:a16="http://schemas.microsoft.com/office/drawing/2014/main" id="{511E8365-A263-4FD0-B9E0-ED04860B37FF}"/>
              </a:ext>
            </a:extLst>
          </p:cNvPr>
          <p:cNvSpPr>
            <a:spLocks xmlns:a="http://schemas.openxmlformats.org/drawingml/2006/main" noGrp="1"/>
          </p:cNvSpPr>
          <p:nvPr/>
        </p:nvSpPr>
        <p:spPr>
          <a:xfrm xmlns:a="http://schemas.openxmlformats.org/drawingml/2006/main">
            <a:off x="1350884" y="4492466"/>
            <a:ext cx="192881" cy="192881"/>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21" name="">
            <a:extLst xmlns:a="http://schemas.openxmlformats.org/drawingml/2006/main">
              <a:ext uri="{FF2B5EF4-FFF2-40B4-BE49-F238E27FC236}">
                <a16:creationId xmlns:a16="http://schemas.microsoft.com/office/drawing/2014/main" id="{ADA91883-75B9-4876-98EA-8AFDE0E2A89B}"/>
              </a:ext>
            </a:extLst>
          </p:cNvPr>
          <p:cNvSpPr>
            <a:spLocks xmlns:a="http://schemas.openxmlformats.org/drawingml/2006/main" noGrp="1"/>
          </p:cNvSpPr>
          <p:nvPr/>
        </p:nvSpPr>
        <p:spPr>
          <a:xfrm xmlns:a="http://schemas.openxmlformats.org/drawingml/2006/main">
            <a:off x="1391602" y="4533186"/>
            <a:ext cx="111442" cy="111442"/>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22" name="Ledning">
            <a:extLst xmlns:a="http://schemas.openxmlformats.org/drawingml/2006/main">
              <a:ext uri="{FF2B5EF4-FFF2-40B4-BE49-F238E27FC236}">
                <a16:creationId xmlns:a16="http://schemas.microsoft.com/office/drawing/2014/main" id="{351E0666-0AED-4D49-8F27-DAB0C7C1EBE0}"/>
              </a:ext>
            </a:extLst>
          </p:cNvPr>
          <p:cNvSpPr>
            <a:spLocks xmlns:a="http://schemas.openxmlformats.org/drawingml/2006/main" noGrp="1"/>
          </p:cNvSpPr>
          <p:nvPr/>
        </p:nvSpPr>
        <p:spPr>
          <a:xfrm xmlns:a="http://schemas.openxmlformats.org/drawingml/2006/main">
            <a:off x="607219" y="4588907"/>
            <a:ext cx="840105" cy="715"/>
          </a:xfrm>
          <a:custGeom xmlns:a="http://schemas.openxmlformats.org/drawingml/2006/main">
            <a:pathLst>
              <a:path w="1120140" h="953">
                <a:moveTo>
                  <a:pt x="1120140" y="0"/>
                </a:moveTo>
                <a:lnTo>
                  <a:pt x="0" y="0"/>
                </a:lnTo>
              </a:path>
            </a:pathLst>
          </a:custGeom>
          <a:noFill xmlns:a="http://schemas.openxmlformats.org/drawingml/2006/main"/>
          <a:ln xmlns:a="http://schemas.openxmlformats.org/drawingml/2006/main" w="35719">
            <a:solidFill>
              <a:srgbClr val="AD2929"/>
            </a:solidFill>
          </a:ln>
        </p:spPr>
      </p:sp>
      <p:sp>
        <p:nvSpPr>
          <p:cNvPr id="23" name="Ledning">
            <a:extLst xmlns:a="http://schemas.openxmlformats.org/drawingml/2006/main">
              <a:ext uri="{FF2B5EF4-FFF2-40B4-BE49-F238E27FC236}">
                <a16:creationId xmlns:a16="http://schemas.microsoft.com/office/drawing/2014/main" id="{3C496B4E-D3C5-4ED1-9C17-AB7F99250EF8}"/>
              </a:ext>
            </a:extLst>
          </p:cNvPr>
          <p:cNvSpPr>
            <a:spLocks xmlns:a="http://schemas.openxmlformats.org/drawingml/2006/main" noGrp="1"/>
          </p:cNvSpPr>
          <p:nvPr/>
        </p:nvSpPr>
        <p:spPr>
          <a:xfrm xmlns:a="http://schemas.openxmlformats.org/drawingml/2006/main">
            <a:off x="607219" y="3833812"/>
            <a:ext cx="715" cy="755095"/>
          </a:xfrm>
          <a:custGeom xmlns:a="http://schemas.openxmlformats.org/drawingml/2006/main">
            <a:pathLst>
              <a:path w="953" h="1006793">
                <a:moveTo>
                  <a:pt x="0" y="1006793"/>
                </a:moveTo>
                <a:lnTo>
                  <a:pt x="0" y="0"/>
                </a:lnTo>
              </a:path>
            </a:pathLst>
          </a:custGeom>
          <a:noFill xmlns:a="http://schemas.openxmlformats.org/drawingml/2006/main"/>
          <a:ln xmlns:a="http://schemas.openxmlformats.org/drawingml/2006/main" w="35719">
            <a:solidFill>
              <a:srgbClr val="AD2929"/>
            </a:solidFill>
          </a:ln>
        </p:spPr>
      </p:sp>
      <p:sp>
        <p:nvSpPr>
          <p:cNvPr id="24" name="Ledning">
            <a:extLst xmlns:a="http://schemas.openxmlformats.org/drawingml/2006/main">
              <a:ext uri="{FF2B5EF4-FFF2-40B4-BE49-F238E27FC236}">
                <a16:creationId xmlns:a16="http://schemas.microsoft.com/office/drawing/2014/main" id="{210DD947-7FEC-44A4-ADD6-9F5D4FE1AA05}"/>
              </a:ext>
            </a:extLst>
          </p:cNvPr>
          <p:cNvSpPr>
            <a:spLocks xmlns:a="http://schemas.openxmlformats.org/drawingml/2006/main" noGrp="1"/>
          </p:cNvSpPr>
          <p:nvPr/>
        </p:nvSpPr>
        <p:spPr>
          <a:xfrm xmlns:a="http://schemas.openxmlformats.org/drawingml/2006/main">
            <a:off x="2184559" y="4588907"/>
            <a:ext cx="715" cy="352186"/>
          </a:xfrm>
          <a:custGeom xmlns:a="http://schemas.openxmlformats.org/drawingml/2006/main">
            <a:pathLst>
              <a:path w="953" h="469582">
                <a:moveTo>
                  <a:pt x="0" y="0"/>
                </a:moveTo>
                <a:lnTo>
                  <a:pt x="0" y="469582"/>
                </a:lnTo>
              </a:path>
            </a:pathLst>
          </a:custGeom>
          <a:noFill xmlns:a="http://schemas.openxmlformats.org/drawingml/2006/main"/>
          <a:ln xmlns:a="http://schemas.openxmlformats.org/drawingml/2006/main" w="35719">
            <a:solidFill>
              <a:srgbClr val="20282E"/>
            </a:solidFill>
          </a:ln>
        </p:spPr>
      </p:sp>
      <p:sp>
        <p:nvSpPr>
          <p:cNvPr id="25" name="Ledning">
            <a:extLst xmlns:a="http://schemas.openxmlformats.org/drawingml/2006/main">
              <a:ext uri="{FF2B5EF4-FFF2-40B4-BE49-F238E27FC236}">
                <a16:creationId xmlns:a16="http://schemas.microsoft.com/office/drawing/2014/main" id="{BCAFEE93-D1E9-44EB-B7A8-B4B5D440CFE3}"/>
              </a:ext>
            </a:extLst>
          </p:cNvPr>
          <p:cNvSpPr>
            <a:spLocks xmlns:a="http://schemas.openxmlformats.org/drawingml/2006/main" noGrp="1"/>
          </p:cNvSpPr>
          <p:nvPr/>
        </p:nvSpPr>
        <p:spPr>
          <a:xfrm xmlns:a="http://schemas.openxmlformats.org/drawingml/2006/main">
            <a:off x="2184559" y="4941094"/>
            <a:ext cx="1208722" cy="715"/>
          </a:xfrm>
          <a:custGeom xmlns:a="http://schemas.openxmlformats.org/drawingml/2006/main">
            <a:pathLst>
              <a:path w="1611630" h="953">
                <a:moveTo>
                  <a:pt x="0" y="0"/>
                </a:moveTo>
                <a:lnTo>
                  <a:pt x="1611630" y="0"/>
                </a:lnTo>
              </a:path>
            </a:pathLst>
          </a:custGeom>
          <a:noFill xmlns:a="http://schemas.openxmlformats.org/drawingml/2006/main"/>
          <a:ln xmlns:a="http://schemas.openxmlformats.org/drawingml/2006/main" w="35719">
            <a:solidFill>
              <a:srgbClr val="20282E"/>
            </a:solidFill>
          </a:ln>
        </p:spPr>
      </p:sp>
      <p:sp>
        <p:nvSpPr>
          <p:cNvPr id="26" name="Ledning">
            <a:extLst xmlns:a="http://schemas.openxmlformats.org/drawingml/2006/main">
              <a:ext uri="{FF2B5EF4-FFF2-40B4-BE49-F238E27FC236}">
                <a16:creationId xmlns:a16="http://schemas.microsoft.com/office/drawing/2014/main" id="{6D071FE1-7BFB-4B30-A3D0-96C37784637F}"/>
              </a:ext>
            </a:extLst>
          </p:cNvPr>
          <p:cNvSpPr>
            <a:spLocks xmlns:a="http://schemas.openxmlformats.org/drawingml/2006/main" noGrp="1"/>
          </p:cNvSpPr>
          <p:nvPr/>
        </p:nvSpPr>
        <p:spPr>
          <a:xfrm xmlns:a="http://schemas.openxmlformats.org/drawingml/2006/main">
            <a:off x="3393281" y="3833812"/>
            <a:ext cx="715" cy="1107281"/>
          </a:xfrm>
          <a:custGeom xmlns:a="http://schemas.openxmlformats.org/drawingml/2006/main">
            <a:pathLst>
              <a:path w="953" h="1476375">
                <a:moveTo>
                  <a:pt x="0" y="1476375"/>
                </a:moveTo>
                <a:lnTo>
                  <a:pt x="0" y="0"/>
                </a:lnTo>
              </a:path>
            </a:pathLst>
          </a:custGeom>
          <a:noFill xmlns:a="http://schemas.openxmlformats.org/drawingml/2006/main"/>
          <a:ln xmlns:a="http://schemas.openxmlformats.org/drawingml/2006/main" w="35719">
            <a:solidFill>
              <a:srgbClr val="20282E"/>
            </a:solidFill>
          </a:ln>
        </p:spPr>
      </p:sp>
      <p:sp>
        <p:nvSpPr>
          <p:cNvPr id="27" name="Ledning">
            <a:extLst xmlns:a="http://schemas.openxmlformats.org/drawingml/2006/main">
              <a:ext uri="{FF2B5EF4-FFF2-40B4-BE49-F238E27FC236}">
                <a16:creationId xmlns:a16="http://schemas.microsoft.com/office/drawing/2014/main" id="{C7792133-8C84-4BFD-B9F3-49650DC17470}"/>
              </a:ext>
            </a:extLst>
          </p:cNvPr>
          <p:cNvSpPr>
            <a:spLocks xmlns:a="http://schemas.openxmlformats.org/drawingml/2006/main" noGrp="1"/>
          </p:cNvSpPr>
          <p:nvPr/>
        </p:nvSpPr>
        <p:spPr>
          <a:xfrm xmlns:a="http://schemas.openxmlformats.org/drawingml/2006/main">
            <a:off x="607219" y="3655219"/>
            <a:ext cx="715" cy="178594"/>
          </a:xfrm>
          <a:custGeom xmlns:a="http://schemas.openxmlformats.org/drawingml/2006/main">
            <a:pathLst>
              <a:path w="953" h="238125">
                <a:moveTo>
                  <a:pt x="0" y="238125"/>
                </a:moveTo>
                <a:lnTo>
                  <a:pt x="0" y="0"/>
                </a:lnTo>
              </a:path>
            </a:pathLst>
          </a:custGeom>
          <a:noFill xmlns:a="http://schemas.openxmlformats.org/drawingml/2006/main"/>
          <a:ln xmlns:a="http://schemas.openxmlformats.org/drawingml/2006/main" w="28575">
            <a:solidFill>
              <a:srgbClr val="505864"/>
            </a:solidFill>
          </a:ln>
        </p:spPr>
      </p:sp>
      <p:sp>
        <p:nvSpPr>
          <p:cNvPr id="28" name="Ledning">
            <a:extLst xmlns:a="http://schemas.openxmlformats.org/drawingml/2006/main">
              <a:ext uri="{FF2B5EF4-FFF2-40B4-BE49-F238E27FC236}">
                <a16:creationId xmlns:a16="http://schemas.microsoft.com/office/drawing/2014/main" id="{8B804346-EF35-4757-A7BD-6D57A4FF5A24}"/>
              </a:ext>
            </a:extLst>
          </p:cNvPr>
          <p:cNvSpPr>
            <a:spLocks xmlns:a="http://schemas.openxmlformats.org/drawingml/2006/main" noGrp="1"/>
          </p:cNvSpPr>
          <p:nvPr/>
        </p:nvSpPr>
        <p:spPr>
          <a:xfrm xmlns:a="http://schemas.openxmlformats.org/drawingml/2006/main">
            <a:off x="3393281" y="3655219"/>
            <a:ext cx="715" cy="178594"/>
          </a:xfrm>
          <a:custGeom xmlns:a="http://schemas.openxmlformats.org/drawingml/2006/main">
            <a:pathLst>
              <a:path w="953" h="238125">
                <a:moveTo>
                  <a:pt x="0" y="238125"/>
                </a:moveTo>
                <a:lnTo>
                  <a:pt x="0" y="0"/>
                </a:lnTo>
              </a:path>
            </a:pathLst>
          </a:custGeom>
          <a:noFill xmlns:a="http://schemas.openxmlformats.org/drawingml/2006/main"/>
          <a:ln xmlns:a="http://schemas.openxmlformats.org/drawingml/2006/main" w="28575">
            <a:solidFill>
              <a:srgbClr val="505864"/>
            </a:solidFill>
          </a:ln>
        </p:spPr>
      </p:sp>
      <p:sp>
        <p:nvSpPr>
          <p:cNvPr id="29" name="Eleven vill mäta 12 V.">
            <a:extLst xmlns:a="http://schemas.openxmlformats.org/drawingml/2006/main">
              <a:ext uri="{FF2B5EF4-FFF2-40B4-BE49-F238E27FC236}">
                <a16:creationId xmlns:a16="http://schemas.microsoft.com/office/drawing/2014/main" id="{7411969E-7B49-4716-A56A-AD84A8AE1014}"/>
              </a:ext>
            </a:extLst>
          </p:cNvPr>
          <p:cNvSpPr>
            <a:spLocks xmlns:a="http://schemas.openxmlformats.org/drawingml/2006/main" noGrp="1"/>
          </p:cNvSpPr>
          <p:nvPr/>
        </p:nvSpPr>
        <p:spPr>
          <a:xfrm xmlns:a="http://schemas.openxmlformats.org/drawingml/2006/main">
            <a:off x="3786188" y="2333625"/>
            <a:ext cx="4929188" cy="7936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40" b="0">
                <a:solidFill>
                  <a:srgbClr val="111111"/>
                </a:solidFill>
                <a:latin typeface="Calibri"/>
                <a:ea typeface="Calibri"/>
                <a:cs typeface="Calibri"/>
              </a:defRPr>
            </a:pPr>
            <a:r>
              <a:rPr sz="2040" b="0">
                <a:solidFill>
                  <a:srgbClr val="111111"/>
                </a:solidFill>
                <a:latin typeface="Calibri"/>
                <a:ea typeface="Calibri"/>
                <a:cs typeface="Calibri"/>
              </a:rPr>
              <a:t>Eleven vill mäta 12 V.</a:t>
            </a:r>
          </a:p>
        </p:txBody>
      </p:sp>
      <p:sp>
        <p:nvSpPr>
          <p:cNvPr id="30" name="Spetsarna är ännu inte anslutna.">
            <a:extLst xmlns:a="http://schemas.openxmlformats.org/drawingml/2006/main">
              <a:ext uri="{FF2B5EF4-FFF2-40B4-BE49-F238E27FC236}">
                <a16:creationId xmlns:a16="http://schemas.microsoft.com/office/drawing/2014/main" id="{DF49D32A-9516-4F1C-9704-141A2ED43326}"/>
              </a:ext>
            </a:extLst>
          </p:cNvPr>
          <p:cNvSpPr>
            <a:spLocks xmlns:a="http://schemas.openxmlformats.org/drawingml/2006/main" noGrp="1"/>
          </p:cNvSpPr>
          <p:nvPr/>
        </p:nvSpPr>
        <p:spPr>
          <a:xfrm xmlns:a="http://schemas.openxmlformats.org/drawingml/2006/main">
            <a:off x="3786188" y="3155156"/>
            <a:ext cx="4929188" cy="7936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40" b="0">
                <a:solidFill>
                  <a:srgbClr val="111111"/>
                </a:solidFill>
                <a:latin typeface="Calibri"/>
                <a:ea typeface="Calibri"/>
                <a:cs typeface="Calibri"/>
              </a:defRPr>
            </a:pPr>
            <a:r>
              <a:rPr sz="2040" b="0">
                <a:solidFill>
                  <a:srgbClr val="111111"/>
                </a:solidFill>
                <a:latin typeface="Calibri"/>
                <a:ea typeface="Calibri"/>
                <a:cs typeface="Calibri"/>
              </a:rPr>
              <a:t>Spetsarna är ännu inte anslutna.</a:t>
            </a:r>
          </a:p>
        </p:txBody>
      </p:sp>
      <p:sp>
        <p:nvSpPr>
          <p:cNvPr id="31" name="Vad måste ändras? Vilken risk finns?">
            <a:extLst xmlns:a="http://schemas.openxmlformats.org/drawingml/2006/main">
              <a:ext uri="{FF2B5EF4-FFF2-40B4-BE49-F238E27FC236}">
                <a16:creationId xmlns:a16="http://schemas.microsoft.com/office/drawing/2014/main" id="{FFBDF3B2-3BDC-4E50-B6C3-B4B7531E4D17}"/>
              </a:ext>
            </a:extLst>
          </p:cNvPr>
          <p:cNvSpPr>
            <a:spLocks xmlns:a="http://schemas.openxmlformats.org/drawingml/2006/main" noGrp="1"/>
          </p:cNvSpPr>
          <p:nvPr/>
        </p:nvSpPr>
        <p:spPr>
          <a:xfrm xmlns:a="http://schemas.openxmlformats.org/drawingml/2006/main">
            <a:off x="3786188" y="3976688"/>
            <a:ext cx="4929188" cy="7936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40" b="0">
                <a:solidFill>
                  <a:srgbClr val="111111"/>
                </a:solidFill>
                <a:latin typeface="Calibri"/>
                <a:ea typeface="Calibri"/>
                <a:cs typeface="Calibri"/>
              </a:defRPr>
            </a:pPr>
            <a:r>
              <a:rPr sz="2040" b="0">
                <a:solidFill>
                  <a:srgbClr val="111111"/>
                </a:solidFill>
                <a:latin typeface="Calibri"/>
                <a:ea typeface="Calibri"/>
                <a:cs typeface="Calibri"/>
              </a:rPr>
              <a:t>Vad måste ändras? Vilken risk finns?</a:t>
            </a:r>
          </a:p>
        </p:txBody>
      </p:sp>
      <p:sp>
        <p:nvSpPr>
          <p:cNvPr id="32" name="Diskussionsbild. Den felaktiga kopplingen ska inte prov">
            <a:extLst xmlns:a="http://schemas.openxmlformats.org/drawingml/2006/main">
              <a:ext uri="{FF2B5EF4-FFF2-40B4-BE49-F238E27FC236}">
                <a16:creationId xmlns:a16="http://schemas.microsoft.com/office/drawing/2014/main" id="{D29395A1-8FA1-476C-AF11-F1FE6B509B13}"/>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AD2929"/>
                </a:solidFill>
                <a:latin typeface="Calibri"/>
                <a:ea typeface="Calibri"/>
                <a:cs typeface="Calibri"/>
              </a:defRPr>
            </a:pPr>
            <a:r>
              <a:rPr sz="1785" b="1">
                <a:solidFill>
                  <a:srgbClr val="AD2929"/>
                </a:solidFill>
                <a:latin typeface="Calibri"/>
                <a:ea typeface="Calibri"/>
                <a:cs typeface="Calibri"/>
              </a:rPr>
              <a:t>Diskussionsbild. Den felaktiga kopplingen ska inte provas.</a:t>
            </a:r>
          </a:p>
        </p:txBody>
      </p:sp>
      <p:sp>
        <p:nvSpPr>
          <p:cNvPr id="9001" name="Övning 3  Vad är fel före anslutning">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Övning 3  Vad är fel före anslutning</a:t>
            </a:r>
          </a:p>
        </p:txBody>
      </p:sp>
      <p:sp>
        <p:nvSpPr>
          <p:cNvPr id="9002" name="22">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22</a:t>
            </a:r>
          </a:p>
        </p:txBody>
      </p:sp>
    </p:spTree>
    <p:extLst>
      <p:ext uri="{BB962C8B-B14F-4D97-AF65-F5344CB8AC3E}">
        <p14:creationId xmlns:p14="http://schemas.microsoft.com/office/powerpoint/2010/main" val="102393449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73dadfd2878f457b"/>
          <a:stretch xmlns:a="http://schemas.openxmlformats.org/drawingml/2006/main"/>
        </p:blipFill>
        <p:spPr>
          <a:xfrm xmlns:a="http://schemas.openxmlformats.org/drawingml/2006/main">
            <a:off x="928688" y="1869281"/>
            <a:ext cx="2143125" cy="3214688"/>
          </a:xfrm>
          <a:prstGeom xmlns:a="http://schemas.openxmlformats.org/drawingml/2006/main" prst="rect">
            <a:avLst/>
          </a:prstGeom>
        </p:spPr>
      </p:pic>
      <p:sp>
        <p:nvSpPr>
          <p:cNvPr id="5" name="10 A">
            <a:extLst xmlns:a="http://schemas.openxmlformats.org/drawingml/2006/main">
              <a:ext uri="{FF2B5EF4-FFF2-40B4-BE49-F238E27FC236}">
                <a16:creationId xmlns:a16="http://schemas.microsoft.com/office/drawing/2014/main" id="{92A5E6BF-4B1C-48B3-8E42-36024DAF8A05}"/>
              </a:ext>
            </a:extLst>
          </p:cNvPr>
          <p:cNvSpPr>
            <a:spLocks xmlns:a="http://schemas.openxmlformats.org/drawingml/2006/main" noGrp="1"/>
          </p:cNvSpPr>
          <p:nvPr/>
        </p:nvSpPr>
        <p:spPr>
          <a:xfrm xmlns:a="http://schemas.openxmlformats.org/drawingml/2006/main">
            <a:off x="1254442" y="4254580"/>
            <a:ext cx="385762" cy="176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46" b="1">
                <a:solidFill>
                  <a:srgbClr val="111111"/>
                </a:solidFill>
                <a:latin typeface="Calibri"/>
                <a:ea typeface="Calibri"/>
                <a:cs typeface="Calibri"/>
              </a:defRPr>
            </a:pPr>
            <a:r>
              <a:rPr sz="1046" b="1">
                <a:solidFill>
                  <a:srgbClr val="111111"/>
                </a:solidFill>
                <a:latin typeface="Calibri"/>
                <a:ea typeface="Calibri"/>
                <a:cs typeface="Calibri"/>
              </a:rPr>
              <a:t>10 A</a:t>
            </a:r>
          </a:p>
        </p:txBody>
      </p:sp>
      <p:sp>
        <p:nvSpPr>
          <p:cNvPr id="6" name="mA">
            <a:extLst xmlns:a="http://schemas.openxmlformats.org/drawingml/2006/main">
              <a:ext uri="{FF2B5EF4-FFF2-40B4-BE49-F238E27FC236}">
                <a16:creationId xmlns:a16="http://schemas.microsoft.com/office/drawing/2014/main" id="{7C68F698-C0FE-49A3-975C-B1DD4B685372}"/>
              </a:ext>
            </a:extLst>
          </p:cNvPr>
          <p:cNvSpPr>
            <a:spLocks xmlns:a="http://schemas.openxmlformats.org/drawingml/2006/main" noGrp="1"/>
          </p:cNvSpPr>
          <p:nvPr/>
        </p:nvSpPr>
        <p:spPr>
          <a:xfrm xmlns:a="http://schemas.openxmlformats.org/drawingml/2006/main">
            <a:off x="1623060" y="4254580"/>
            <a:ext cx="385762" cy="176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46" b="1">
                <a:solidFill>
                  <a:srgbClr val="111111"/>
                </a:solidFill>
                <a:latin typeface="Calibri"/>
                <a:ea typeface="Calibri"/>
                <a:cs typeface="Calibri"/>
              </a:defRPr>
            </a:pPr>
            <a:r>
              <a:rPr sz="1046" b="1">
                <a:solidFill>
                  <a:srgbClr val="111111"/>
                </a:solidFill>
                <a:latin typeface="Calibri"/>
                <a:ea typeface="Calibri"/>
                <a:cs typeface="Calibri"/>
              </a:rPr>
              <a:t>mA</a:t>
            </a:r>
          </a:p>
        </p:txBody>
      </p:sp>
      <p:sp>
        <p:nvSpPr>
          <p:cNvPr id="7" name="COM">
            <a:extLst xmlns:a="http://schemas.openxmlformats.org/drawingml/2006/main">
              <a:ext uri="{FF2B5EF4-FFF2-40B4-BE49-F238E27FC236}">
                <a16:creationId xmlns:a16="http://schemas.microsoft.com/office/drawing/2014/main" id="{B2C7ACF6-A372-4EEF-B291-2CDAF24BA04D}"/>
              </a:ext>
            </a:extLst>
          </p:cNvPr>
          <p:cNvSpPr>
            <a:spLocks xmlns:a="http://schemas.openxmlformats.org/drawingml/2006/main" noGrp="1"/>
          </p:cNvSpPr>
          <p:nvPr/>
        </p:nvSpPr>
        <p:spPr>
          <a:xfrm xmlns:a="http://schemas.openxmlformats.org/drawingml/2006/main">
            <a:off x="1991678" y="4254580"/>
            <a:ext cx="385762" cy="176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46" b="1">
                <a:solidFill>
                  <a:srgbClr val="111111"/>
                </a:solidFill>
                <a:latin typeface="Calibri"/>
                <a:ea typeface="Calibri"/>
                <a:cs typeface="Calibri"/>
              </a:defRPr>
            </a:pPr>
            <a:r>
              <a:rPr sz="1046" b="1">
                <a:solidFill>
                  <a:srgbClr val="111111"/>
                </a:solidFill>
                <a:latin typeface="Calibri"/>
                <a:ea typeface="Calibri"/>
                <a:cs typeface="Calibri"/>
              </a:rPr>
              <a:t>COM</a:t>
            </a:r>
          </a:p>
        </p:txBody>
      </p:sp>
      <p:sp>
        <p:nvSpPr>
          <p:cNvPr id="8" name="VΩ">
            <a:extLst xmlns:a="http://schemas.openxmlformats.org/drawingml/2006/main">
              <a:ext uri="{FF2B5EF4-FFF2-40B4-BE49-F238E27FC236}">
                <a16:creationId xmlns:a16="http://schemas.microsoft.com/office/drawing/2014/main" id="{C3569DC9-9DF4-47CC-BBD8-EFC69D505A19}"/>
              </a:ext>
            </a:extLst>
          </p:cNvPr>
          <p:cNvSpPr>
            <a:spLocks xmlns:a="http://schemas.openxmlformats.org/drawingml/2006/main" noGrp="1"/>
          </p:cNvSpPr>
          <p:nvPr/>
        </p:nvSpPr>
        <p:spPr>
          <a:xfrm xmlns:a="http://schemas.openxmlformats.org/drawingml/2006/main">
            <a:off x="2360295" y="4254580"/>
            <a:ext cx="385762" cy="176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46" b="1">
                <a:solidFill>
                  <a:srgbClr val="111111"/>
                </a:solidFill>
                <a:latin typeface="Calibri"/>
                <a:ea typeface="Calibri"/>
                <a:cs typeface="Calibri"/>
              </a:defRPr>
            </a:pPr>
            <a:r>
              <a:rPr sz="1046" b="1">
                <a:solidFill>
                  <a:srgbClr val="111111"/>
                </a:solidFill>
                <a:latin typeface="Calibri"/>
                <a:ea typeface="Calibri"/>
                <a:cs typeface="Calibri"/>
              </a:rPr>
              <a:t>VΩ</a:t>
            </a:r>
          </a:p>
        </p:txBody>
      </p:sp>
      <p:sp>
        <p:nvSpPr>
          <p:cNvPr id="9" name="V DC">
            <a:extLst xmlns:a="http://schemas.openxmlformats.org/drawingml/2006/main">
              <a:ext uri="{FF2B5EF4-FFF2-40B4-BE49-F238E27FC236}">
                <a16:creationId xmlns:a16="http://schemas.microsoft.com/office/drawing/2014/main" id="{DD886F04-F3FD-47A1-AA2F-A1C0E100BE0F}"/>
              </a:ext>
            </a:extLst>
          </p:cNvPr>
          <p:cNvSpPr>
            <a:spLocks xmlns:a="http://schemas.openxmlformats.org/drawingml/2006/main" noGrp="1"/>
          </p:cNvSpPr>
          <p:nvPr/>
        </p:nvSpPr>
        <p:spPr>
          <a:xfrm xmlns:a="http://schemas.openxmlformats.org/drawingml/2006/main">
            <a:off x="1400175" y="2611874"/>
            <a:ext cx="1200150" cy="1253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95" b="1">
                <a:solidFill>
                  <a:srgbClr val="111111"/>
                </a:solidFill>
                <a:latin typeface="Calibri"/>
                <a:ea typeface="Calibri"/>
                <a:cs typeface="Calibri"/>
              </a:defRPr>
            </a:pPr>
            <a:r>
              <a:rPr sz="995" b="1">
                <a:solidFill>
                  <a:srgbClr val="111111"/>
                </a:solidFill>
                <a:latin typeface="Calibri"/>
                <a:ea typeface="Calibri"/>
                <a:cs typeface="Calibri"/>
              </a:rPr>
              <a:t>V DC</a:t>
            </a:r>
          </a:p>
        </p:txBody>
      </p:sp>
      <p:sp>
        <p:nvSpPr>
          <p:cNvPr id="10" name="V DC">
            <a:extLst xmlns:a="http://schemas.openxmlformats.org/drawingml/2006/main">
              <a:ext uri="{FF2B5EF4-FFF2-40B4-BE49-F238E27FC236}">
                <a16:creationId xmlns:a16="http://schemas.microsoft.com/office/drawing/2014/main" id="{EDDBF0F1-0DAD-4358-8D51-B74462F850DE}"/>
              </a:ext>
            </a:extLst>
          </p:cNvPr>
          <p:cNvSpPr>
            <a:spLocks xmlns:a="http://schemas.openxmlformats.org/drawingml/2006/main" noGrp="1"/>
          </p:cNvSpPr>
          <p:nvPr/>
        </p:nvSpPr>
        <p:spPr>
          <a:xfrm xmlns:a="http://schemas.openxmlformats.org/drawingml/2006/main">
            <a:off x="1807369" y="2849761"/>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1">
                <a:solidFill>
                  <a:srgbClr val="064F91"/>
                </a:solidFill>
                <a:latin typeface="Calibri"/>
                <a:ea typeface="Calibri"/>
                <a:cs typeface="Calibri"/>
              </a:defRPr>
            </a:pPr>
            <a:r>
              <a:rPr sz="928" b="1">
                <a:solidFill>
                  <a:srgbClr val="064F91"/>
                </a:solidFill>
                <a:latin typeface="Calibri"/>
                <a:ea typeface="Calibri"/>
                <a:cs typeface="Calibri"/>
              </a:rPr>
              <a:t>V DC</a:t>
            </a:r>
          </a:p>
        </p:txBody>
      </p:sp>
      <p:sp>
        <p:nvSpPr>
          <p:cNvPr id="11" name="V AC">
            <a:extLst xmlns:a="http://schemas.openxmlformats.org/drawingml/2006/main">
              <a:ext uri="{FF2B5EF4-FFF2-40B4-BE49-F238E27FC236}">
                <a16:creationId xmlns:a16="http://schemas.microsoft.com/office/drawing/2014/main" id="{B8231B09-7512-49BA-A0C0-74CF6A734B87}"/>
              </a:ext>
            </a:extLst>
          </p:cNvPr>
          <p:cNvSpPr>
            <a:spLocks xmlns:a="http://schemas.openxmlformats.org/drawingml/2006/main" noGrp="1"/>
          </p:cNvSpPr>
          <p:nvPr/>
        </p:nvSpPr>
        <p:spPr>
          <a:xfrm xmlns:a="http://schemas.openxmlformats.org/drawingml/2006/main">
            <a:off x="2280649" y="3123010"/>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V AC</a:t>
            </a:r>
          </a:p>
        </p:txBody>
      </p:sp>
      <p:sp>
        <p:nvSpPr>
          <p:cNvPr id="12" name="A DC">
            <a:extLst xmlns:a="http://schemas.openxmlformats.org/drawingml/2006/main">
              <a:ext uri="{FF2B5EF4-FFF2-40B4-BE49-F238E27FC236}">
                <a16:creationId xmlns:a16="http://schemas.microsoft.com/office/drawing/2014/main" id="{2912F614-BCF1-4828-82E2-F684E3A9F63F}"/>
              </a:ext>
            </a:extLst>
          </p:cNvPr>
          <p:cNvSpPr>
            <a:spLocks xmlns:a="http://schemas.openxmlformats.org/drawingml/2006/main" noGrp="1"/>
          </p:cNvSpPr>
          <p:nvPr/>
        </p:nvSpPr>
        <p:spPr>
          <a:xfrm xmlns:a="http://schemas.openxmlformats.org/drawingml/2006/main">
            <a:off x="2280649" y="3669506"/>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A DC</a:t>
            </a:r>
          </a:p>
        </p:txBody>
      </p:sp>
      <p:sp>
        <p:nvSpPr>
          <p:cNvPr id="13" name="Ω">
            <a:extLst xmlns:a="http://schemas.openxmlformats.org/drawingml/2006/main">
              <a:ext uri="{FF2B5EF4-FFF2-40B4-BE49-F238E27FC236}">
                <a16:creationId xmlns:a16="http://schemas.microsoft.com/office/drawing/2014/main" id="{991E335B-A00A-4CD5-A136-A382FA38F248}"/>
              </a:ext>
            </a:extLst>
          </p:cNvPr>
          <p:cNvSpPr>
            <a:spLocks xmlns:a="http://schemas.openxmlformats.org/drawingml/2006/main" noGrp="1"/>
          </p:cNvSpPr>
          <p:nvPr/>
        </p:nvSpPr>
        <p:spPr>
          <a:xfrm xmlns:a="http://schemas.openxmlformats.org/drawingml/2006/main">
            <a:off x="1807369" y="3942754"/>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Ω</a:t>
            </a:r>
          </a:p>
        </p:txBody>
      </p:sp>
      <p:sp>
        <p:nvSpPr>
          <p:cNvPr id="14" name="PIP">
            <a:extLst xmlns:a="http://schemas.openxmlformats.org/drawingml/2006/main">
              <a:ext uri="{FF2B5EF4-FFF2-40B4-BE49-F238E27FC236}">
                <a16:creationId xmlns:a16="http://schemas.microsoft.com/office/drawing/2014/main" id="{2896D508-28EE-43AE-AF3C-757DACBD3EB0}"/>
              </a:ext>
            </a:extLst>
          </p:cNvPr>
          <p:cNvSpPr>
            <a:spLocks xmlns:a="http://schemas.openxmlformats.org/drawingml/2006/main" noGrp="1"/>
          </p:cNvSpPr>
          <p:nvPr/>
        </p:nvSpPr>
        <p:spPr>
          <a:xfrm xmlns:a="http://schemas.openxmlformats.org/drawingml/2006/main">
            <a:off x="1334089" y="3669506"/>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PIP</a:t>
            </a:r>
          </a:p>
        </p:txBody>
      </p:sp>
      <p:sp>
        <p:nvSpPr>
          <p:cNvPr id="15" name="OFF">
            <a:extLst xmlns:a="http://schemas.openxmlformats.org/drawingml/2006/main">
              <a:ext uri="{FF2B5EF4-FFF2-40B4-BE49-F238E27FC236}">
                <a16:creationId xmlns:a16="http://schemas.microsoft.com/office/drawing/2014/main" id="{7E455680-C009-4DDA-B758-8FB854B10FA3}"/>
              </a:ext>
            </a:extLst>
          </p:cNvPr>
          <p:cNvSpPr>
            <a:spLocks xmlns:a="http://schemas.openxmlformats.org/drawingml/2006/main" noGrp="1"/>
          </p:cNvSpPr>
          <p:nvPr/>
        </p:nvSpPr>
        <p:spPr>
          <a:xfrm xmlns:a="http://schemas.openxmlformats.org/drawingml/2006/main">
            <a:off x="1334089" y="3123010"/>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OFF</a:t>
            </a:r>
          </a:p>
        </p:txBody>
      </p:sp>
      <p:sp>
        <p:nvSpPr>
          <p:cNvPr id="16" name="Ledning">
            <a:extLst xmlns:a="http://schemas.openxmlformats.org/drawingml/2006/main">
              <a:ext uri="{FF2B5EF4-FFF2-40B4-BE49-F238E27FC236}">
                <a16:creationId xmlns:a16="http://schemas.microsoft.com/office/drawing/2014/main" id="{E74C79A5-312E-4651-AB81-95A8514047D5}"/>
              </a:ext>
            </a:extLst>
          </p:cNvPr>
          <p:cNvSpPr>
            <a:spLocks xmlns:a="http://schemas.openxmlformats.org/drawingml/2006/main" noGrp="1"/>
          </p:cNvSpPr>
          <p:nvPr/>
        </p:nvSpPr>
        <p:spPr>
          <a:xfrm xmlns:a="http://schemas.openxmlformats.org/drawingml/2006/main">
            <a:off x="2000250" y="3155156"/>
            <a:ext cx="715" cy="321469"/>
          </a:xfrm>
          <a:custGeom xmlns:a="http://schemas.openxmlformats.org/drawingml/2006/main">
            <a:pathLst>
              <a:path w="953" h="428625">
                <a:moveTo>
                  <a:pt x="0" y="428625"/>
                </a:moveTo>
                <a:lnTo>
                  <a:pt x="0" y="0"/>
                </a:lnTo>
              </a:path>
            </a:pathLst>
          </a:custGeom>
          <a:noFill xmlns:a="http://schemas.openxmlformats.org/drawingml/2006/main"/>
          <a:ln xmlns:a="http://schemas.openxmlformats.org/drawingml/2006/main" w="42862">
            <a:solidFill>
              <a:srgbClr val="064F91"/>
            </a:solidFill>
          </a:ln>
        </p:spPr>
      </p:sp>
      <p:sp>
        <p:nvSpPr>
          <p:cNvPr id="17" name="">
            <a:extLst xmlns:a="http://schemas.openxmlformats.org/drawingml/2006/main">
              <a:ext uri="{FF2B5EF4-FFF2-40B4-BE49-F238E27FC236}">
                <a16:creationId xmlns:a16="http://schemas.microsoft.com/office/drawing/2014/main" id="{03E85FC6-C298-431F-95E8-ACF4DE9DD082}"/>
              </a:ext>
            </a:extLst>
          </p:cNvPr>
          <p:cNvSpPr>
            <a:spLocks xmlns:a="http://schemas.openxmlformats.org/drawingml/2006/main" noGrp="1"/>
          </p:cNvSpPr>
          <p:nvPr/>
        </p:nvSpPr>
        <p:spPr>
          <a:xfrm xmlns:a="http://schemas.openxmlformats.org/drawingml/2006/main">
            <a:off x="1964531" y="3440906"/>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18" name="">
            <a:extLst xmlns:a="http://schemas.openxmlformats.org/drawingml/2006/main">
              <a:ext uri="{FF2B5EF4-FFF2-40B4-BE49-F238E27FC236}">
                <a16:creationId xmlns:a16="http://schemas.microsoft.com/office/drawing/2014/main" id="{E14AA7B2-337B-413B-87CF-502D3033EC9C}"/>
              </a:ext>
            </a:extLst>
          </p:cNvPr>
          <p:cNvSpPr>
            <a:spLocks xmlns:a="http://schemas.openxmlformats.org/drawingml/2006/main" noGrp="1"/>
          </p:cNvSpPr>
          <p:nvPr/>
        </p:nvSpPr>
        <p:spPr>
          <a:xfrm xmlns:a="http://schemas.openxmlformats.org/drawingml/2006/main">
            <a:off x="2088118" y="4492466"/>
            <a:ext cx="192881" cy="192881"/>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19" name="">
            <a:extLst xmlns:a="http://schemas.openxmlformats.org/drawingml/2006/main">
              <a:ext uri="{FF2B5EF4-FFF2-40B4-BE49-F238E27FC236}">
                <a16:creationId xmlns:a16="http://schemas.microsoft.com/office/drawing/2014/main" id="{9450722C-B094-41ED-A2D3-D25C71CF2F6E}"/>
              </a:ext>
            </a:extLst>
          </p:cNvPr>
          <p:cNvSpPr>
            <a:spLocks xmlns:a="http://schemas.openxmlformats.org/drawingml/2006/main" noGrp="1"/>
          </p:cNvSpPr>
          <p:nvPr/>
        </p:nvSpPr>
        <p:spPr>
          <a:xfrm xmlns:a="http://schemas.openxmlformats.org/drawingml/2006/main">
            <a:off x="2128838" y="4533186"/>
            <a:ext cx="111442" cy="111442"/>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20" name="">
            <a:extLst xmlns:a="http://schemas.openxmlformats.org/drawingml/2006/main">
              <a:ext uri="{FF2B5EF4-FFF2-40B4-BE49-F238E27FC236}">
                <a16:creationId xmlns:a16="http://schemas.microsoft.com/office/drawing/2014/main" id="{F361C7E9-6DAD-4048-AEA8-46288E12F93F}"/>
              </a:ext>
            </a:extLst>
          </p:cNvPr>
          <p:cNvSpPr>
            <a:spLocks xmlns:a="http://schemas.openxmlformats.org/drawingml/2006/main" noGrp="1"/>
          </p:cNvSpPr>
          <p:nvPr/>
        </p:nvSpPr>
        <p:spPr>
          <a:xfrm xmlns:a="http://schemas.openxmlformats.org/drawingml/2006/main">
            <a:off x="2456736" y="4492466"/>
            <a:ext cx="192881" cy="192881"/>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21" name="">
            <a:extLst xmlns:a="http://schemas.openxmlformats.org/drawingml/2006/main">
              <a:ext uri="{FF2B5EF4-FFF2-40B4-BE49-F238E27FC236}">
                <a16:creationId xmlns:a16="http://schemas.microsoft.com/office/drawing/2014/main" id="{B49AE5B7-C2F9-4EE0-B376-FE45F8D103A9}"/>
              </a:ext>
            </a:extLst>
          </p:cNvPr>
          <p:cNvSpPr>
            <a:spLocks xmlns:a="http://schemas.openxmlformats.org/drawingml/2006/main" noGrp="1"/>
          </p:cNvSpPr>
          <p:nvPr/>
        </p:nvSpPr>
        <p:spPr>
          <a:xfrm xmlns:a="http://schemas.openxmlformats.org/drawingml/2006/main">
            <a:off x="2497455" y="4533186"/>
            <a:ext cx="111442" cy="111442"/>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22" name="Ledning">
            <a:extLst xmlns:a="http://schemas.openxmlformats.org/drawingml/2006/main">
              <a:ext uri="{FF2B5EF4-FFF2-40B4-BE49-F238E27FC236}">
                <a16:creationId xmlns:a16="http://schemas.microsoft.com/office/drawing/2014/main" id="{53097130-5656-45C8-9FC5-FB6FEE7A860E}"/>
              </a:ext>
            </a:extLst>
          </p:cNvPr>
          <p:cNvSpPr>
            <a:spLocks xmlns:a="http://schemas.openxmlformats.org/drawingml/2006/main" noGrp="1"/>
          </p:cNvSpPr>
          <p:nvPr/>
        </p:nvSpPr>
        <p:spPr>
          <a:xfrm xmlns:a="http://schemas.openxmlformats.org/drawingml/2006/main">
            <a:off x="2553176" y="4588907"/>
            <a:ext cx="840105" cy="715"/>
          </a:xfrm>
          <a:custGeom xmlns:a="http://schemas.openxmlformats.org/drawingml/2006/main">
            <a:pathLst>
              <a:path w="1120140" h="953">
                <a:moveTo>
                  <a:pt x="0" y="0"/>
                </a:moveTo>
                <a:lnTo>
                  <a:pt x="1120140" y="0"/>
                </a:lnTo>
              </a:path>
            </a:pathLst>
          </a:custGeom>
          <a:noFill xmlns:a="http://schemas.openxmlformats.org/drawingml/2006/main"/>
          <a:ln xmlns:a="http://schemas.openxmlformats.org/drawingml/2006/main" w="35719">
            <a:solidFill>
              <a:srgbClr val="AD2929"/>
            </a:solidFill>
          </a:ln>
        </p:spPr>
      </p:sp>
      <p:sp>
        <p:nvSpPr>
          <p:cNvPr id="23" name="Ledning">
            <a:extLst xmlns:a="http://schemas.openxmlformats.org/drawingml/2006/main">
              <a:ext uri="{FF2B5EF4-FFF2-40B4-BE49-F238E27FC236}">
                <a16:creationId xmlns:a16="http://schemas.microsoft.com/office/drawing/2014/main" id="{6132CA19-BA56-4645-805C-8BCF267C987D}"/>
              </a:ext>
            </a:extLst>
          </p:cNvPr>
          <p:cNvSpPr>
            <a:spLocks xmlns:a="http://schemas.openxmlformats.org/drawingml/2006/main" noGrp="1"/>
          </p:cNvSpPr>
          <p:nvPr/>
        </p:nvSpPr>
        <p:spPr>
          <a:xfrm xmlns:a="http://schemas.openxmlformats.org/drawingml/2006/main">
            <a:off x="3393281" y="3833812"/>
            <a:ext cx="715" cy="755095"/>
          </a:xfrm>
          <a:custGeom xmlns:a="http://schemas.openxmlformats.org/drawingml/2006/main">
            <a:pathLst>
              <a:path w="953" h="1006793">
                <a:moveTo>
                  <a:pt x="0" y="1006793"/>
                </a:moveTo>
                <a:lnTo>
                  <a:pt x="0" y="0"/>
                </a:lnTo>
              </a:path>
            </a:pathLst>
          </a:custGeom>
          <a:noFill xmlns:a="http://schemas.openxmlformats.org/drawingml/2006/main"/>
          <a:ln xmlns:a="http://schemas.openxmlformats.org/drawingml/2006/main" w="35719">
            <a:solidFill>
              <a:srgbClr val="AD2929"/>
            </a:solidFill>
          </a:ln>
        </p:spPr>
      </p:sp>
      <p:sp>
        <p:nvSpPr>
          <p:cNvPr id="24" name="Ledning">
            <a:extLst xmlns:a="http://schemas.openxmlformats.org/drawingml/2006/main">
              <a:ext uri="{FF2B5EF4-FFF2-40B4-BE49-F238E27FC236}">
                <a16:creationId xmlns:a16="http://schemas.microsoft.com/office/drawing/2014/main" id="{78B2DE99-504E-4231-AFB4-F0A37B46DE7A}"/>
              </a:ext>
            </a:extLst>
          </p:cNvPr>
          <p:cNvSpPr>
            <a:spLocks xmlns:a="http://schemas.openxmlformats.org/drawingml/2006/main" noGrp="1"/>
          </p:cNvSpPr>
          <p:nvPr/>
        </p:nvSpPr>
        <p:spPr>
          <a:xfrm xmlns:a="http://schemas.openxmlformats.org/drawingml/2006/main">
            <a:off x="2184559" y="4588907"/>
            <a:ext cx="715" cy="352186"/>
          </a:xfrm>
          <a:custGeom xmlns:a="http://schemas.openxmlformats.org/drawingml/2006/main">
            <a:pathLst>
              <a:path w="953" h="469582">
                <a:moveTo>
                  <a:pt x="0" y="0"/>
                </a:moveTo>
                <a:lnTo>
                  <a:pt x="0" y="469582"/>
                </a:lnTo>
              </a:path>
            </a:pathLst>
          </a:custGeom>
          <a:noFill xmlns:a="http://schemas.openxmlformats.org/drawingml/2006/main"/>
          <a:ln xmlns:a="http://schemas.openxmlformats.org/drawingml/2006/main" w="35719">
            <a:solidFill>
              <a:srgbClr val="20282E"/>
            </a:solidFill>
          </a:ln>
        </p:spPr>
      </p:sp>
      <p:sp>
        <p:nvSpPr>
          <p:cNvPr id="25" name="Ledning">
            <a:extLst xmlns:a="http://schemas.openxmlformats.org/drawingml/2006/main">
              <a:ext uri="{FF2B5EF4-FFF2-40B4-BE49-F238E27FC236}">
                <a16:creationId xmlns:a16="http://schemas.microsoft.com/office/drawing/2014/main" id="{7E7C3F10-35EA-4EA5-B688-B6BF73FAA3A6}"/>
              </a:ext>
            </a:extLst>
          </p:cNvPr>
          <p:cNvSpPr>
            <a:spLocks xmlns:a="http://schemas.openxmlformats.org/drawingml/2006/main" noGrp="1"/>
          </p:cNvSpPr>
          <p:nvPr/>
        </p:nvSpPr>
        <p:spPr>
          <a:xfrm xmlns:a="http://schemas.openxmlformats.org/drawingml/2006/main">
            <a:off x="607219" y="4941094"/>
            <a:ext cx="1577340" cy="715"/>
          </a:xfrm>
          <a:custGeom xmlns:a="http://schemas.openxmlformats.org/drawingml/2006/main">
            <a:pathLst>
              <a:path w="2103120" h="953">
                <a:moveTo>
                  <a:pt x="2103120" y="0"/>
                </a:moveTo>
                <a:lnTo>
                  <a:pt x="0" y="0"/>
                </a:lnTo>
              </a:path>
            </a:pathLst>
          </a:custGeom>
          <a:noFill xmlns:a="http://schemas.openxmlformats.org/drawingml/2006/main"/>
          <a:ln xmlns:a="http://schemas.openxmlformats.org/drawingml/2006/main" w="35719">
            <a:solidFill>
              <a:srgbClr val="20282E"/>
            </a:solidFill>
          </a:ln>
        </p:spPr>
      </p:sp>
      <p:sp>
        <p:nvSpPr>
          <p:cNvPr id="26" name="Ledning">
            <a:extLst xmlns:a="http://schemas.openxmlformats.org/drawingml/2006/main">
              <a:ext uri="{FF2B5EF4-FFF2-40B4-BE49-F238E27FC236}">
                <a16:creationId xmlns:a16="http://schemas.microsoft.com/office/drawing/2014/main" id="{7DD9743C-0A69-4E20-825B-A1A7DE934AE8}"/>
              </a:ext>
            </a:extLst>
          </p:cNvPr>
          <p:cNvSpPr>
            <a:spLocks xmlns:a="http://schemas.openxmlformats.org/drawingml/2006/main" noGrp="1"/>
          </p:cNvSpPr>
          <p:nvPr/>
        </p:nvSpPr>
        <p:spPr>
          <a:xfrm xmlns:a="http://schemas.openxmlformats.org/drawingml/2006/main">
            <a:off x="607219" y="3833812"/>
            <a:ext cx="715" cy="1107281"/>
          </a:xfrm>
          <a:custGeom xmlns:a="http://schemas.openxmlformats.org/drawingml/2006/main">
            <a:pathLst>
              <a:path w="953" h="1476375">
                <a:moveTo>
                  <a:pt x="0" y="1476375"/>
                </a:moveTo>
                <a:lnTo>
                  <a:pt x="0" y="0"/>
                </a:lnTo>
              </a:path>
            </a:pathLst>
          </a:custGeom>
          <a:noFill xmlns:a="http://schemas.openxmlformats.org/drawingml/2006/main"/>
          <a:ln xmlns:a="http://schemas.openxmlformats.org/drawingml/2006/main" w="35719">
            <a:solidFill>
              <a:srgbClr val="20282E"/>
            </a:solidFill>
          </a:ln>
        </p:spPr>
      </p:sp>
      <p:sp>
        <p:nvSpPr>
          <p:cNvPr id="27" name="Ledning">
            <a:extLst xmlns:a="http://schemas.openxmlformats.org/drawingml/2006/main">
              <a:ext uri="{FF2B5EF4-FFF2-40B4-BE49-F238E27FC236}">
                <a16:creationId xmlns:a16="http://schemas.microsoft.com/office/drawing/2014/main" id="{76B95E82-593F-4609-835B-A8EA8F86065F}"/>
              </a:ext>
            </a:extLst>
          </p:cNvPr>
          <p:cNvSpPr>
            <a:spLocks xmlns:a="http://schemas.openxmlformats.org/drawingml/2006/main" noGrp="1"/>
          </p:cNvSpPr>
          <p:nvPr/>
        </p:nvSpPr>
        <p:spPr>
          <a:xfrm xmlns:a="http://schemas.openxmlformats.org/drawingml/2006/main">
            <a:off x="3393281" y="3655219"/>
            <a:ext cx="715" cy="178594"/>
          </a:xfrm>
          <a:custGeom xmlns:a="http://schemas.openxmlformats.org/drawingml/2006/main">
            <a:pathLst>
              <a:path w="953" h="238125">
                <a:moveTo>
                  <a:pt x="0" y="238125"/>
                </a:moveTo>
                <a:lnTo>
                  <a:pt x="0" y="0"/>
                </a:lnTo>
              </a:path>
            </a:pathLst>
          </a:custGeom>
          <a:noFill xmlns:a="http://schemas.openxmlformats.org/drawingml/2006/main"/>
          <a:ln xmlns:a="http://schemas.openxmlformats.org/drawingml/2006/main" w="28575">
            <a:solidFill>
              <a:srgbClr val="505864"/>
            </a:solidFill>
          </a:ln>
        </p:spPr>
      </p:sp>
      <p:sp>
        <p:nvSpPr>
          <p:cNvPr id="28" name="Ledning">
            <a:extLst xmlns:a="http://schemas.openxmlformats.org/drawingml/2006/main">
              <a:ext uri="{FF2B5EF4-FFF2-40B4-BE49-F238E27FC236}">
                <a16:creationId xmlns:a16="http://schemas.microsoft.com/office/drawing/2014/main" id="{9AF88493-4405-4751-9BC1-5F39E09631BB}"/>
              </a:ext>
            </a:extLst>
          </p:cNvPr>
          <p:cNvSpPr>
            <a:spLocks xmlns:a="http://schemas.openxmlformats.org/drawingml/2006/main" noGrp="1"/>
          </p:cNvSpPr>
          <p:nvPr/>
        </p:nvSpPr>
        <p:spPr>
          <a:xfrm xmlns:a="http://schemas.openxmlformats.org/drawingml/2006/main">
            <a:off x="607219" y="3655219"/>
            <a:ext cx="715" cy="178594"/>
          </a:xfrm>
          <a:custGeom xmlns:a="http://schemas.openxmlformats.org/drawingml/2006/main">
            <a:pathLst>
              <a:path w="953" h="238125">
                <a:moveTo>
                  <a:pt x="0" y="238125"/>
                </a:moveTo>
                <a:lnTo>
                  <a:pt x="0" y="0"/>
                </a:lnTo>
              </a:path>
            </a:pathLst>
          </a:custGeom>
          <a:noFill xmlns:a="http://schemas.openxmlformats.org/drawingml/2006/main"/>
          <a:ln xmlns:a="http://schemas.openxmlformats.org/drawingml/2006/main" w="28575">
            <a:solidFill>
              <a:srgbClr val="505864"/>
            </a:solidFill>
          </a:ln>
        </p:spPr>
      </p:sp>
      <p:sp>
        <p:nvSpPr>
          <p:cNvPr id="29" name="Röd ledning ska sitta i VΩ.">
            <a:extLst xmlns:a="http://schemas.openxmlformats.org/drawingml/2006/main">
              <a:ext uri="{FF2B5EF4-FFF2-40B4-BE49-F238E27FC236}">
                <a16:creationId xmlns:a16="http://schemas.microsoft.com/office/drawing/2014/main" id="{A5708465-F398-43F5-AB38-D09077E27189}"/>
              </a:ext>
            </a:extLst>
          </p:cNvPr>
          <p:cNvSpPr>
            <a:spLocks xmlns:a="http://schemas.openxmlformats.org/drawingml/2006/main" noGrp="1"/>
          </p:cNvSpPr>
          <p:nvPr/>
        </p:nvSpPr>
        <p:spPr>
          <a:xfrm xmlns:a="http://schemas.openxmlformats.org/drawingml/2006/main">
            <a:off x="3786188" y="2190750"/>
            <a:ext cx="4929188" cy="754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12" b="0">
                <a:solidFill>
                  <a:srgbClr val="111111"/>
                </a:solidFill>
                <a:latin typeface="Calibri"/>
                <a:ea typeface="Calibri"/>
                <a:cs typeface="Calibri"/>
              </a:defRPr>
            </a:pPr>
            <a:r>
              <a:rPr sz="1912" b="0">
                <a:solidFill>
                  <a:srgbClr val="111111"/>
                </a:solidFill>
                <a:latin typeface="Calibri"/>
                <a:ea typeface="Calibri"/>
                <a:cs typeface="Calibri"/>
              </a:rPr>
              <a:t>Röd ledning ska sitta i VΩ.</a:t>
            </a:r>
          </a:p>
        </p:txBody>
      </p:sp>
      <p:sp>
        <p:nvSpPr>
          <p:cNvPr id="30" name="Kontrollera också V DC och mätområdet.">
            <a:extLst xmlns:a="http://schemas.openxmlformats.org/drawingml/2006/main">
              <a:ext uri="{FF2B5EF4-FFF2-40B4-BE49-F238E27FC236}">
                <a16:creationId xmlns:a16="http://schemas.microsoft.com/office/drawing/2014/main" id="{AEC191E2-899F-4357-AFEF-5B9AC277C737}"/>
              </a:ext>
            </a:extLst>
          </p:cNvPr>
          <p:cNvSpPr>
            <a:spLocks xmlns:a="http://schemas.openxmlformats.org/drawingml/2006/main" noGrp="1"/>
          </p:cNvSpPr>
          <p:nvPr/>
        </p:nvSpPr>
        <p:spPr>
          <a:xfrm xmlns:a="http://schemas.openxmlformats.org/drawingml/2006/main">
            <a:off x="3786188" y="2976562"/>
            <a:ext cx="4929188" cy="754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12" b="0">
                <a:solidFill>
                  <a:srgbClr val="111111"/>
                </a:solidFill>
                <a:latin typeface="Calibri"/>
                <a:ea typeface="Calibri"/>
                <a:cs typeface="Calibri"/>
              </a:defRPr>
            </a:pPr>
            <a:r>
              <a:rPr sz="1912" b="0">
                <a:solidFill>
                  <a:srgbClr val="111111"/>
                </a:solidFill>
                <a:latin typeface="Calibri"/>
                <a:ea typeface="Calibri"/>
                <a:cs typeface="Calibri"/>
              </a:rPr>
              <a:t>Kontrollera också V DC och mätområdet.</a:t>
            </a:r>
          </a:p>
        </p:txBody>
      </p:sp>
      <p:sp>
        <p:nvSpPr>
          <p:cNvPr id="31" name="Strömingången har en låg resistans.">
            <a:extLst xmlns:a="http://schemas.openxmlformats.org/drawingml/2006/main">
              <a:ext uri="{FF2B5EF4-FFF2-40B4-BE49-F238E27FC236}">
                <a16:creationId xmlns:a16="http://schemas.microsoft.com/office/drawing/2014/main" id="{74C81995-97A3-4BD2-ACCE-5DFDF2F4A750}"/>
              </a:ext>
            </a:extLst>
          </p:cNvPr>
          <p:cNvSpPr>
            <a:spLocks xmlns:a="http://schemas.openxmlformats.org/drawingml/2006/main" noGrp="1"/>
          </p:cNvSpPr>
          <p:nvPr/>
        </p:nvSpPr>
        <p:spPr>
          <a:xfrm xmlns:a="http://schemas.openxmlformats.org/drawingml/2006/main">
            <a:off x="3786188" y="3762375"/>
            <a:ext cx="4929188" cy="754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12" b="0">
                <a:solidFill>
                  <a:srgbClr val="111111"/>
                </a:solidFill>
                <a:latin typeface="Calibri"/>
                <a:ea typeface="Calibri"/>
                <a:cs typeface="Calibri"/>
              </a:defRPr>
            </a:pPr>
            <a:r>
              <a:rPr sz="1912" b="0">
                <a:solidFill>
                  <a:srgbClr val="111111"/>
                </a:solidFill>
                <a:latin typeface="Calibri"/>
                <a:ea typeface="Calibri"/>
                <a:cs typeface="Calibri"/>
              </a:rPr>
              <a:t>Strömingången har en låg resistans.</a:t>
            </a:r>
          </a:p>
        </p:txBody>
      </p:sp>
      <p:sp>
        <p:nvSpPr>
          <p:cNvPr id="32" name="En strömingång över källan kan orsaka kortslutning.">
            <a:extLst xmlns:a="http://schemas.openxmlformats.org/drawingml/2006/main">
              <a:ext uri="{FF2B5EF4-FFF2-40B4-BE49-F238E27FC236}">
                <a16:creationId xmlns:a16="http://schemas.microsoft.com/office/drawing/2014/main" id="{F6CB2D0C-67F7-4D08-BC7F-C1C5308635D1}"/>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AD2929"/>
                </a:solidFill>
                <a:latin typeface="Calibri"/>
                <a:ea typeface="Calibri"/>
                <a:cs typeface="Calibri"/>
              </a:defRPr>
            </a:pPr>
            <a:r>
              <a:rPr sz="1785" b="1">
                <a:solidFill>
                  <a:srgbClr val="AD2929"/>
                </a:solidFill>
                <a:latin typeface="Calibri"/>
                <a:ea typeface="Calibri"/>
                <a:cs typeface="Calibri"/>
              </a:rPr>
              <a:t>En strömingång över källan kan orsaka kortslutning.</a:t>
            </a:r>
          </a:p>
        </p:txBody>
      </p:sp>
      <p:sp>
        <p:nvSpPr>
          <p:cNvPr id="9001" name="Facit  Röd ledning tillbaka till VΩ">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Facit  Röd ledning tillbaka till VΩ</a:t>
            </a:r>
          </a:p>
        </p:txBody>
      </p:sp>
      <p:sp>
        <p:nvSpPr>
          <p:cNvPr id="9002" name="23">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23</a:t>
            </a:r>
          </a:p>
        </p:txBody>
      </p:sp>
    </p:spTree>
    <p:extLst>
      <p:ext uri="{BB962C8B-B14F-4D97-AF65-F5344CB8AC3E}">
        <p14:creationId xmlns:p14="http://schemas.microsoft.com/office/powerpoint/2010/main" val="22129497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Koppla bort matningen och kontrollera att spänningen är">
            <a:extLst xmlns:a="http://schemas.openxmlformats.org/drawingml/2006/main">
              <a:ext uri="{FF2B5EF4-FFF2-40B4-BE49-F238E27FC236}">
                <a16:creationId xmlns:a16="http://schemas.microsoft.com/office/drawing/2014/main" id="{ED3950FE-B50A-4625-A526-EED23570A26B}"/>
              </a:ext>
            </a:extLst>
          </p:cNvPr>
          <p:cNvSpPr>
            <a:spLocks xmlns:a="http://schemas.openxmlformats.org/drawingml/2006/main" noGrp="1"/>
          </p:cNvSpPr>
          <p:nvPr/>
        </p:nvSpPr>
        <p:spPr>
          <a:xfrm xmlns:a="http://schemas.openxmlformats.org/drawingml/2006/main">
            <a:off x="500062" y="2119312"/>
            <a:ext cx="8072438" cy="7936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12" b="0">
                <a:solidFill>
                  <a:srgbClr val="111111"/>
                </a:solidFill>
                <a:latin typeface="Calibri"/>
                <a:ea typeface="Calibri"/>
                <a:cs typeface="Calibri"/>
              </a:defRPr>
            </a:pPr>
            <a:r>
              <a:rPr sz="1912" b="0">
                <a:solidFill>
                  <a:srgbClr val="111111"/>
                </a:solidFill>
                <a:latin typeface="Calibri"/>
                <a:ea typeface="Calibri"/>
                <a:cs typeface="Calibri"/>
              </a:rPr>
              <a:t>Koppla bort matningen och kontrollera att spänningen är borta.</a:t>
            </a:r>
          </a:p>
        </p:txBody>
      </p:sp>
      <p:sp>
        <p:nvSpPr>
          <p:cNvPr id="5" name="Hantera eventuell lagrad energi med säker metod.">
            <a:extLst xmlns:a="http://schemas.openxmlformats.org/drawingml/2006/main">
              <a:ext uri="{FF2B5EF4-FFF2-40B4-BE49-F238E27FC236}">
                <a16:creationId xmlns:a16="http://schemas.microsoft.com/office/drawing/2014/main" id="{A30FD618-0548-4F19-8292-0541F4CA207F}"/>
              </a:ext>
            </a:extLst>
          </p:cNvPr>
          <p:cNvSpPr>
            <a:spLocks xmlns:a="http://schemas.openxmlformats.org/drawingml/2006/main" noGrp="1"/>
          </p:cNvSpPr>
          <p:nvPr/>
        </p:nvSpPr>
        <p:spPr>
          <a:xfrm xmlns:a="http://schemas.openxmlformats.org/drawingml/2006/main">
            <a:off x="500062" y="2940844"/>
            <a:ext cx="8072438" cy="7936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12" b="0">
                <a:solidFill>
                  <a:srgbClr val="111111"/>
                </a:solidFill>
                <a:latin typeface="Calibri"/>
                <a:ea typeface="Calibri"/>
                <a:cs typeface="Calibri"/>
              </a:defRPr>
            </a:pPr>
            <a:r>
              <a:rPr sz="1912" b="0">
                <a:solidFill>
                  <a:srgbClr val="111111"/>
                </a:solidFill>
                <a:latin typeface="Calibri"/>
                <a:ea typeface="Calibri"/>
                <a:cs typeface="Calibri"/>
              </a:rPr>
              <a:t>Hantera eventuell lagrad energi med säker metod.</a:t>
            </a:r>
          </a:p>
        </p:txBody>
      </p:sp>
      <p:sp>
        <p:nvSpPr>
          <p:cNvPr id="6" name="Lossa minst en anslutning när en komponent ska mätas.">
            <a:extLst xmlns:a="http://schemas.openxmlformats.org/drawingml/2006/main">
              <a:ext uri="{FF2B5EF4-FFF2-40B4-BE49-F238E27FC236}">
                <a16:creationId xmlns:a16="http://schemas.microsoft.com/office/drawing/2014/main" id="{F40D1CF8-F853-453F-A22D-5D9F20C78C64}"/>
              </a:ext>
            </a:extLst>
          </p:cNvPr>
          <p:cNvSpPr>
            <a:spLocks xmlns:a="http://schemas.openxmlformats.org/drawingml/2006/main" noGrp="1"/>
          </p:cNvSpPr>
          <p:nvPr/>
        </p:nvSpPr>
        <p:spPr>
          <a:xfrm xmlns:a="http://schemas.openxmlformats.org/drawingml/2006/main">
            <a:off x="500062" y="3762375"/>
            <a:ext cx="8072438" cy="7936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12" b="0">
                <a:solidFill>
                  <a:srgbClr val="111111"/>
                </a:solidFill>
                <a:latin typeface="Calibri"/>
                <a:ea typeface="Calibri"/>
                <a:cs typeface="Calibri"/>
              </a:defRPr>
            </a:pPr>
            <a:r>
              <a:rPr sz="1912" b="0">
                <a:solidFill>
                  <a:srgbClr val="111111"/>
                </a:solidFill>
                <a:latin typeface="Calibri"/>
                <a:ea typeface="Calibri"/>
                <a:cs typeface="Calibri"/>
              </a:rPr>
              <a:t>Lossa minst en anslutning när en komponent ska mätas.</a:t>
            </a:r>
          </a:p>
        </p:txBody>
      </p:sp>
      <p:sp>
        <p:nvSpPr>
          <p:cNvPr id="7" name="I Ω-läget kommer testsignalen från instrumentet.">
            <a:extLst xmlns:a="http://schemas.openxmlformats.org/drawingml/2006/main">
              <a:ext uri="{FF2B5EF4-FFF2-40B4-BE49-F238E27FC236}">
                <a16:creationId xmlns:a16="http://schemas.microsoft.com/office/drawing/2014/main" id="{9B84AA13-6367-4F85-9500-9B6ADCE8A124}"/>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064F91"/>
                </a:solidFill>
                <a:latin typeface="Calibri"/>
                <a:ea typeface="Calibri"/>
                <a:cs typeface="Calibri"/>
              </a:defRPr>
            </a:pPr>
            <a:r>
              <a:rPr sz="1785" b="1">
                <a:solidFill>
                  <a:srgbClr val="064F91"/>
                </a:solidFill>
                <a:latin typeface="Calibri"/>
                <a:ea typeface="Calibri"/>
                <a:cs typeface="Calibri"/>
              </a:rPr>
              <a:t>I Ω-läget kommer testsignalen från instrumentet.</a:t>
            </a:r>
          </a:p>
        </p:txBody>
      </p:sp>
      <p:sp>
        <p:nvSpPr>
          <p:cNvPr id="9001" name="Resistans  Mätaren använder egen provström">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111111"/>
                </a:solidFill>
                <a:latin typeface="Calibri"/>
                <a:ea typeface="Calibri"/>
                <a:cs typeface="Calibri"/>
              </a:defRPr>
            </a:pPr>
            <a:r>
              <a:rPr sz="2850" b="1">
                <a:solidFill>
                  <a:srgbClr val="111111"/>
                </a:solidFill>
                <a:latin typeface="Calibri"/>
                <a:ea typeface="Calibri"/>
                <a:cs typeface="Calibri"/>
              </a:rPr>
              <a:t>Resistans  Mätaren använder egen provström</a:t>
            </a:r>
          </a:p>
        </p:txBody>
      </p:sp>
      <p:sp>
        <p:nvSpPr>
          <p:cNvPr id="9002" name="24">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24</a:t>
            </a:r>
          </a:p>
        </p:txBody>
      </p:sp>
    </p:spTree>
    <p:extLst>
      <p:ext uri="{BB962C8B-B14F-4D97-AF65-F5344CB8AC3E}">
        <p14:creationId xmlns:p14="http://schemas.microsoft.com/office/powerpoint/2010/main" val="166977603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Matningen frånkopplad, spänningen kontrollerad och lagr">
            <a:extLst xmlns:a="http://schemas.openxmlformats.org/drawingml/2006/main">
              <a:ext uri="{FF2B5EF4-FFF2-40B4-BE49-F238E27FC236}">
                <a16:creationId xmlns:a16="http://schemas.microsoft.com/office/drawing/2014/main" id="{E1096166-EEB9-46F2-804D-C69124A72E7B}"/>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Matningen frånkopplad, spänningen kontrollerad och lagrad energi hanterad</a:t>
            </a:r>
          </a:p>
        </p:txBody>
      </p:sp>
      <p:sp>
        <p:nvSpPr>
          <p:cNvPr id="5" name="Ledning">
            <a:extLst xmlns:a="http://schemas.openxmlformats.org/drawingml/2006/main">
              <a:ext uri="{FF2B5EF4-FFF2-40B4-BE49-F238E27FC236}">
                <a16:creationId xmlns:a16="http://schemas.microsoft.com/office/drawing/2014/main" id="{7A129C6F-7473-432C-8931-20DCF9EE5BBE}"/>
              </a:ext>
            </a:extLst>
          </p:cNvPr>
          <p:cNvSpPr>
            <a:spLocks xmlns:a="http://schemas.openxmlformats.org/drawingml/2006/main" noGrp="1"/>
          </p:cNvSpPr>
          <p:nvPr/>
        </p:nvSpPr>
        <p:spPr>
          <a:xfrm xmlns:a="http://schemas.openxmlformats.org/drawingml/2006/main">
            <a:off x="4179094" y="2797969"/>
            <a:ext cx="715" cy="500062"/>
          </a:xfrm>
          <a:custGeom xmlns:a="http://schemas.openxmlformats.org/drawingml/2006/main">
            <a:pathLst>
              <a:path w="953" h="666750">
                <a:moveTo>
                  <a:pt x="0" y="0"/>
                </a:moveTo>
                <a:lnTo>
                  <a:pt x="0" y="666750"/>
                </a:lnTo>
              </a:path>
            </a:pathLst>
          </a:custGeom>
          <a:noFill xmlns:a="http://schemas.openxmlformats.org/drawingml/2006/main"/>
          <a:ln xmlns:a="http://schemas.openxmlformats.org/drawingml/2006/main" w="28575">
            <a:solidFill>
              <a:srgbClr val="111111"/>
            </a:solidFill>
          </a:ln>
        </p:spPr>
      </p:sp>
      <p:sp>
        <p:nvSpPr>
          <p:cNvPr id="6" name="">
            <a:extLst xmlns:a="http://schemas.openxmlformats.org/drawingml/2006/main">
              <a:ext uri="{FF2B5EF4-FFF2-40B4-BE49-F238E27FC236}">
                <a16:creationId xmlns:a16="http://schemas.microsoft.com/office/drawing/2014/main" id="{795C5D55-1955-48EA-A81A-795E3FD08038}"/>
              </a:ext>
            </a:extLst>
          </p:cNvPr>
          <p:cNvSpPr>
            <a:spLocks xmlns:a="http://schemas.openxmlformats.org/drawingml/2006/main" noGrp="1"/>
          </p:cNvSpPr>
          <p:nvPr/>
        </p:nvSpPr>
        <p:spPr>
          <a:xfrm xmlns:a="http://schemas.openxmlformats.org/drawingml/2006/main">
            <a:off x="4036219" y="3298031"/>
            <a:ext cx="285750" cy="571500"/>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7" name="R₁">
            <a:extLst xmlns:a="http://schemas.openxmlformats.org/drawingml/2006/main">
              <a:ext uri="{FF2B5EF4-FFF2-40B4-BE49-F238E27FC236}">
                <a16:creationId xmlns:a16="http://schemas.microsoft.com/office/drawing/2014/main" id="{F4D73ABB-B1B1-4120-BE69-BDEE782224BB}"/>
              </a:ext>
            </a:extLst>
          </p:cNvPr>
          <p:cNvSpPr>
            <a:spLocks xmlns:a="http://schemas.openxmlformats.org/drawingml/2006/main" noGrp="1"/>
          </p:cNvSpPr>
          <p:nvPr/>
        </p:nvSpPr>
        <p:spPr>
          <a:xfrm xmlns:a="http://schemas.openxmlformats.org/drawingml/2006/main">
            <a:off x="4407694" y="3240881"/>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R₁</a:t>
            </a:r>
          </a:p>
        </p:txBody>
      </p:sp>
      <p:sp>
        <p:nvSpPr>
          <p:cNvPr id="8" name="1 kΩ">
            <a:extLst xmlns:a="http://schemas.openxmlformats.org/drawingml/2006/main">
              <a:ext uri="{FF2B5EF4-FFF2-40B4-BE49-F238E27FC236}">
                <a16:creationId xmlns:a16="http://schemas.microsoft.com/office/drawing/2014/main" id="{888AFD2B-B63A-451F-AF1A-535D9A9D5D77}"/>
              </a:ext>
            </a:extLst>
          </p:cNvPr>
          <p:cNvSpPr>
            <a:spLocks xmlns:a="http://schemas.openxmlformats.org/drawingml/2006/main" noGrp="1"/>
          </p:cNvSpPr>
          <p:nvPr/>
        </p:nvSpPr>
        <p:spPr>
          <a:xfrm xmlns:a="http://schemas.openxmlformats.org/drawingml/2006/main">
            <a:off x="4407694" y="3519488"/>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kΩ</a:t>
            </a:r>
          </a:p>
        </p:txBody>
      </p:sp>
      <p:sp>
        <p:nvSpPr>
          <p:cNvPr id="9" name="Ledning">
            <a:extLst xmlns:a="http://schemas.openxmlformats.org/drawingml/2006/main">
              <a:ext uri="{FF2B5EF4-FFF2-40B4-BE49-F238E27FC236}">
                <a16:creationId xmlns:a16="http://schemas.microsoft.com/office/drawing/2014/main" id="{B36114F3-97B2-42F1-8ACC-9775AB9EF5AA}"/>
              </a:ext>
            </a:extLst>
          </p:cNvPr>
          <p:cNvSpPr>
            <a:spLocks xmlns:a="http://schemas.openxmlformats.org/drawingml/2006/main" noGrp="1"/>
          </p:cNvSpPr>
          <p:nvPr/>
        </p:nvSpPr>
        <p:spPr>
          <a:xfrm xmlns:a="http://schemas.openxmlformats.org/drawingml/2006/main">
            <a:off x="4179094" y="3869531"/>
            <a:ext cx="715" cy="357188"/>
          </a:xfrm>
          <a:custGeom xmlns:a="http://schemas.openxmlformats.org/drawingml/2006/main">
            <a:pathLst>
              <a:path w="953" h="476250">
                <a:moveTo>
                  <a:pt x="0" y="0"/>
                </a:moveTo>
                <a:lnTo>
                  <a:pt x="0" y="476250"/>
                </a:lnTo>
              </a:path>
            </a:pathLst>
          </a:custGeom>
          <a:noFill xmlns:a="http://schemas.openxmlformats.org/drawingml/2006/main"/>
          <a:ln xmlns:a="http://schemas.openxmlformats.org/drawingml/2006/main" w="28575">
            <a:solidFill>
              <a:srgbClr val="111111"/>
            </a:solidFill>
          </a:ln>
        </p:spPr>
      </p:sp>
      <p:sp>
        <p:nvSpPr>
          <p:cNvPr id="10" name="">
            <a:extLst xmlns:a="http://schemas.openxmlformats.org/drawingml/2006/main">
              <a:ext uri="{FF2B5EF4-FFF2-40B4-BE49-F238E27FC236}">
                <a16:creationId xmlns:a16="http://schemas.microsoft.com/office/drawing/2014/main" id="{38CC8FCE-9FCD-4DDF-A1FD-78995437E331}"/>
              </a:ext>
            </a:extLst>
          </p:cNvPr>
          <p:cNvSpPr>
            <a:spLocks xmlns:a="http://schemas.openxmlformats.org/drawingml/2006/main" noGrp="1"/>
          </p:cNvSpPr>
          <p:nvPr/>
        </p:nvSpPr>
        <p:spPr>
          <a:xfrm xmlns:a="http://schemas.openxmlformats.org/drawingml/2006/main">
            <a:off x="4129088" y="2747962"/>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1" name="">
            <a:extLst xmlns:a="http://schemas.openxmlformats.org/drawingml/2006/main">
              <a:ext uri="{FF2B5EF4-FFF2-40B4-BE49-F238E27FC236}">
                <a16:creationId xmlns:a16="http://schemas.microsoft.com/office/drawing/2014/main" id="{B6FB3915-E994-4D47-A9CC-EAD1B57D7629}"/>
              </a:ext>
            </a:extLst>
          </p:cNvPr>
          <p:cNvSpPr>
            <a:spLocks xmlns:a="http://schemas.openxmlformats.org/drawingml/2006/main" noGrp="1"/>
          </p:cNvSpPr>
          <p:nvPr/>
        </p:nvSpPr>
        <p:spPr>
          <a:xfrm xmlns:a="http://schemas.openxmlformats.org/drawingml/2006/main">
            <a:off x="4129088" y="4176712"/>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Lös resistor&#10;Ingen yttre matning">
            <a:extLst xmlns:a="http://schemas.openxmlformats.org/drawingml/2006/main">
              <a:ext uri="{FF2B5EF4-FFF2-40B4-BE49-F238E27FC236}">
                <a16:creationId xmlns:a16="http://schemas.microsoft.com/office/drawing/2014/main" id="{4C7BCBC8-37E6-4545-A5E0-0C1DD4E907CF}"/>
              </a:ext>
            </a:extLst>
          </p:cNvPr>
          <p:cNvSpPr>
            <a:spLocks xmlns:a="http://schemas.openxmlformats.org/drawingml/2006/main" noGrp="1"/>
          </p:cNvSpPr>
          <p:nvPr/>
        </p:nvSpPr>
        <p:spPr>
          <a:xfrm xmlns:a="http://schemas.openxmlformats.org/drawingml/2006/main">
            <a:off x="1214438" y="3226594"/>
            <a:ext cx="2143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88" b="1">
                <a:solidFill>
                  <a:srgbClr val="064F91"/>
                </a:solidFill>
                <a:latin typeface="Calibri"/>
                <a:ea typeface="Calibri"/>
                <a:cs typeface="Calibri"/>
              </a:defRPr>
            </a:pPr>
            <a:r>
              <a:rPr sz="1688" b="1">
                <a:solidFill>
                  <a:srgbClr val="064F91"/>
                </a:solidFill>
                <a:latin typeface="Calibri"/>
                <a:ea typeface="Calibri"/>
                <a:cs typeface="Calibri"/>
              </a:rPr>
              <a:t>Lös resistor</a:t>
            </a:r>
          </a:p>
          <a:p xmlns:a="http://schemas.openxmlformats.org/drawingml/2006/main">
            <a:pPr algn="l">
              <a:defRPr sz="1688" b="1">
                <a:solidFill>
                  <a:srgbClr val="064F91"/>
                </a:solidFill>
                <a:latin typeface="Calibri"/>
                <a:ea typeface="Calibri"/>
                <a:cs typeface="Calibri"/>
              </a:defRPr>
            </a:pPr>
            <a:r>
              <a:rPr sz="1688" b="1">
                <a:solidFill>
                  <a:srgbClr val="064F91"/>
                </a:solidFill>
                <a:latin typeface="Calibri"/>
                <a:ea typeface="Calibri"/>
                <a:cs typeface="Calibri"/>
              </a:rPr>
              <a:t>Ingen yttre matning</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7e9754d3f64149b9"/>
          <a:stretch xmlns:a="http://schemas.openxmlformats.org/drawingml/2006/main"/>
        </p:blipFill>
        <p:spPr>
          <a:xfrm xmlns:a="http://schemas.openxmlformats.org/drawingml/2006/main">
            <a:off x="6357938" y="1905000"/>
            <a:ext cx="2071688" cy="3107531"/>
          </a:xfrm>
          <a:prstGeom xmlns:a="http://schemas.openxmlformats.org/drawingml/2006/main" prst="rect">
            <a:avLst/>
          </a:prstGeom>
        </p:spPr>
      </p:pic>
      <p:sp>
        <p:nvSpPr>
          <p:cNvPr id="14" name="10 A">
            <a:extLst xmlns:a="http://schemas.openxmlformats.org/drawingml/2006/main">
              <a:ext uri="{FF2B5EF4-FFF2-40B4-BE49-F238E27FC236}">
                <a16:creationId xmlns:a16="http://schemas.microsoft.com/office/drawing/2014/main" id="{62564745-8512-4807-B876-E6C9C40D9943}"/>
              </a:ext>
            </a:extLst>
          </p:cNvPr>
          <p:cNvSpPr>
            <a:spLocks xmlns:a="http://schemas.openxmlformats.org/drawingml/2006/main" noGrp="1"/>
          </p:cNvSpPr>
          <p:nvPr/>
        </p:nvSpPr>
        <p:spPr>
          <a:xfrm xmlns:a="http://schemas.openxmlformats.org/drawingml/2006/main">
            <a:off x="667283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10 A</a:t>
            </a:r>
          </a:p>
        </p:txBody>
      </p:sp>
      <p:sp>
        <p:nvSpPr>
          <p:cNvPr id="15" name="mA">
            <a:extLst xmlns:a="http://schemas.openxmlformats.org/drawingml/2006/main">
              <a:ext uri="{FF2B5EF4-FFF2-40B4-BE49-F238E27FC236}">
                <a16:creationId xmlns:a16="http://schemas.microsoft.com/office/drawing/2014/main" id="{54922EEE-C95A-4D99-A29F-A3C98CE79D53}"/>
              </a:ext>
            </a:extLst>
          </p:cNvPr>
          <p:cNvSpPr>
            <a:spLocks xmlns:a="http://schemas.openxmlformats.org/drawingml/2006/main" noGrp="1"/>
          </p:cNvSpPr>
          <p:nvPr/>
        </p:nvSpPr>
        <p:spPr>
          <a:xfrm xmlns:a="http://schemas.openxmlformats.org/drawingml/2006/main">
            <a:off x="702916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mA</a:t>
            </a:r>
          </a:p>
        </p:txBody>
      </p:sp>
      <p:sp>
        <p:nvSpPr>
          <p:cNvPr id="16" name="COM">
            <a:extLst xmlns:a="http://schemas.openxmlformats.org/drawingml/2006/main">
              <a:ext uri="{FF2B5EF4-FFF2-40B4-BE49-F238E27FC236}">
                <a16:creationId xmlns:a16="http://schemas.microsoft.com/office/drawing/2014/main" id="{9B804712-23C3-45EC-B540-17412536030D}"/>
              </a:ext>
            </a:extLst>
          </p:cNvPr>
          <p:cNvSpPr>
            <a:spLocks xmlns:a="http://schemas.openxmlformats.org/drawingml/2006/main" noGrp="1"/>
          </p:cNvSpPr>
          <p:nvPr/>
        </p:nvSpPr>
        <p:spPr>
          <a:xfrm xmlns:a="http://schemas.openxmlformats.org/drawingml/2006/main">
            <a:off x="738549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COM</a:t>
            </a:r>
          </a:p>
        </p:txBody>
      </p:sp>
      <p:sp>
        <p:nvSpPr>
          <p:cNvPr id="17" name="VΩ">
            <a:extLst xmlns:a="http://schemas.openxmlformats.org/drawingml/2006/main">
              <a:ext uri="{FF2B5EF4-FFF2-40B4-BE49-F238E27FC236}">
                <a16:creationId xmlns:a16="http://schemas.microsoft.com/office/drawing/2014/main" id="{02944FB1-C46E-4F32-93C0-191800FE8F00}"/>
              </a:ext>
            </a:extLst>
          </p:cNvPr>
          <p:cNvSpPr>
            <a:spLocks xmlns:a="http://schemas.openxmlformats.org/drawingml/2006/main" noGrp="1"/>
          </p:cNvSpPr>
          <p:nvPr/>
        </p:nvSpPr>
        <p:spPr>
          <a:xfrm xmlns:a="http://schemas.openxmlformats.org/drawingml/2006/main">
            <a:off x="7741825"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VΩ</a:t>
            </a:r>
          </a:p>
        </p:txBody>
      </p:sp>
      <p:sp>
        <p:nvSpPr>
          <p:cNvPr id="18" name="Ω">
            <a:extLst xmlns:a="http://schemas.openxmlformats.org/drawingml/2006/main">
              <a:ext uri="{FF2B5EF4-FFF2-40B4-BE49-F238E27FC236}">
                <a16:creationId xmlns:a16="http://schemas.microsoft.com/office/drawing/2014/main" id="{FE72C101-430E-4285-8093-F8E5D4E9369D}"/>
              </a:ext>
            </a:extLst>
          </p:cNvPr>
          <p:cNvSpPr>
            <a:spLocks xmlns:a="http://schemas.openxmlformats.org/drawingml/2006/main" noGrp="1"/>
          </p:cNvSpPr>
          <p:nvPr/>
        </p:nvSpPr>
        <p:spPr>
          <a:xfrm xmlns:a="http://schemas.openxmlformats.org/drawingml/2006/main">
            <a:off x="6813709" y="2622840"/>
            <a:ext cx="1160145" cy="121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62" b="1">
                <a:solidFill>
                  <a:srgbClr val="111111"/>
                </a:solidFill>
                <a:latin typeface="Calibri"/>
                <a:ea typeface="Calibri"/>
                <a:cs typeface="Calibri"/>
              </a:defRPr>
            </a:pPr>
            <a:r>
              <a:rPr sz="962" b="1">
                <a:solidFill>
                  <a:srgbClr val="111111"/>
                </a:solidFill>
                <a:latin typeface="Calibri"/>
                <a:ea typeface="Calibri"/>
                <a:cs typeface="Calibri"/>
              </a:rPr>
              <a:t>Ω</a:t>
            </a:r>
          </a:p>
        </p:txBody>
      </p:sp>
      <p:sp>
        <p:nvSpPr>
          <p:cNvPr id="19" name="V DC">
            <a:extLst xmlns:a="http://schemas.openxmlformats.org/drawingml/2006/main">
              <a:ext uri="{FF2B5EF4-FFF2-40B4-BE49-F238E27FC236}">
                <a16:creationId xmlns:a16="http://schemas.microsoft.com/office/drawing/2014/main" id="{EE4011F7-01D5-4B07-AB04-E9FC2DA6D17D}"/>
              </a:ext>
            </a:extLst>
          </p:cNvPr>
          <p:cNvSpPr>
            <a:spLocks xmlns:a="http://schemas.openxmlformats.org/drawingml/2006/main" noGrp="1"/>
          </p:cNvSpPr>
          <p:nvPr/>
        </p:nvSpPr>
        <p:spPr>
          <a:xfrm xmlns:a="http://schemas.openxmlformats.org/drawingml/2006/main">
            <a:off x="7207330" y="285279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DC</a:t>
            </a:r>
          </a:p>
        </p:txBody>
      </p:sp>
      <p:sp>
        <p:nvSpPr>
          <p:cNvPr id="20" name="V AC">
            <a:extLst xmlns:a="http://schemas.openxmlformats.org/drawingml/2006/main">
              <a:ext uri="{FF2B5EF4-FFF2-40B4-BE49-F238E27FC236}">
                <a16:creationId xmlns:a16="http://schemas.microsoft.com/office/drawing/2014/main" id="{0BFE15EB-FAB3-4F74-8637-3E7FA458D67A}"/>
              </a:ext>
            </a:extLst>
          </p:cNvPr>
          <p:cNvSpPr>
            <a:spLocks xmlns:a="http://schemas.openxmlformats.org/drawingml/2006/main" noGrp="1"/>
          </p:cNvSpPr>
          <p:nvPr/>
        </p:nvSpPr>
        <p:spPr>
          <a:xfrm xmlns:a="http://schemas.openxmlformats.org/drawingml/2006/main">
            <a:off x="7664834"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AC</a:t>
            </a:r>
          </a:p>
        </p:txBody>
      </p:sp>
      <p:sp>
        <p:nvSpPr>
          <p:cNvPr id="21" name="A DC">
            <a:extLst xmlns:a="http://schemas.openxmlformats.org/drawingml/2006/main">
              <a:ext uri="{FF2B5EF4-FFF2-40B4-BE49-F238E27FC236}">
                <a16:creationId xmlns:a16="http://schemas.microsoft.com/office/drawing/2014/main" id="{CD20D1F1-FEFD-4B31-89BF-5B537D214162}"/>
              </a:ext>
            </a:extLst>
          </p:cNvPr>
          <p:cNvSpPr>
            <a:spLocks xmlns:a="http://schemas.openxmlformats.org/drawingml/2006/main" noGrp="1"/>
          </p:cNvSpPr>
          <p:nvPr/>
        </p:nvSpPr>
        <p:spPr>
          <a:xfrm xmlns:a="http://schemas.openxmlformats.org/drawingml/2006/main">
            <a:off x="7664834"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A DC</a:t>
            </a:r>
          </a:p>
        </p:txBody>
      </p:sp>
      <p:sp>
        <p:nvSpPr>
          <p:cNvPr id="22" name="Ω">
            <a:extLst xmlns:a="http://schemas.openxmlformats.org/drawingml/2006/main">
              <a:ext uri="{FF2B5EF4-FFF2-40B4-BE49-F238E27FC236}">
                <a16:creationId xmlns:a16="http://schemas.microsoft.com/office/drawing/2014/main" id="{3E04AD52-8B99-4757-997B-FAC4A58D0C1B}"/>
              </a:ext>
            </a:extLst>
          </p:cNvPr>
          <p:cNvSpPr>
            <a:spLocks xmlns:a="http://schemas.openxmlformats.org/drawingml/2006/main" noGrp="1"/>
          </p:cNvSpPr>
          <p:nvPr/>
        </p:nvSpPr>
        <p:spPr>
          <a:xfrm xmlns:a="http://schemas.openxmlformats.org/drawingml/2006/main">
            <a:off x="7207330" y="390935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1">
                <a:solidFill>
                  <a:srgbClr val="064F91"/>
                </a:solidFill>
                <a:latin typeface="Calibri"/>
                <a:ea typeface="Calibri"/>
                <a:cs typeface="Calibri"/>
              </a:defRPr>
            </a:pPr>
            <a:r>
              <a:rPr sz="897" b="1">
                <a:solidFill>
                  <a:srgbClr val="064F91"/>
                </a:solidFill>
                <a:latin typeface="Calibri"/>
                <a:ea typeface="Calibri"/>
                <a:cs typeface="Calibri"/>
              </a:rPr>
              <a:t>Ω</a:t>
            </a:r>
          </a:p>
        </p:txBody>
      </p:sp>
      <p:sp>
        <p:nvSpPr>
          <p:cNvPr id="23" name="PIP">
            <a:extLst xmlns:a="http://schemas.openxmlformats.org/drawingml/2006/main">
              <a:ext uri="{FF2B5EF4-FFF2-40B4-BE49-F238E27FC236}">
                <a16:creationId xmlns:a16="http://schemas.microsoft.com/office/drawing/2014/main" id="{43B8FCA1-35DF-4C1C-9411-527CBC16DFAB}"/>
              </a:ext>
            </a:extLst>
          </p:cNvPr>
          <p:cNvSpPr>
            <a:spLocks xmlns:a="http://schemas.openxmlformats.org/drawingml/2006/main" noGrp="1"/>
          </p:cNvSpPr>
          <p:nvPr/>
        </p:nvSpPr>
        <p:spPr>
          <a:xfrm xmlns:a="http://schemas.openxmlformats.org/drawingml/2006/main">
            <a:off x="6749825"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PIP</a:t>
            </a:r>
          </a:p>
        </p:txBody>
      </p:sp>
      <p:sp>
        <p:nvSpPr>
          <p:cNvPr id="24" name="OFF">
            <a:extLst xmlns:a="http://schemas.openxmlformats.org/drawingml/2006/main">
              <a:ext uri="{FF2B5EF4-FFF2-40B4-BE49-F238E27FC236}">
                <a16:creationId xmlns:a16="http://schemas.microsoft.com/office/drawing/2014/main" id="{D0F70333-D250-47E4-8DD0-3E58AA14A14A}"/>
              </a:ext>
            </a:extLst>
          </p:cNvPr>
          <p:cNvSpPr>
            <a:spLocks xmlns:a="http://schemas.openxmlformats.org/drawingml/2006/main" noGrp="1"/>
          </p:cNvSpPr>
          <p:nvPr/>
        </p:nvSpPr>
        <p:spPr>
          <a:xfrm xmlns:a="http://schemas.openxmlformats.org/drawingml/2006/main">
            <a:off x="6749825"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OFF</a:t>
            </a:r>
          </a:p>
        </p:txBody>
      </p:sp>
      <p:sp>
        <p:nvSpPr>
          <p:cNvPr id="25" name="Ledning">
            <a:extLst xmlns:a="http://schemas.openxmlformats.org/drawingml/2006/main">
              <a:ext uri="{FF2B5EF4-FFF2-40B4-BE49-F238E27FC236}">
                <a16:creationId xmlns:a16="http://schemas.microsoft.com/office/drawing/2014/main" id="{AA958C74-4622-43B9-A14A-1C7F6972444A}"/>
              </a:ext>
            </a:extLst>
          </p:cNvPr>
          <p:cNvSpPr>
            <a:spLocks xmlns:a="http://schemas.openxmlformats.org/drawingml/2006/main" noGrp="1"/>
          </p:cNvSpPr>
          <p:nvPr/>
        </p:nvSpPr>
        <p:spPr>
          <a:xfrm xmlns:a="http://schemas.openxmlformats.org/drawingml/2006/main">
            <a:off x="7393781" y="3458766"/>
            <a:ext cx="715" cy="310754"/>
          </a:xfrm>
          <a:custGeom xmlns:a="http://schemas.openxmlformats.org/drawingml/2006/main">
            <a:pathLst>
              <a:path w="953" h="414338">
                <a:moveTo>
                  <a:pt x="0" y="0"/>
                </a:moveTo>
                <a:lnTo>
                  <a:pt x="0" y="414338"/>
                </a:lnTo>
              </a:path>
            </a:pathLst>
          </a:custGeom>
          <a:noFill xmlns:a="http://schemas.openxmlformats.org/drawingml/2006/main"/>
          <a:ln xmlns:a="http://schemas.openxmlformats.org/drawingml/2006/main" w="42862">
            <a:solidFill>
              <a:srgbClr val="064F91"/>
            </a:solidFill>
          </a:ln>
        </p:spPr>
      </p:sp>
      <p:sp>
        <p:nvSpPr>
          <p:cNvPr id="26" name="">
            <a:extLst xmlns:a="http://schemas.openxmlformats.org/drawingml/2006/main">
              <a:ext uri="{FF2B5EF4-FFF2-40B4-BE49-F238E27FC236}">
                <a16:creationId xmlns:a16="http://schemas.microsoft.com/office/drawing/2014/main" id="{F35A4009-7A1A-4380-BE28-95689F950F2E}"/>
              </a:ext>
            </a:extLst>
          </p:cNvPr>
          <p:cNvSpPr>
            <a:spLocks xmlns:a="http://schemas.openxmlformats.org/drawingml/2006/main" noGrp="1"/>
          </p:cNvSpPr>
          <p:nvPr/>
        </p:nvSpPr>
        <p:spPr>
          <a:xfrm xmlns:a="http://schemas.openxmlformats.org/drawingml/2006/main">
            <a:off x="7358062" y="3423047"/>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27" name="">
            <a:extLst xmlns:a="http://schemas.openxmlformats.org/drawingml/2006/main">
              <a:ext uri="{FF2B5EF4-FFF2-40B4-BE49-F238E27FC236}">
                <a16:creationId xmlns:a16="http://schemas.microsoft.com/office/drawing/2014/main" id="{12CFAD72-73D1-4900-8B7D-55706E64FAD3}"/>
              </a:ext>
            </a:extLst>
          </p:cNvPr>
          <p:cNvSpPr>
            <a:spLocks xmlns:a="http://schemas.openxmlformats.org/drawingml/2006/main" noGrp="1"/>
          </p:cNvSpPr>
          <p:nvPr/>
        </p:nvSpPr>
        <p:spPr>
          <a:xfrm xmlns:a="http://schemas.openxmlformats.org/drawingml/2006/main">
            <a:off x="7478720" y="4440746"/>
            <a:ext cx="186452" cy="186452"/>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28" name="">
            <a:extLst xmlns:a="http://schemas.openxmlformats.org/drawingml/2006/main">
              <a:ext uri="{FF2B5EF4-FFF2-40B4-BE49-F238E27FC236}">
                <a16:creationId xmlns:a16="http://schemas.microsoft.com/office/drawing/2014/main" id="{C6A3E713-A1FB-4E4C-833E-D9F088DAE758}"/>
              </a:ext>
            </a:extLst>
          </p:cNvPr>
          <p:cNvSpPr>
            <a:spLocks xmlns:a="http://schemas.openxmlformats.org/drawingml/2006/main" noGrp="1"/>
          </p:cNvSpPr>
          <p:nvPr/>
        </p:nvSpPr>
        <p:spPr>
          <a:xfrm xmlns:a="http://schemas.openxmlformats.org/drawingml/2006/main">
            <a:off x="7518082" y="4480108"/>
            <a:ext cx="107728" cy="107728"/>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29" name="">
            <a:extLst xmlns:a="http://schemas.openxmlformats.org/drawingml/2006/main">
              <a:ext uri="{FF2B5EF4-FFF2-40B4-BE49-F238E27FC236}">
                <a16:creationId xmlns:a16="http://schemas.microsoft.com/office/drawing/2014/main" id="{F5E91DAC-77E2-4642-9032-0D69E9C6AFBE}"/>
              </a:ext>
            </a:extLst>
          </p:cNvPr>
          <p:cNvSpPr>
            <a:spLocks xmlns:a="http://schemas.openxmlformats.org/drawingml/2006/main" noGrp="1"/>
          </p:cNvSpPr>
          <p:nvPr/>
        </p:nvSpPr>
        <p:spPr>
          <a:xfrm xmlns:a="http://schemas.openxmlformats.org/drawingml/2006/main">
            <a:off x="7835050" y="4440746"/>
            <a:ext cx="186452" cy="186452"/>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30" name="">
            <a:extLst xmlns:a="http://schemas.openxmlformats.org/drawingml/2006/main">
              <a:ext uri="{FF2B5EF4-FFF2-40B4-BE49-F238E27FC236}">
                <a16:creationId xmlns:a16="http://schemas.microsoft.com/office/drawing/2014/main" id="{9FE40005-F61E-454A-83DE-A83FEB7CFCC7}"/>
              </a:ext>
            </a:extLst>
          </p:cNvPr>
          <p:cNvSpPr>
            <a:spLocks xmlns:a="http://schemas.openxmlformats.org/drawingml/2006/main" noGrp="1"/>
          </p:cNvSpPr>
          <p:nvPr/>
        </p:nvSpPr>
        <p:spPr>
          <a:xfrm xmlns:a="http://schemas.openxmlformats.org/drawingml/2006/main">
            <a:off x="7874413" y="4480108"/>
            <a:ext cx="107728" cy="107728"/>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31" name="">
            <a:extLst xmlns:a="http://schemas.openxmlformats.org/drawingml/2006/main">
              <a:ext uri="{FF2B5EF4-FFF2-40B4-BE49-F238E27FC236}">
                <a16:creationId xmlns:a16="http://schemas.microsoft.com/office/drawing/2014/main" id="{3A26C684-3E1E-4948-8804-28AFC85F0FB5}"/>
              </a:ext>
            </a:extLst>
          </p:cNvPr>
          <p:cNvSpPr>
            <a:spLocks xmlns:a="http://schemas.openxmlformats.org/drawingml/2006/main" noGrp="1"/>
          </p:cNvSpPr>
          <p:nvPr/>
        </p:nvSpPr>
        <p:spPr>
          <a:xfrm xmlns:a="http://schemas.openxmlformats.org/drawingml/2006/main">
            <a:off x="7781187" y="4386882"/>
            <a:ext cx="294180" cy="294180"/>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32" name="Svart till COM, röd till VΩ och välj Ω.">
            <a:extLst xmlns:a="http://schemas.openxmlformats.org/drawingml/2006/main">
              <a:ext uri="{FF2B5EF4-FFF2-40B4-BE49-F238E27FC236}">
                <a16:creationId xmlns:a16="http://schemas.microsoft.com/office/drawing/2014/main" id="{BAB385A0-5053-4F9E-99EC-8D854F814C99}"/>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Svart till COM, röd till VΩ och välj Ω.</a:t>
            </a:r>
          </a:p>
        </p:txBody>
      </p:sp>
      <p:sp>
        <p:nvSpPr>
          <p:cNvPr id="9001" name="Resistans  En isolerad komponent">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Resistans  En isolerad komponent</a:t>
            </a:r>
          </a:p>
        </p:txBody>
      </p:sp>
      <p:sp>
        <p:nvSpPr>
          <p:cNvPr id="9002" name="25">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25</a:t>
            </a:r>
          </a:p>
        </p:txBody>
      </p:sp>
    </p:spTree>
    <p:extLst>
      <p:ext uri="{BB962C8B-B14F-4D97-AF65-F5344CB8AC3E}">
        <p14:creationId xmlns:p14="http://schemas.microsoft.com/office/powerpoint/2010/main" val="53838018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Ingen yttre matning">
            <a:extLst xmlns:a="http://schemas.openxmlformats.org/drawingml/2006/main">
              <a:ext uri="{FF2B5EF4-FFF2-40B4-BE49-F238E27FC236}">
                <a16:creationId xmlns:a16="http://schemas.microsoft.com/office/drawing/2014/main" id="{5EDC2541-DDFF-401F-9474-850BB8CAEAA7}"/>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Ingen yttre matning</a:t>
            </a:r>
          </a:p>
        </p:txBody>
      </p:sp>
      <p:sp>
        <p:nvSpPr>
          <p:cNvPr id="5" name="Ledning">
            <a:extLst xmlns:a="http://schemas.openxmlformats.org/drawingml/2006/main">
              <a:ext uri="{FF2B5EF4-FFF2-40B4-BE49-F238E27FC236}">
                <a16:creationId xmlns:a16="http://schemas.microsoft.com/office/drawing/2014/main" id="{5BF55999-7CA3-41A9-AAAE-2E1AF6F65101}"/>
              </a:ext>
            </a:extLst>
          </p:cNvPr>
          <p:cNvSpPr>
            <a:spLocks xmlns:a="http://schemas.openxmlformats.org/drawingml/2006/main" noGrp="1"/>
          </p:cNvSpPr>
          <p:nvPr/>
        </p:nvSpPr>
        <p:spPr>
          <a:xfrm xmlns:a="http://schemas.openxmlformats.org/drawingml/2006/main">
            <a:off x="4179094" y="2797969"/>
            <a:ext cx="715" cy="500062"/>
          </a:xfrm>
          <a:custGeom xmlns:a="http://schemas.openxmlformats.org/drawingml/2006/main">
            <a:pathLst>
              <a:path w="953" h="666750">
                <a:moveTo>
                  <a:pt x="0" y="0"/>
                </a:moveTo>
                <a:lnTo>
                  <a:pt x="0" y="666750"/>
                </a:lnTo>
              </a:path>
            </a:pathLst>
          </a:custGeom>
          <a:noFill xmlns:a="http://schemas.openxmlformats.org/drawingml/2006/main"/>
          <a:ln xmlns:a="http://schemas.openxmlformats.org/drawingml/2006/main" w="28575">
            <a:solidFill>
              <a:srgbClr val="111111"/>
            </a:solidFill>
          </a:ln>
        </p:spPr>
      </p:sp>
      <p:sp>
        <p:nvSpPr>
          <p:cNvPr id="6" name="">
            <a:extLst xmlns:a="http://schemas.openxmlformats.org/drawingml/2006/main">
              <a:ext uri="{FF2B5EF4-FFF2-40B4-BE49-F238E27FC236}">
                <a16:creationId xmlns:a16="http://schemas.microsoft.com/office/drawing/2014/main" id="{28BD743B-001F-4451-A32E-29E640F3E726}"/>
              </a:ext>
            </a:extLst>
          </p:cNvPr>
          <p:cNvSpPr>
            <a:spLocks xmlns:a="http://schemas.openxmlformats.org/drawingml/2006/main" noGrp="1"/>
          </p:cNvSpPr>
          <p:nvPr/>
        </p:nvSpPr>
        <p:spPr>
          <a:xfrm xmlns:a="http://schemas.openxmlformats.org/drawingml/2006/main">
            <a:off x="4036219" y="3298031"/>
            <a:ext cx="285750" cy="571500"/>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7" name="R₁">
            <a:extLst xmlns:a="http://schemas.openxmlformats.org/drawingml/2006/main">
              <a:ext uri="{FF2B5EF4-FFF2-40B4-BE49-F238E27FC236}">
                <a16:creationId xmlns:a16="http://schemas.microsoft.com/office/drawing/2014/main" id="{4909332B-2361-40DD-95E0-B000B951D457}"/>
              </a:ext>
            </a:extLst>
          </p:cNvPr>
          <p:cNvSpPr>
            <a:spLocks xmlns:a="http://schemas.openxmlformats.org/drawingml/2006/main" noGrp="1"/>
          </p:cNvSpPr>
          <p:nvPr/>
        </p:nvSpPr>
        <p:spPr>
          <a:xfrm xmlns:a="http://schemas.openxmlformats.org/drawingml/2006/main">
            <a:off x="4407694" y="3240881"/>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R₁</a:t>
            </a:r>
          </a:p>
        </p:txBody>
      </p:sp>
      <p:sp>
        <p:nvSpPr>
          <p:cNvPr id="8" name="1 kΩ">
            <a:extLst xmlns:a="http://schemas.openxmlformats.org/drawingml/2006/main">
              <a:ext uri="{FF2B5EF4-FFF2-40B4-BE49-F238E27FC236}">
                <a16:creationId xmlns:a16="http://schemas.microsoft.com/office/drawing/2014/main" id="{AF8ACA30-BA7C-4210-B89F-F7EEC8D61CDC}"/>
              </a:ext>
            </a:extLst>
          </p:cNvPr>
          <p:cNvSpPr>
            <a:spLocks xmlns:a="http://schemas.openxmlformats.org/drawingml/2006/main" noGrp="1"/>
          </p:cNvSpPr>
          <p:nvPr/>
        </p:nvSpPr>
        <p:spPr>
          <a:xfrm xmlns:a="http://schemas.openxmlformats.org/drawingml/2006/main">
            <a:off x="4407694" y="3519488"/>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kΩ</a:t>
            </a:r>
          </a:p>
        </p:txBody>
      </p:sp>
      <p:sp>
        <p:nvSpPr>
          <p:cNvPr id="9" name="Ledning">
            <a:extLst xmlns:a="http://schemas.openxmlformats.org/drawingml/2006/main">
              <a:ext uri="{FF2B5EF4-FFF2-40B4-BE49-F238E27FC236}">
                <a16:creationId xmlns:a16="http://schemas.microsoft.com/office/drawing/2014/main" id="{3A0821D0-3673-4ACD-A657-E01895E7152C}"/>
              </a:ext>
            </a:extLst>
          </p:cNvPr>
          <p:cNvSpPr>
            <a:spLocks xmlns:a="http://schemas.openxmlformats.org/drawingml/2006/main" noGrp="1"/>
          </p:cNvSpPr>
          <p:nvPr/>
        </p:nvSpPr>
        <p:spPr>
          <a:xfrm xmlns:a="http://schemas.openxmlformats.org/drawingml/2006/main">
            <a:off x="4179094" y="3869531"/>
            <a:ext cx="715" cy="357188"/>
          </a:xfrm>
          <a:custGeom xmlns:a="http://schemas.openxmlformats.org/drawingml/2006/main">
            <a:pathLst>
              <a:path w="953" h="476250">
                <a:moveTo>
                  <a:pt x="0" y="0"/>
                </a:moveTo>
                <a:lnTo>
                  <a:pt x="0" y="476250"/>
                </a:lnTo>
              </a:path>
            </a:pathLst>
          </a:custGeom>
          <a:noFill xmlns:a="http://schemas.openxmlformats.org/drawingml/2006/main"/>
          <a:ln xmlns:a="http://schemas.openxmlformats.org/drawingml/2006/main" w="28575">
            <a:solidFill>
              <a:srgbClr val="111111"/>
            </a:solidFill>
          </a:ln>
        </p:spPr>
      </p:sp>
      <p:sp>
        <p:nvSpPr>
          <p:cNvPr id="10" name="">
            <a:extLst xmlns:a="http://schemas.openxmlformats.org/drawingml/2006/main">
              <a:ext uri="{FF2B5EF4-FFF2-40B4-BE49-F238E27FC236}">
                <a16:creationId xmlns:a16="http://schemas.microsoft.com/office/drawing/2014/main" id="{2E760763-ADCB-44BC-AA4E-5F5CE4F31469}"/>
              </a:ext>
            </a:extLst>
          </p:cNvPr>
          <p:cNvSpPr>
            <a:spLocks xmlns:a="http://schemas.openxmlformats.org/drawingml/2006/main" noGrp="1"/>
          </p:cNvSpPr>
          <p:nvPr/>
        </p:nvSpPr>
        <p:spPr>
          <a:xfrm xmlns:a="http://schemas.openxmlformats.org/drawingml/2006/main">
            <a:off x="4129088" y="2747962"/>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1" name="">
            <a:extLst xmlns:a="http://schemas.openxmlformats.org/drawingml/2006/main">
              <a:ext uri="{FF2B5EF4-FFF2-40B4-BE49-F238E27FC236}">
                <a16:creationId xmlns:a16="http://schemas.microsoft.com/office/drawing/2014/main" id="{D3209E68-8593-4AA4-9CCE-52974B8022BB}"/>
              </a:ext>
            </a:extLst>
          </p:cNvPr>
          <p:cNvSpPr>
            <a:spLocks xmlns:a="http://schemas.openxmlformats.org/drawingml/2006/main" noGrp="1"/>
          </p:cNvSpPr>
          <p:nvPr/>
        </p:nvSpPr>
        <p:spPr>
          <a:xfrm xmlns:a="http://schemas.openxmlformats.org/drawingml/2006/main">
            <a:off x="4129088" y="4176712"/>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Lös resistor&#10;Ingen yttre matning">
            <a:extLst xmlns:a="http://schemas.openxmlformats.org/drawingml/2006/main">
              <a:ext uri="{FF2B5EF4-FFF2-40B4-BE49-F238E27FC236}">
                <a16:creationId xmlns:a16="http://schemas.microsoft.com/office/drawing/2014/main" id="{23E72D7B-401D-4572-8E8A-0B9747010E79}"/>
              </a:ext>
            </a:extLst>
          </p:cNvPr>
          <p:cNvSpPr>
            <a:spLocks xmlns:a="http://schemas.openxmlformats.org/drawingml/2006/main" noGrp="1"/>
          </p:cNvSpPr>
          <p:nvPr/>
        </p:nvSpPr>
        <p:spPr>
          <a:xfrm xmlns:a="http://schemas.openxmlformats.org/drawingml/2006/main">
            <a:off x="1214438" y="3226594"/>
            <a:ext cx="2143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88" b="1">
                <a:solidFill>
                  <a:srgbClr val="064F91"/>
                </a:solidFill>
                <a:latin typeface="Calibri"/>
                <a:ea typeface="Calibri"/>
                <a:cs typeface="Calibri"/>
              </a:defRPr>
            </a:pPr>
            <a:r>
              <a:rPr sz="1688" b="1">
                <a:solidFill>
                  <a:srgbClr val="064F91"/>
                </a:solidFill>
                <a:latin typeface="Calibri"/>
                <a:ea typeface="Calibri"/>
                <a:cs typeface="Calibri"/>
              </a:rPr>
              <a:t>Lös resistor</a:t>
            </a:r>
          </a:p>
          <a:p xmlns:a="http://schemas.openxmlformats.org/drawingml/2006/main">
            <a:pPr algn="l">
              <a:defRPr sz="1688" b="1">
                <a:solidFill>
                  <a:srgbClr val="064F91"/>
                </a:solidFill>
                <a:latin typeface="Calibri"/>
                <a:ea typeface="Calibri"/>
                <a:cs typeface="Calibri"/>
              </a:defRPr>
            </a:pPr>
            <a:r>
              <a:rPr sz="1688" b="1">
                <a:solidFill>
                  <a:srgbClr val="064F91"/>
                </a:solidFill>
                <a:latin typeface="Calibri"/>
                <a:ea typeface="Calibri"/>
                <a:cs typeface="Calibri"/>
              </a:rPr>
              <a:t>Ingen yttre matning</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c9c6ff93efdc4852"/>
          <a:stretch xmlns:a="http://schemas.openxmlformats.org/drawingml/2006/main"/>
        </p:blipFill>
        <p:spPr>
          <a:xfrm xmlns:a="http://schemas.openxmlformats.org/drawingml/2006/main">
            <a:off x="6357938" y="1905000"/>
            <a:ext cx="2071688" cy="3107531"/>
          </a:xfrm>
          <a:prstGeom xmlns:a="http://schemas.openxmlformats.org/drawingml/2006/main" prst="rect">
            <a:avLst/>
          </a:prstGeom>
        </p:spPr>
      </p:pic>
      <p:sp>
        <p:nvSpPr>
          <p:cNvPr id="14" name="10 A">
            <a:extLst xmlns:a="http://schemas.openxmlformats.org/drawingml/2006/main">
              <a:ext uri="{FF2B5EF4-FFF2-40B4-BE49-F238E27FC236}">
                <a16:creationId xmlns:a16="http://schemas.microsoft.com/office/drawing/2014/main" id="{7B98D571-C557-4F78-8163-5E132841922E}"/>
              </a:ext>
            </a:extLst>
          </p:cNvPr>
          <p:cNvSpPr>
            <a:spLocks xmlns:a="http://schemas.openxmlformats.org/drawingml/2006/main" noGrp="1"/>
          </p:cNvSpPr>
          <p:nvPr/>
        </p:nvSpPr>
        <p:spPr>
          <a:xfrm xmlns:a="http://schemas.openxmlformats.org/drawingml/2006/main">
            <a:off x="667283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10 A</a:t>
            </a:r>
          </a:p>
        </p:txBody>
      </p:sp>
      <p:sp>
        <p:nvSpPr>
          <p:cNvPr id="15" name="mA">
            <a:extLst xmlns:a="http://schemas.openxmlformats.org/drawingml/2006/main">
              <a:ext uri="{FF2B5EF4-FFF2-40B4-BE49-F238E27FC236}">
                <a16:creationId xmlns:a16="http://schemas.microsoft.com/office/drawing/2014/main" id="{AC42ABF6-1D4A-443C-BF66-D029C538E744}"/>
              </a:ext>
            </a:extLst>
          </p:cNvPr>
          <p:cNvSpPr>
            <a:spLocks xmlns:a="http://schemas.openxmlformats.org/drawingml/2006/main" noGrp="1"/>
          </p:cNvSpPr>
          <p:nvPr/>
        </p:nvSpPr>
        <p:spPr>
          <a:xfrm xmlns:a="http://schemas.openxmlformats.org/drawingml/2006/main">
            <a:off x="702916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mA</a:t>
            </a:r>
          </a:p>
        </p:txBody>
      </p:sp>
      <p:sp>
        <p:nvSpPr>
          <p:cNvPr id="16" name="COM">
            <a:extLst xmlns:a="http://schemas.openxmlformats.org/drawingml/2006/main">
              <a:ext uri="{FF2B5EF4-FFF2-40B4-BE49-F238E27FC236}">
                <a16:creationId xmlns:a16="http://schemas.microsoft.com/office/drawing/2014/main" id="{85E3EF8A-82A2-43CA-B905-5A8C816690FB}"/>
              </a:ext>
            </a:extLst>
          </p:cNvPr>
          <p:cNvSpPr>
            <a:spLocks xmlns:a="http://schemas.openxmlformats.org/drawingml/2006/main" noGrp="1"/>
          </p:cNvSpPr>
          <p:nvPr/>
        </p:nvSpPr>
        <p:spPr>
          <a:xfrm xmlns:a="http://schemas.openxmlformats.org/drawingml/2006/main">
            <a:off x="738549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COM</a:t>
            </a:r>
          </a:p>
        </p:txBody>
      </p:sp>
      <p:sp>
        <p:nvSpPr>
          <p:cNvPr id="17" name="VΩ">
            <a:extLst xmlns:a="http://schemas.openxmlformats.org/drawingml/2006/main">
              <a:ext uri="{FF2B5EF4-FFF2-40B4-BE49-F238E27FC236}">
                <a16:creationId xmlns:a16="http://schemas.microsoft.com/office/drawing/2014/main" id="{C1FB0BA7-A2D1-4267-8C4A-A6EA26815D79}"/>
              </a:ext>
            </a:extLst>
          </p:cNvPr>
          <p:cNvSpPr>
            <a:spLocks xmlns:a="http://schemas.openxmlformats.org/drawingml/2006/main" noGrp="1"/>
          </p:cNvSpPr>
          <p:nvPr/>
        </p:nvSpPr>
        <p:spPr>
          <a:xfrm xmlns:a="http://schemas.openxmlformats.org/drawingml/2006/main">
            <a:off x="7741825"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VΩ</a:t>
            </a:r>
          </a:p>
        </p:txBody>
      </p:sp>
      <p:sp>
        <p:nvSpPr>
          <p:cNvPr id="18" name="1,000 kΩ">
            <a:extLst xmlns:a="http://schemas.openxmlformats.org/drawingml/2006/main">
              <a:ext uri="{FF2B5EF4-FFF2-40B4-BE49-F238E27FC236}">
                <a16:creationId xmlns:a16="http://schemas.microsoft.com/office/drawing/2014/main" id="{97BB65FF-2F74-41C0-B1C8-68CDF8ABC27F}"/>
              </a:ext>
            </a:extLst>
          </p:cNvPr>
          <p:cNvSpPr>
            <a:spLocks xmlns:a="http://schemas.openxmlformats.org/drawingml/2006/main" noGrp="1"/>
          </p:cNvSpPr>
          <p:nvPr/>
        </p:nvSpPr>
        <p:spPr>
          <a:xfrm xmlns:a="http://schemas.openxmlformats.org/drawingml/2006/main">
            <a:off x="6772275" y="2277904"/>
            <a:ext cx="1243012" cy="341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6" b="1">
                <a:solidFill>
                  <a:srgbClr val="111111"/>
                </a:solidFill>
                <a:latin typeface="Calibri"/>
                <a:ea typeface="Calibri"/>
                <a:cs typeface="Calibri"/>
              </a:defRPr>
            </a:pPr>
            <a:r>
              <a:rPr sz="1876" b="1">
                <a:solidFill>
                  <a:srgbClr val="111111"/>
                </a:solidFill>
                <a:latin typeface="Calibri"/>
                <a:ea typeface="Calibri"/>
                <a:cs typeface="Calibri"/>
              </a:rPr>
              <a:t>1,000 kΩ</a:t>
            </a:r>
          </a:p>
        </p:txBody>
      </p:sp>
      <p:sp>
        <p:nvSpPr>
          <p:cNvPr id="19" name="Ω">
            <a:extLst xmlns:a="http://schemas.openxmlformats.org/drawingml/2006/main">
              <a:ext uri="{FF2B5EF4-FFF2-40B4-BE49-F238E27FC236}">
                <a16:creationId xmlns:a16="http://schemas.microsoft.com/office/drawing/2014/main" id="{2069B39F-D959-468B-A3E0-1EFFF9660C3A}"/>
              </a:ext>
            </a:extLst>
          </p:cNvPr>
          <p:cNvSpPr>
            <a:spLocks xmlns:a="http://schemas.openxmlformats.org/drawingml/2006/main" noGrp="1"/>
          </p:cNvSpPr>
          <p:nvPr/>
        </p:nvSpPr>
        <p:spPr>
          <a:xfrm xmlns:a="http://schemas.openxmlformats.org/drawingml/2006/main">
            <a:off x="6813709" y="2622840"/>
            <a:ext cx="1160145" cy="121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62" b="1">
                <a:solidFill>
                  <a:srgbClr val="111111"/>
                </a:solidFill>
                <a:latin typeface="Calibri"/>
                <a:ea typeface="Calibri"/>
                <a:cs typeface="Calibri"/>
              </a:defRPr>
            </a:pPr>
            <a:r>
              <a:rPr sz="962" b="1">
                <a:solidFill>
                  <a:srgbClr val="111111"/>
                </a:solidFill>
                <a:latin typeface="Calibri"/>
                <a:ea typeface="Calibri"/>
                <a:cs typeface="Calibri"/>
              </a:rPr>
              <a:t>Ω</a:t>
            </a:r>
          </a:p>
        </p:txBody>
      </p:sp>
      <p:sp>
        <p:nvSpPr>
          <p:cNvPr id="20" name="V DC">
            <a:extLst xmlns:a="http://schemas.openxmlformats.org/drawingml/2006/main">
              <a:ext uri="{FF2B5EF4-FFF2-40B4-BE49-F238E27FC236}">
                <a16:creationId xmlns:a16="http://schemas.microsoft.com/office/drawing/2014/main" id="{8951278E-804D-4748-8A1F-BAC542487FD2}"/>
              </a:ext>
            </a:extLst>
          </p:cNvPr>
          <p:cNvSpPr>
            <a:spLocks xmlns:a="http://schemas.openxmlformats.org/drawingml/2006/main" noGrp="1"/>
          </p:cNvSpPr>
          <p:nvPr/>
        </p:nvSpPr>
        <p:spPr>
          <a:xfrm xmlns:a="http://schemas.openxmlformats.org/drawingml/2006/main">
            <a:off x="7207330" y="285279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DC</a:t>
            </a:r>
          </a:p>
        </p:txBody>
      </p:sp>
      <p:sp>
        <p:nvSpPr>
          <p:cNvPr id="21" name="V AC">
            <a:extLst xmlns:a="http://schemas.openxmlformats.org/drawingml/2006/main">
              <a:ext uri="{FF2B5EF4-FFF2-40B4-BE49-F238E27FC236}">
                <a16:creationId xmlns:a16="http://schemas.microsoft.com/office/drawing/2014/main" id="{79EFAFDA-9ED0-4444-845E-28377AA74002}"/>
              </a:ext>
            </a:extLst>
          </p:cNvPr>
          <p:cNvSpPr>
            <a:spLocks xmlns:a="http://schemas.openxmlformats.org/drawingml/2006/main" noGrp="1"/>
          </p:cNvSpPr>
          <p:nvPr/>
        </p:nvSpPr>
        <p:spPr>
          <a:xfrm xmlns:a="http://schemas.openxmlformats.org/drawingml/2006/main">
            <a:off x="7664834"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AC</a:t>
            </a:r>
          </a:p>
        </p:txBody>
      </p:sp>
      <p:sp>
        <p:nvSpPr>
          <p:cNvPr id="22" name="A DC">
            <a:extLst xmlns:a="http://schemas.openxmlformats.org/drawingml/2006/main">
              <a:ext uri="{FF2B5EF4-FFF2-40B4-BE49-F238E27FC236}">
                <a16:creationId xmlns:a16="http://schemas.microsoft.com/office/drawing/2014/main" id="{8A3F08BB-0DA7-41F7-98B0-D2C9BD2E913E}"/>
              </a:ext>
            </a:extLst>
          </p:cNvPr>
          <p:cNvSpPr>
            <a:spLocks xmlns:a="http://schemas.openxmlformats.org/drawingml/2006/main" noGrp="1"/>
          </p:cNvSpPr>
          <p:nvPr/>
        </p:nvSpPr>
        <p:spPr>
          <a:xfrm xmlns:a="http://schemas.openxmlformats.org/drawingml/2006/main">
            <a:off x="7664834"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A DC</a:t>
            </a:r>
          </a:p>
        </p:txBody>
      </p:sp>
      <p:sp>
        <p:nvSpPr>
          <p:cNvPr id="23" name="Ω">
            <a:extLst xmlns:a="http://schemas.openxmlformats.org/drawingml/2006/main">
              <a:ext uri="{FF2B5EF4-FFF2-40B4-BE49-F238E27FC236}">
                <a16:creationId xmlns:a16="http://schemas.microsoft.com/office/drawing/2014/main" id="{CD52373E-3AA0-4EC5-8399-486C6AEC5E43}"/>
              </a:ext>
            </a:extLst>
          </p:cNvPr>
          <p:cNvSpPr>
            <a:spLocks xmlns:a="http://schemas.openxmlformats.org/drawingml/2006/main" noGrp="1"/>
          </p:cNvSpPr>
          <p:nvPr/>
        </p:nvSpPr>
        <p:spPr>
          <a:xfrm xmlns:a="http://schemas.openxmlformats.org/drawingml/2006/main">
            <a:off x="7207330" y="390935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1">
                <a:solidFill>
                  <a:srgbClr val="064F91"/>
                </a:solidFill>
                <a:latin typeface="Calibri"/>
                <a:ea typeface="Calibri"/>
                <a:cs typeface="Calibri"/>
              </a:defRPr>
            </a:pPr>
            <a:r>
              <a:rPr sz="897" b="1">
                <a:solidFill>
                  <a:srgbClr val="064F91"/>
                </a:solidFill>
                <a:latin typeface="Calibri"/>
                <a:ea typeface="Calibri"/>
                <a:cs typeface="Calibri"/>
              </a:rPr>
              <a:t>Ω</a:t>
            </a:r>
          </a:p>
        </p:txBody>
      </p:sp>
      <p:sp>
        <p:nvSpPr>
          <p:cNvPr id="24" name="PIP">
            <a:extLst xmlns:a="http://schemas.openxmlformats.org/drawingml/2006/main">
              <a:ext uri="{FF2B5EF4-FFF2-40B4-BE49-F238E27FC236}">
                <a16:creationId xmlns:a16="http://schemas.microsoft.com/office/drawing/2014/main" id="{7E239575-EE99-4C51-B171-8F7614497E2A}"/>
              </a:ext>
            </a:extLst>
          </p:cNvPr>
          <p:cNvSpPr>
            <a:spLocks xmlns:a="http://schemas.openxmlformats.org/drawingml/2006/main" noGrp="1"/>
          </p:cNvSpPr>
          <p:nvPr/>
        </p:nvSpPr>
        <p:spPr>
          <a:xfrm xmlns:a="http://schemas.openxmlformats.org/drawingml/2006/main">
            <a:off x="6749825"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PIP</a:t>
            </a:r>
          </a:p>
        </p:txBody>
      </p:sp>
      <p:sp>
        <p:nvSpPr>
          <p:cNvPr id="25" name="OFF">
            <a:extLst xmlns:a="http://schemas.openxmlformats.org/drawingml/2006/main">
              <a:ext uri="{FF2B5EF4-FFF2-40B4-BE49-F238E27FC236}">
                <a16:creationId xmlns:a16="http://schemas.microsoft.com/office/drawing/2014/main" id="{34EEC240-A05F-440E-BDA8-2F65F32B85EF}"/>
              </a:ext>
            </a:extLst>
          </p:cNvPr>
          <p:cNvSpPr>
            <a:spLocks xmlns:a="http://schemas.openxmlformats.org/drawingml/2006/main" noGrp="1"/>
          </p:cNvSpPr>
          <p:nvPr/>
        </p:nvSpPr>
        <p:spPr>
          <a:xfrm xmlns:a="http://schemas.openxmlformats.org/drawingml/2006/main">
            <a:off x="6749825"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OFF</a:t>
            </a:r>
          </a:p>
        </p:txBody>
      </p:sp>
      <p:sp>
        <p:nvSpPr>
          <p:cNvPr id="26" name="Ledning">
            <a:extLst xmlns:a="http://schemas.openxmlformats.org/drawingml/2006/main">
              <a:ext uri="{FF2B5EF4-FFF2-40B4-BE49-F238E27FC236}">
                <a16:creationId xmlns:a16="http://schemas.microsoft.com/office/drawing/2014/main" id="{E3D208A8-6F3F-4E4F-B3D1-EF0EC0894D8F}"/>
              </a:ext>
            </a:extLst>
          </p:cNvPr>
          <p:cNvSpPr>
            <a:spLocks xmlns:a="http://schemas.openxmlformats.org/drawingml/2006/main" noGrp="1"/>
          </p:cNvSpPr>
          <p:nvPr/>
        </p:nvSpPr>
        <p:spPr>
          <a:xfrm xmlns:a="http://schemas.openxmlformats.org/drawingml/2006/main">
            <a:off x="7393781" y="3458766"/>
            <a:ext cx="715" cy="310754"/>
          </a:xfrm>
          <a:custGeom xmlns:a="http://schemas.openxmlformats.org/drawingml/2006/main">
            <a:pathLst>
              <a:path w="953" h="414338">
                <a:moveTo>
                  <a:pt x="0" y="0"/>
                </a:moveTo>
                <a:lnTo>
                  <a:pt x="0" y="414338"/>
                </a:lnTo>
              </a:path>
            </a:pathLst>
          </a:custGeom>
          <a:noFill xmlns:a="http://schemas.openxmlformats.org/drawingml/2006/main"/>
          <a:ln xmlns:a="http://schemas.openxmlformats.org/drawingml/2006/main" w="42862">
            <a:solidFill>
              <a:srgbClr val="064F91"/>
            </a:solidFill>
          </a:ln>
        </p:spPr>
      </p:sp>
      <p:sp>
        <p:nvSpPr>
          <p:cNvPr id="27" name="">
            <a:extLst xmlns:a="http://schemas.openxmlformats.org/drawingml/2006/main">
              <a:ext uri="{FF2B5EF4-FFF2-40B4-BE49-F238E27FC236}">
                <a16:creationId xmlns:a16="http://schemas.microsoft.com/office/drawing/2014/main" id="{1E4CC273-D565-4109-83B7-046F0A37B926}"/>
              </a:ext>
            </a:extLst>
          </p:cNvPr>
          <p:cNvSpPr>
            <a:spLocks xmlns:a="http://schemas.openxmlformats.org/drawingml/2006/main" noGrp="1"/>
          </p:cNvSpPr>
          <p:nvPr/>
        </p:nvSpPr>
        <p:spPr>
          <a:xfrm xmlns:a="http://schemas.openxmlformats.org/drawingml/2006/main">
            <a:off x="7358062" y="3423047"/>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28" name="">
            <a:extLst xmlns:a="http://schemas.openxmlformats.org/drawingml/2006/main">
              <a:ext uri="{FF2B5EF4-FFF2-40B4-BE49-F238E27FC236}">
                <a16:creationId xmlns:a16="http://schemas.microsoft.com/office/drawing/2014/main" id="{59B45932-C84B-4F32-ADA8-386144335756}"/>
              </a:ext>
            </a:extLst>
          </p:cNvPr>
          <p:cNvSpPr>
            <a:spLocks xmlns:a="http://schemas.openxmlformats.org/drawingml/2006/main" noGrp="1"/>
          </p:cNvSpPr>
          <p:nvPr/>
        </p:nvSpPr>
        <p:spPr>
          <a:xfrm xmlns:a="http://schemas.openxmlformats.org/drawingml/2006/main">
            <a:off x="7478720" y="4440746"/>
            <a:ext cx="186452" cy="186452"/>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29" name="">
            <a:extLst xmlns:a="http://schemas.openxmlformats.org/drawingml/2006/main">
              <a:ext uri="{FF2B5EF4-FFF2-40B4-BE49-F238E27FC236}">
                <a16:creationId xmlns:a16="http://schemas.microsoft.com/office/drawing/2014/main" id="{0DE3BFF4-71DE-4D4C-AFC3-186CB00D0688}"/>
              </a:ext>
            </a:extLst>
          </p:cNvPr>
          <p:cNvSpPr>
            <a:spLocks xmlns:a="http://schemas.openxmlformats.org/drawingml/2006/main" noGrp="1"/>
          </p:cNvSpPr>
          <p:nvPr/>
        </p:nvSpPr>
        <p:spPr>
          <a:xfrm xmlns:a="http://schemas.openxmlformats.org/drawingml/2006/main">
            <a:off x="7518082" y="4480108"/>
            <a:ext cx="107728" cy="107728"/>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30" name="">
            <a:extLst xmlns:a="http://schemas.openxmlformats.org/drawingml/2006/main">
              <a:ext uri="{FF2B5EF4-FFF2-40B4-BE49-F238E27FC236}">
                <a16:creationId xmlns:a16="http://schemas.microsoft.com/office/drawing/2014/main" id="{AF9B1554-ED24-4638-9040-58DAC311B137}"/>
              </a:ext>
            </a:extLst>
          </p:cNvPr>
          <p:cNvSpPr>
            <a:spLocks xmlns:a="http://schemas.openxmlformats.org/drawingml/2006/main" noGrp="1"/>
          </p:cNvSpPr>
          <p:nvPr/>
        </p:nvSpPr>
        <p:spPr>
          <a:xfrm xmlns:a="http://schemas.openxmlformats.org/drawingml/2006/main">
            <a:off x="7835050" y="4440746"/>
            <a:ext cx="186452" cy="186452"/>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31" name="">
            <a:extLst xmlns:a="http://schemas.openxmlformats.org/drawingml/2006/main">
              <a:ext uri="{FF2B5EF4-FFF2-40B4-BE49-F238E27FC236}">
                <a16:creationId xmlns:a16="http://schemas.microsoft.com/office/drawing/2014/main" id="{4E6FB219-2811-42CF-B4C8-D90F49E1D9E1}"/>
              </a:ext>
            </a:extLst>
          </p:cNvPr>
          <p:cNvSpPr>
            <a:spLocks xmlns:a="http://schemas.openxmlformats.org/drawingml/2006/main" noGrp="1"/>
          </p:cNvSpPr>
          <p:nvPr/>
        </p:nvSpPr>
        <p:spPr>
          <a:xfrm xmlns:a="http://schemas.openxmlformats.org/drawingml/2006/main">
            <a:off x="7874413" y="4480108"/>
            <a:ext cx="107728" cy="107728"/>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32" name="Ledning">
            <a:extLst xmlns:a="http://schemas.openxmlformats.org/drawingml/2006/main">
              <a:ext uri="{FF2B5EF4-FFF2-40B4-BE49-F238E27FC236}">
                <a16:creationId xmlns:a16="http://schemas.microsoft.com/office/drawing/2014/main" id="{EFDDFB72-D8DE-429F-81F2-269A27115280}"/>
              </a:ext>
            </a:extLst>
          </p:cNvPr>
          <p:cNvSpPr>
            <a:spLocks xmlns:a="http://schemas.openxmlformats.org/drawingml/2006/main" noGrp="1"/>
          </p:cNvSpPr>
          <p:nvPr/>
        </p:nvSpPr>
        <p:spPr>
          <a:xfrm xmlns:a="http://schemas.openxmlformats.org/drawingml/2006/main">
            <a:off x="7928277" y="4533971"/>
            <a:ext cx="715661" cy="715"/>
          </a:xfrm>
          <a:custGeom xmlns:a="http://schemas.openxmlformats.org/drawingml/2006/main">
            <a:pathLst>
              <a:path w="954215" h="953">
                <a:moveTo>
                  <a:pt x="0" y="0"/>
                </a:moveTo>
                <a:lnTo>
                  <a:pt x="954215" y="0"/>
                </a:lnTo>
              </a:path>
            </a:pathLst>
          </a:custGeom>
          <a:noFill xmlns:a="http://schemas.openxmlformats.org/drawingml/2006/main"/>
          <a:ln xmlns:a="http://schemas.openxmlformats.org/drawingml/2006/main" w="35719">
            <a:solidFill>
              <a:srgbClr val="AD2929"/>
            </a:solidFill>
          </a:ln>
        </p:spPr>
      </p:sp>
      <p:sp>
        <p:nvSpPr>
          <p:cNvPr id="33" name="Ledning">
            <a:extLst xmlns:a="http://schemas.openxmlformats.org/drawingml/2006/main">
              <a:ext uri="{FF2B5EF4-FFF2-40B4-BE49-F238E27FC236}">
                <a16:creationId xmlns:a16="http://schemas.microsoft.com/office/drawing/2014/main" id="{89F5FEC2-EAB8-4D36-8695-8A5F3BEFFE97}"/>
              </a:ext>
            </a:extLst>
          </p:cNvPr>
          <p:cNvSpPr>
            <a:spLocks xmlns:a="http://schemas.openxmlformats.org/drawingml/2006/main" noGrp="1"/>
          </p:cNvSpPr>
          <p:nvPr/>
        </p:nvSpPr>
        <p:spPr>
          <a:xfrm xmlns:a="http://schemas.openxmlformats.org/drawingml/2006/main">
            <a:off x="8643938" y="2005012"/>
            <a:ext cx="715" cy="2528959"/>
          </a:xfrm>
          <a:custGeom xmlns:a="http://schemas.openxmlformats.org/drawingml/2006/main">
            <a:pathLst>
              <a:path w="953" h="3371945">
                <a:moveTo>
                  <a:pt x="0" y="3371945"/>
                </a:moveTo>
                <a:lnTo>
                  <a:pt x="0" y="0"/>
                </a:lnTo>
              </a:path>
            </a:pathLst>
          </a:custGeom>
          <a:noFill xmlns:a="http://schemas.openxmlformats.org/drawingml/2006/main"/>
          <a:ln xmlns:a="http://schemas.openxmlformats.org/drawingml/2006/main" w="35719">
            <a:solidFill>
              <a:srgbClr val="AD2929"/>
            </a:solidFill>
          </a:ln>
        </p:spPr>
      </p:sp>
      <p:sp>
        <p:nvSpPr>
          <p:cNvPr id="34" name="Ledning">
            <a:extLst xmlns:a="http://schemas.openxmlformats.org/drawingml/2006/main">
              <a:ext uri="{FF2B5EF4-FFF2-40B4-BE49-F238E27FC236}">
                <a16:creationId xmlns:a16="http://schemas.microsoft.com/office/drawing/2014/main" id="{765BFF5C-02CC-414E-ACE5-B69F910E62ED}"/>
              </a:ext>
            </a:extLst>
          </p:cNvPr>
          <p:cNvSpPr>
            <a:spLocks xmlns:a="http://schemas.openxmlformats.org/drawingml/2006/main" noGrp="1"/>
          </p:cNvSpPr>
          <p:nvPr/>
        </p:nvSpPr>
        <p:spPr>
          <a:xfrm xmlns:a="http://schemas.openxmlformats.org/drawingml/2006/main">
            <a:off x="5429250" y="2005012"/>
            <a:ext cx="3214688" cy="715"/>
          </a:xfrm>
          <a:custGeom xmlns:a="http://schemas.openxmlformats.org/drawingml/2006/main">
            <a:pathLst>
              <a:path w="4286250" h="953">
                <a:moveTo>
                  <a:pt x="4286250" y="0"/>
                </a:moveTo>
                <a:lnTo>
                  <a:pt x="0" y="0"/>
                </a:lnTo>
              </a:path>
            </a:pathLst>
          </a:custGeom>
          <a:noFill xmlns:a="http://schemas.openxmlformats.org/drawingml/2006/main"/>
          <a:ln xmlns:a="http://schemas.openxmlformats.org/drawingml/2006/main" w="35719">
            <a:solidFill>
              <a:srgbClr val="AD2929"/>
            </a:solidFill>
          </a:ln>
        </p:spPr>
      </p:sp>
      <p:sp>
        <p:nvSpPr>
          <p:cNvPr id="35" name="Ledning">
            <a:extLst xmlns:a="http://schemas.openxmlformats.org/drawingml/2006/main">
              <a:ext uri="{FF2B5EF4-FFF2-40B4-BE49-F238E27FC236}">
                <a16:creationId xmlns:a16="http://schemas.microsoft.com/office/drawing/2014/main" id="{3D96B826-DBA3-4F4F-BBA5-37504D4D60A8}"/>
              </a:ext>
            </a:extLst>
          </p:cNvPr>
          <p:cNvSpPr>
            <a:spLocks xmlns:a="http://schemas.openxmlformats.org/drawingml/2006/main" noGrp="1"/>
          </p:cNvSpPr>
          <p:nvPr/>
        </p:nvSpPr>
        <p:spPr>
          <a:xfrm xmlns:a="http://schemas.openxmlformats.org/drawingml/2006/main">
            <a:off x="5429250" y="2005012"/>
            <a:ext cx="715" cy="792956"/>
          </a:xfrm>
          <a:custGeom xmlns:a="http://schemas.openxmlformats.org/drawingml/2006/main">
            <a:pathLst>
              <a:path w="953" h="1057275">
                <a:moveTo>
                  <a:pt x="0" y="0"/>
                </a:moveTo>
                <a:lnTo>
                  <a:pt x="0" y="1057275"/>
                </a:lnTo>
              </a:path>
            </a:pathLst>
          </a:custGeom>
          <a:noFill xmlns:a="http://schemas.openxmlformats.org/drawingml/2006/main"/>
          <a:ln xmlns:a="http://schemas.openxmlformats.org/drawingml/2006/main" w="35719">
            <a:solidFill>
              <a:srgbClr val="AD2929"/>
            </a:solidFill>
          </a:ln>
        </p:spPr>
      </p:sp>
      <p:sp>
        <p:nvSpPr>
          <p:cNvPr id="36" name="Ledning">
            <a:extLst xmlns:a="http://schemas.openxmlformats.org/drawingml/2006/main">
              <a:ext uri="{FF2B5EF4-FFF2-40B4-BE49-F238E27FC236}">
                <a16:creationId xmlns:a16="http://schemas.microsoft.com/office/drawing/2014/main" id="{DE4456E8-4EBF-427A-9E44-2B1731631FB8}"/>
              </a:ext>
            </a:extLst>
          </p:cNvPr>
          <p:cNvSpPr>
            <a:spLocks xmlns:a="http://schemas.openxmlformats.org/drawingml/2006/main" noGrp="1"/>
          </p:cNvSpPr>
          <p:nvPr/>
        </p:nvSpPr>
        <p:spPr>
          <a:xfrm xmlns:a="http://schemas.openxmlformats.org/drawingml/2006/main">
            <a:off x="4179094" y="2797969"/>
            <a:ext cx="1250156" cy="715"/>
          </a:xfrm>
          <a:custGeom xmlns:a="http://schemas.openxmlformats.org/drawingml/2006/main">
            <a:pathLst>
              <a:path w="1666875" h="953">
                <a:moveTo>
                  <a:pt x="1666875" y="0"/>
                </a:moveTo>
                <a:lnTo>
                  <a:pt x="0" y="0"/>
                </a:lnTo>
              </a:path>
            </a:pathLst>
          </a:custGeom>
          <a:noFill xmlns:a="http://schemas.openxmlformats.org/drawingml/2006/main"/>
          <a:ln xmlns:a="http://schemas.openxmlformats.org/drawingml/2006/main" w="35719">
            <a:solidFill>
              <a:srgbClr val="AD2929"/>
            </a:solidFill>
          </a:ln>
        </p:spPr>
      </p:sp>
      <p:sp>
        <p:nvSpPr>
          <p:cNvPr id="37" name="Ledning">
            <a:extLst xmlns:a="http://schemas.openxmlformats.org/drawingml/2006/main">
              <a:ext uri="{FF2B5EF4-FFF2-40B4-BE49-F238E27FC236}">
                <a16:creationId xmlns:a16="http://schemas.microsoft.com/office/drawing/2014/main" id="{22371B7F-FCBB-40CF-BDBA-1E5B7B14BB74}"/>
              </a:ext>
            </a:extLst>
          </p:cNvPr>
          <p:cNvSpPr>
            <a:spLocks xmlns:a="http://schemas.openxmlformats.org/drawingml/2006/main" noGrp="1"/>
          </p:cNvSpPr>
          <p:nvPr/>
        </p:nvSpPr>
        <p:spPr>
          <a:xfrm xmlns:a="http://schemas.openxmlformats.org/drawingml/2006/main">
            <a:off x="7571947" y="4533971"/>
            <a:ext cx="715" cy="507135"/>
          </a:xfrm>
          <a:custGeom xmlns:a="http://schemas.openxmlformats.org/drawingml/2006/main">
            <a:pathLst>
              <a:path w="953" h="676180">
                <a:moveTo>
                  <a:pt x="0" y="0"/>
                </a:moveTo>
                <a:lnTo>
                  <a:pt x="0" y="676180"/>
                </a:lnTo>
              </a:path>
            </a:pathLst>
          </a:custGeom>
          <a:noFill xmlns:a="http://schemas.openxmlformats.org/drawingml/2006/main"/>
          <a:ln xmlns:a="http://schemas.openxmlformats.org/drawingml/2006/main" w="35719">
            <a:solidFill>
              <a:srgbClr val="20282E"/>
            </a:solidFill>
          </a:ln>
        </p:spPr>
      </p:sp>
      <p:sp>
        <p:nvSpPr>
          <p:cNvPr id="38" name="Ledning">
            <a:extLst xmlns:a="http://schemas.openxmlformats.org/drawingml/2006/main">
              <a:ext uri="{FF2B5EF4-FFF2-40B4-BE49-F238E27FC236}">
                <a16:creationId xmlns:a16="http://schemas.microsoft.com/office/drawing/2014/main" id="{17A40252-E52C-4436-99C4-52DB0FBD4781}"/>
              </a:ext>
            </a:extLst>
          </p:cNvPr>
          <p:cNvSpPr>
            <a:spLocks xmlns:a="http://schemas.openxmlformats.org/drawingml/2006/main" noGrp="1"/>
          </p:cNvSpPr>
          <p:nvPr/>
        </p:nvSpPr>
        <p:spPr>
          <a:xfrm xmlns:a="http://schemas.openxmlformats.org/drawingml/2006/main">
            <a:off x="5679281" y="5041106"/>
            <a:ext cx="1892666" cy="715"/>
          </a:xfrm>
          <a:custGeom xmlns:a="http://schemas.openxmlformats.org/drawingml/2006/main">
            <a:pathLst>
              <a:path w="2523554" h="953">
                <a:moveTo>
                  <a:pt x="2523554" y="0"/>
                </a:moveTo>
                <a:lnTo>
                  <a:pt x="0" y="0"/>
                </a:lnTo>
              </a:path>
            </a:pathLst>
          </a:custGeom>
          <a:noFill xmlns:a="http://schemas.openxmlformats.org/drawingml/2006/main"/>
          <a:ln xmlns:a="http://schemas.openxmlformats.org/drawingml/2006/main" w="35719">
            <a:solidFill>
              <a:srgbClr val="20282E"/>
            </a:solidFill>
          </a:ln>
        </p:spPr>
      </p:sp>
      <p:sp>
        <p:nvSpPr>
          <p:cNvPr id="39" name="Ledning">
            <a:extLst xmlns:a="http://schemas.openxmlformats.org/drawingml/2006/main">
              <a:ext uri="{FF2B5EF4-FFF2-40B4-BE49-F238E27FC236}">
                <a16:creationId xmlns:a16="http://schemas.microsoft.com/office/drawing/2014/main" id="{A84B10FB-6B25-4AC3-8487-8D4B7A4CCFBD}"/>
              </a:ext>
            </a:extLst>
          </p:cNvPr>
          <p:cNvSpPr>
            <a:spLocks xmlns:a="http://schemas.openxmlformats.org/drawingml/2006/main" noGrp="1"/>
          </p:cNvSpPr>
          <p:nvPr/>
        </p:nvSpPr>
        <p:spPr>
          <a:xfrm xmlns:a="http://schemas.openxmlformats.org/drawingml/2006/main">
            <a:off x="5679281" y="4226719"/>
            <a:ext cx="715" cy="814388"/>
          </a:xfrm>
          <a:custGeom xmlns:a="http://schemas.openxmlformats.org/drawingml/2006/main">
            <a:pathLst>
              <a:path w="953" h="1085850">
                <a:moveTo>
                  <a:pt x="0" y="1085850"/>
                </a:moveTo>
                <a:lnTo>
                  <a:pt x="0" y="0"/>
                </a:lnTo>
              </a:path>
            </a:pathLst>
          </a:custGeom>
          <a:noFill xmlns:a="http://schemas.openxmlformats.org/drawingml/2006/main"/>
          <a:ln xmlns:a="http://schemas.openxmlformats.org/drawingml/2006/main" w="35719">
            <a:solidFill>
              <a:srgbClr val="20282E"/>
            </a:solidFill>
          </a:ln>
        </p:spPr>
      </p:sp>
      <p:sp>
        <p:nvSpPr>
          <p:cNvPr id="40" name="Ledning">
            <a:extLst xmlns:a="http://schemas.openxmlformats.org/drawingml/2006/main">
              <a:ext uri="{FF2B5EF4-FFF2-40B4-BE49-F238E27FC236}">
                <a16:creationId xmlns:a16="http://schemas.microsoft.com/office/drawing/2014/main" id="{F23773B6-E25E-4257-ACF9-D12CDF0A8DD7}"/>
              </a:ext>
            </a:extLst>
          </p:cNvPr>
          <p:cNvSpPr>
            <a:spLocks xmlns:a="http://schemas.openxmlformats.org/drawingml/2006/main" noGrp="1"/>
          </p:cNvSpPr>
          <p:nvPr/>
        </p:nvSpPr>
        <p:spPr>
          <a:xfrm xmlns:a="http://schemas.openxmlformats.org/drawingml/2006/main">
            <a:off x="4179094" y="4226719"/>
            <a:ext cx="1500188" cy="715"/>
          </a:xfrm>
          <a:custGeom xmlns:a="http://schemas.openxmlformats.org/drawingml/2006/main">
            <a:pathLst>
              <a:path w="2000250" h="953">
                <a:moveTo>
                  <a:pt x="2000250" y="0"/>
                </a:moveTo>
                <a:lnTo>
                  <a:pt x="0" y="0"/>
                </a:lnTo>
              </a:path>
            </a:pathLst>
          </a:custGeom>
          <a:noFill xmlns:a="http://schemas.openxmlformats.org/drawingml/2006/main"/>
          <a:ln xmlns:a="http://schemas.openxmlformats.org/drawingml/2006/main" w="35719">
            <a:solidFill>
              <a:srgbClr val="20282E"/>
            </a:solidFill>
          </a:ln>
        </p:spPr>
      </p:sp>
      <p:sp>
        <p:nvSpPr>
          <p:cNvPr id="41" name="">
            <a:extLst xmlns:a="http://schemas.openxmlformats.org/drawingml/2006/main">
              <a:ext uri="{FF2B5EF4-FFF2-40B4-BE49-F238E27FC236}">
                <a16:creationId xmlns:a16="http://schemas.microsoft.com/office/drawing/2014/main" id="{DD78582A-C394-4188-824F-DBC27E8612C9}"/>
              </a:ext>
            </a:extLst>
          </p:cNvPr>
          <p:cNvSpPr>
            <a:spLocks xmlns:a="http://schemas.openxmlformats.org/drawingml/2006/main" noGrp="1"/>
          </p:cNvSpPr>
          <p:nvPr/>
        </p:nvSpPr>
        <p:spPr>
          <a:xfrm xmlns:a="http://schemas.openxmlformats.org/drawingml/2006/main">
            <a:off x="4129088" y="2747962"/>
            <a:ext cx="100012" cy="100012"/>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42" name="">
            <a:extLst xmlns:a="http://schemas.openxmlformats.org/drawingml/2006/main">
              <a:ext uri="{FF2B5EF4-FFF2-40B4-BE49-F238E27FC236}">
                <a16:creationId xmlns:a16="http://schemas.microsoft.com/office/drawing/2014/main" id="{30356205-FA04-4420-91BA-EBA7957B2785}"/>
              </a:ext>
            </a:extLst>
          </p:cNvPr>
          <p:cNvSpPr>
            <a:spLocks xmlns:a="http://schemas.openxmlformats.org/drawingml/2006/main" noGrp="1"/>
          </p:cNvSpPr>
          <p:nvPr/>
        </p:nvSpPr>
        <p:spPr>
          <a:xfrm xmlns:a="http://schemas.openxmlformats.org/drawingml/2006/main">
            <a:off x="4129088" y="4176712"/>
            <a:ext cx="100012" cy="100012"/>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43" name="En spets på varje anslutning. Här är 1 kΩ samma sak som">
            <a:extLst xmlns:a="http://schemas.openxmlformats.org/drawingml/2006/main">
              <a:ext uri="{FF2B5EF4-FFF2-40B4-BE49-F238E27FC236}">
                <a16:creationId xmlns:a16="http://schemas.microsoft.com/office/drawing/2014/main" id="{0F259A3E-9B15-4A02-969C-138F67915A0D}"/>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En spets på varje anslutning. Här är 1 kΩ samma sak som 1 000 Ω.</a:t>
            </a:r>
          </a:p>
        </p:txBody>
      </p:sp>
      <p:sp>
        <p:nvSpPr>
          <p:cNvPr id="9001" name="Resistans  Mät över komponenten">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Resistans  Mät över komponenten</a:t>
            </a:r>
          </a:p>
        </p:txBody>
      </p:sp>
      <p:sp>
        <p:nvSpPr>
          <p:cNvPr id="9002" name="26">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26</a:t>
            </a:r>
          </a:p>
        </p:txBody>
      </p:sp>
    </p:spTree>
    <p:extLst>
      <p:ext uri="{BB962C8B-B14F-4D97-AF65-F5344CB8AC3E}">
        <p14:creationId xmlns:p14="http://schemas.microsoft.com/office/powerpoint/2010/main" val="193454550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Matningen frånkopplad och spänningen kontrollerad">
            <a:extLst xmlns:a="http://schemas.openxmlformats.org/drawingml/2006/main">
              <a:ext uri="{FF2B5EF4-FFF2-40B4-BE49-F238E27FC236}">
                <a16:creationId xmlns:a16="http://schemas.microsoft.com/office/drawing/2014/main" id="{0EFF0BB1-BF86-4511-9568-AB5394927B9D}"/>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Matningen frånkopplad och spänningen kontrollerad</a:t>
            </a:r>
          </a:p>
        </p:txBody>
      </p:sp>
      <p:sp>
        <p:nvSpPr>
          <p:cNvPr id="5" name="">
            <a:extLst xmlns:a="http://schemas.openxmlformats.org/drawingml/2006/main">
              <a:ext uri="{FF2B5EF4-FFF2-40B4-BE49-F238E27FC236}">
                <a16:creationId xmlns:a16="http://schemas.microsoft.com/office/drawing/2014/main" id="{7A5A47D8-EC35-4D9E-9035-49BEBEE0C524}"/>
              </a:ext>
            </a:extLst>
          </p:cNvPr>
          <p:cNvSpPr>
            <a:spLocks xmlns:a="http://schemas.openxmlformats.org/drawingml/2006/main" noGrp="1"/>
          </p:cNvSpPr>
          <p:nvPr/>
        </p:nvSpPr>
        <p:spPr>
          <a:xfrm xmlns:a="http://schemas.openxmlformats.org/drawingml/2006/main">
            <a:off x="3664744" y="3498056"/>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AD2929"/>
            </a:solidFill>
          </a:ln>
        </p:spPr>
      </p:sp>
      <p:sp>
        <p:nvSpPr>
          <p:cNvPr id="6" name="Spetsarna mot varandra">
            <a:extLst xmlns:a="http://schemas.openxmlformats.org/drawingml/2006/main">
              <a:ext uri="{FF2B5EF4-FFF2-40B4-BE49-F238E27FC236}">
                <a16:creationId xmlns:a16="http://schemas.microsoft.com/office/drawing/2014/main" id="{59A6FEFF-C1E2-4B4E-ABC0-E0880C4B8785}"/>
              </a:ext>
            </a:extLst>
          </p:cNvPr>
          <p:cNvSpPr>
            <a:spLocks xmlns:a="http://schemas.openxmlformats.org/drawingml/2006/main" noGrp="1"/>
          </p:cNvSpPr>
          <p:nvPr/>
        </p:nvSpPr>
        <p:spPr>
          <a:xfrm xmlns:a="http://schemas.openxmlformats.org/drawingml/2006/main">
            <a:off x="1571625" y="2940844"/>
            <a:ext cx="321468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Spetsarna mot varandra</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ac4c1405bec7443e"/>
          <a:stretch xmlns:a="http://schemas.openxmlformats.org/drawingml/2006/main"/>
        </p:blipFill>
        <p:spPr>
          <a:xfrm xmlns:a="http://schemas.openxmlformats.org/drawingml/2006/main">
            <a:off x="6357938" y="1905000"/>
            <a:ext cx="2071688" cy="3107531"/>
          </a:xfrm>
          <a:prstGeom xmlns:a="http://schemas.openxmlformats.org/drawingml/2006/main" prst="rect">
            <a:avLst/>
          </a:prstGeom>
        </p:spPr>
      </p:pic>
      <p:sp>
        <p:nvSpPr>
          <p:cNvPr id="8" name="10 A">
            <a:extLst xmlns:a="http://schemas.openxmlformats.org/drawingml/2006/main">
              <a:ext uri="{FF2B5EF4-FFF2-40B4-BE49-F238E27FC236}">
                <a16:creationId xmlns:a16="http://schemas.microsoft.com/office/drawing/2014/main" id="{B00B284E-5039-47A8-8951-9EFE4B654781}"/>
              </a:ext>
            </a:extLst>
          </p:cNvPr>
          <p:cNvSpPr>
            <a:spLocks xmlns:a="http://schemas.openxmlformats.org/drawingml/2006/main" noGrp="1"/>
          </p:cNvSpPr>
          <p:nvPr/>
        </p:nvSpPr>
        <p:spPr>
          <a:xfrm xmlns:a="http://schemas.openxmlformats.org/drawingml/2006/main">
            <a:off x="667283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10 A</a:t>
            </a:r>
          </a:p>
        </p:txBody>
      </p:sp>
      <p:sp>
        <p:nvSpPr>
          <p:cNvPr id="9" name="mA">
            <a:extLst xmlns:a="http://schemas.openxmlformats.org/drawingml/2006/main">
              <a:ext uri="{FF2B5EF4-FFF2-40B4-BE49-F238E27FC236}">
                <a16:creationId xmlns:a16="http://schemas.microsoft.com/office/drawing/2014/main" id="{29708ED7-5E9A-4589-8FC9-6F67B09F7ED9}"/>
              </a:ext>
            </a:extLst>
          </p:cNvPr>
          <p:cNvSpPr>
            <a:spLocks xmlns:a="http://schemas.openxmlformats.org/drawingml/2006/main" noGrp="1"/>
          </p:cNvSpPr>
          <p:nvPr/>
        </p:nvSpPr>
        <p:spPr>
          <a:xfrm xmlns:a="http://schemas.openxmlformats.org/drawingml/2006/main">
            <a:off x="702916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mA</a:t>
            </a:r>
          </a:p>
        </p:txBody>
      </p:sp>
      <p:sp>
        <p:nvSpPr>
          <p:cNvPr id="10" name="COM">
            <a:extLst xmlns:a="http://schemas.openxmlformats.org/drawingml/2006/main">
              <a:ext uri="{FF2B5EF4-FFF2-40B4-BE49-F238E27FC236}">
                <a16:creationId xmlns:a16="http://schemas.microsoft.com/office/drawing/2014/main" id="{3E2372A3-06D1-4878-B354-436DEC255A4A}"/>
              </a:ext>
            </a:extLst>
          </p:cNvPr>
          <p:cNvSpPr>
            <a:spLocks xmlns:a="http://schemas.openxmlformats.org/drawingml/2006/main" noGrp="1"/>
          </p:cNvSpPr>
          <p:nvPr/>
        </p:nvSpPr>
        <p:spPr>
          <a:xfrm xmlns:a="http://schemas.openxmlformats.org/drawingml/2006/main">
            <a:off x="738549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COM</a:t>
            </a:r>
          </a:p>
        </p:txBody>
      </p:sp>
      <p:sp>
        <p:nvSpPr>
          <p:cNvPr id="11" name="VΩ">
            <a:extLst xmlns:a="http://schemas.openxmlformats.org/drawingml/2006/main">
              <a:ext uri="{FF2B5EF4-FFF2-40B4-BE49-F238E27FC236}">
                <a16:creationId xmlns:a16="http://schemas.microsoft.com/office/drawing/2014/main" id="{04466C16-AC16-44ED-A8BE-64BFD4433840}"/>
              </a:ext>
            </a:extLst>
          </p:cNvPr>
          <p:cNvSpPr>
            <a:spLocks xmlns:a="http://schemas.openxmlformats.org/drawingml/2006/main" noGrp="1"/>
          </p:cNvSpPr>
          <p:nvPr/>
        </p:nvSpPr>
        <p:spPr>
          <a:xfrm xmlns:a="http://schemas.openxmlformats.org/drawingml/2006/main">
            <a:off x="7741825"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VΩ</a:t>
            </a:r>
          </a:p>
        </p:txBody>
      </p:sp>
      <p:sp>
        <p:nvSpPr>
          <p:cNvPr id="12" name="0,3 Ω">
            <a:extLst xmlns:a="http://schemas.openxmlformats.org/drawingml/2006/main">
              <a:ext uri="{FF2B5EF4-FFF2-40B4-BE49-F238E27FC236}">
                <a16:creationId xmlns:a16="http://schemas.microsoft.com/office/drawing/2014/main" id="{B4C292CB-06C9-4A27-9D78-C9A8196EFFF6}"/>
              </a:ext>
            </a:extLst>
          </p:cNvPr>
          <p:cNvSpPr>
            <a:spLocks xmlns:a="http://schemas.openxmlformats.org/drawingml/2006/main" noGrp="1"/>
          </p:cNvSpPr>
          <p:nvPr/>
        </p:nvSpPr>
        <p:spPr>
          <a:xfrm xmlns:a="http://schemas.openxmlformats.org/drawingml/2006/main">
            <a:off x="6772275" y="2277904"/>
            <a:ext cx="1243012" cy="341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6" b="1">
                <a:solidFill>
                  <a:srgbClr val="111111"/>
                </a:solidFill>
                <a:latin typeface="Calibri"/>
                <a:ea typeface="Calibri"/>
                <a:cs typeface="Calibri"/>
              </a:defRPr>
            </a:pPr>
            <a:r>
              <a:rPr sz="1876" b="1">
                <a:solidFill>
                  <a:srgbClr val="111111"/>
                </a:solidFill>
                <a:latin typeface="Calibri"/>
                <a:ea typeface="Calibri"/>
                <a:cs typeface="Calibri"/>
              </a:rPr>
              <a:t>0,3 Ω</a:t>
            </a:r>
          </a:p>
        </p:txBody>
      </p:sp>
      <p:sp>
        <p:nvSpPr>
          <p:cNvPr id="13" name="PIP">
            <a:extLst xmlns:a="http://schemas.openxmlformats.org/drawingml/2006/main">
              <a:ext uri="{FF2B5EF4-FFF2-40B4-BE49-F238E27FC236}">
                <a16:creationId xmlns:a16="http://schemas.microsoft.com/office/drawing/2014/main" id="{FDF10F87-4FE6-437E-844F-16F4B805B71D}"/>
              </a:ext>
            </a:extLst>
          </p:cNvPr>
          <p:cNvSpPr>
            <a:spLocks xmlns:a="http://schemas.openxmlformats.org/drawingml/2006/main" noGrp="1"/>
          </p:cNvSpPr>
          <p:nvPr/>
        </p:nvSpPr>
        <p:spPr>
          <a:xfrm xmlns:a="http://schemas.openxmlformats.org/drawingml/2006/main">
            <a:off x="6813709" y="2622840"/>
            <a:ext cx="1160145" cy="121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62" b="1">
                <a:solidFill>
                  <a:srgbClr val="111111"/>
                </a:solidFill>
                <a:latin typeface="Calibri"/>
                <a:ea typeface="Calibri"/>
                <a:cs typeface="Calibri"/>
              </a:defRPr>
            </a:pPr>
            <a:r>
              <a:rPr sz="962" b="1">
                <a:solidFill>
                  <a:srgbClr val="111111"/>
                </a:solidFill>
                <a:latin typeface="Calibri"/>
                <a:ea typeface="Calibri"/>
                <a:cs typeface="Calibri"/>
              </a:rPr>
              <a:t>PIP</a:t>
            </a:r>
          </a:p>
        </p:txBody>
      </p:sp>
      <p:sp>
        <p:nvSpPr>
          <p:cNvPr id="14" name="V DC">
            <a:extLst xmlns:a="http://schemas.openxmlformats.org/drawingml/2006/main">
              <a:ext uri="{FF2B5EF4-FFF2-40B4-BE49-F238E27FC236}">
                <a16:creationId xmlns:a16="http://schemas.microsoft.com/office/drawing/2014/main" id="{BB5FABBE-4515-4C69-9FB8-BF4458FBD508}"/>
              </a:ext>
            </a:extLst>
          </p:cNvPr>
          <p:cNvSpPr>
            <a:spLocks xmlns:a="http://schemas.openxmlformats.org/drawingml/2006/main" noGrp="1"/>
          </p:cNvSpPr>
          <p:nvPr/>
        </p:nvSpPr>
        <p:spPr>
          <a:xfrm xmlns:a="http://schemas.openxmlformats.org/drawingml/2006/main">
            <a:off x="7207330" y="285279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DC</a:t>
            </a:r>
          </a:p>
        </p:txBody>
      </p:sp>
      <p:sp>
        <p:nvSpPr>
          <p:cNvPr id="15" name="V AC">
            <a:extLst xmlns:a="http://schemas.openxmlformats.org/drawingml/2006/main">
              <a:ext uri="{FF2B5EF4-FFF2-40B4-BE49-F238E27FC236}">
                <a16:creationId xmlns:a16="http://schemas.microsoft.com/office/drawing/2014/main" id="{5844834E-147D-4087-B6AF-04D981FA237A}"/>
              </a:ext>
            </a:extLst>
          </p:cNvPr>
          <p:cNvSpPr>
            <a:spLocks xmlns:a="http://schemas.openxmlformats.org/drawingml/2006/main" noGrp="1"/>
          </p:cNvSpPr>
          <p:nvPr/>
        </p:nvSpPr>
        <p:spPr>
          <a:xfrm xmlns:a="http://schemas.openxmlformats.org/drawingml/2006/main">
            <a:off x="7664834"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AC</a:t>
            </a:r>
          </a:p>
        </p:txBody>
      </p:sp>
      <p:sp>
        <p:nvSpPr>
          <p:cNvPr id="16" name="A DC">
            <a:extLst xmlns:a="http://schemas.openxmlformats.org/drawingml/2006/main">
              <a:ext uri="{FF2B5EF4-FFF2-40B4-BE49-F238E27FC236}">
                <a16:creationId xmlns:a16="http://schemas.microsoft.com/office/drawing/2014/main" id="{40897EE8-ACE3-4CA6-A284-F7F310DE6FB1}"/>
              </a:ext>
            </a:extLst>
          </p:cNvPr>
          <p:cNvSpPr>
            <a:spLocks xmlns:a="http://schemas.openxmlformats.org/drawingml/2006/main" noGrp="1"/>
          </p:cNvSpPr>
          <p:nvPr/>
        </p:nvSpPr>
        <p:spPr>
          <a:xfrm xmlns:a="http://schemas.openxmlformats.org/drawingml/2006/main">
            <a:off x="7664834"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A DC</a:t>
            </a:r>
          </a:p>
        </p:txBody>
      </p:sp>
      <p:sp>
        <p:nvSpPr>
          <p:cNvPr id="17" name="Ω">
            <a:extLst xmlns:a="http://schemas.openxmlformats.org/drawingml/2006/main">
              <a:ext uri="{FF2B5EF4-FFF2-40B4-BE49-F238E27FC236}">
                <a16:creationId xmlns:a16="http://schemas.microsoft.com/office/drawing/2014/main" id="{19B826D0-D132-4331-8434-F5FE31D4791B}"/>
              </a:ext>
            </a:extLst>
          </p:cNvPr>
          <p:cNvSpPr>
            <a:spLocks xmlns:a="http://schemas.openxmlformats.org/drawingml/2006/main" noGrp="1"/>
          </p:cNvSpPr>
          <p:nvPr/>
        </p:nvSpPr>
        <p:spPr>
          <a:xfrm xmlns:a="http://schemas.openxmlformats.org/drawingml/2006/main">
            <a:off x="7207330" y="390935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Ω</a:t>
            </a:r>
          </a:p>
        </p:txBody>
      </p:sp>
      <p:sp>
        <p:nvSpPr>
          <p:cNvPr id="18" name="PIP">
            <a:extLst xmlns:a="http://schemas.openxmlformats.org/drawingml/2006/main">
              <a:ext uri="{FF2B5EF4-FFF2-40B4-BE49-F238E27FC236}">
                <a16:creationId xmlns:a16="http://schemas.microsoft.com/office/drawing/2014/main" id="{2409C89F-CFCD-4F11-879F-F7517A86EF04}"/>
              </a:ext>
            </a:extLst>
          </p:cNvPr>
          <p:cNvSpPr>
            <a:spLocks xmlns:a="http://schemas.openxmlformats.org/drawingml/2006/main" noGrp="1"/>
          </p:cNvSpPr>
          <p:nvPr/>
        </p:nvSpPr>
        <p:spPr>
          <a:xfrm xmlns:a="http://schemas.openxmlformats.org/drawingml/2006/main">
            <a:off x="6749825"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1">
                <a:solidFill>
                  <a:srgbClr val="064F91"/>
                </a:solidFill>
                <a:latin typeface="Calibri"/>
                <a:ea typeface="Calibri"/>
                <a:cs typeface="Calibri"/>
              </a:defRPr>
            </a:pPr>
            <a:r>
              <a:rPr sz="897" b="1">
                <a:solidFill>
                  <a:srgbClr val="064F91"/>
                </a:solidFill>
                <a:latin typeface="Calibri"/>
                <a:ea typeface="Calibri"/>
                <a:cs typeface="Calibri"/>
              </a:rPr>
              <a:t>PIP</a:t>
            </a:r>
          </a:p>
        </p:txBody>
      </p:sp>
      <p:sp>
        <p:nvSpPr>
          <p:cNvPr id="19" name="OFF">
            <a:extLst xmlns:a="http://schemas.openxmlformats.org/drawingml/2006/main">
              <a:ext uri="{FF2B5EF4-FFF2-40B4-BE49-F238E27FC236}">
                <a16:creationId xmlns:a16="http://schemas.microsoft.com/office/drawing/2014/main" id="{930EDB2C-4D27-49C7-9040-C8FE4A1B579F}"/>
              </a:ext>
            </a:extLst>
          </p:cNvPr>
          <p:cNvSpPr>
            <a:spLocks xmlns:a="http://schemas.openxmlformats.org/drawingml/2006/main" noGrp="1"/>
          </p:cNvSpPr>
          <p:nvPr/>
        </p:nvSpPr>
        <p:spPr>
          <a:xfrm xmlns:a="http://schemas.openxmlformats.org/drawingml/2006/main">
            <a:off x="6749825"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OFF</a:t>
            </a:r>
          </a:p>
        </p:txBody>
      </p:sp>
      <p:sp>
        <p:nvSpPr>
          <p:cNvPr id="20" name="Ledning">
            <a:extLst xmlns:a="http://schemas.openxmlformats.org/drawingml/2006/main">
              <a:ext uri="{FF2B5EF4-FFF2-40B4-BE49-F238E27FC236}">
                <a16:creationId xmlns:a16="http://schemas.microsoft.com/office/drawing/2014/main" id="{878FD217-E692-449C-82F8-D4D0225AC0F0}"/>
              </a:ext>
            </a:extLst>
          </p:cNvPr>
          <p:cNvSpPr>
            <a:spLocks xmlns:a="http://schemas.openxmlformats.org/drawingml/2006/main" noGrp="1"/>
          </p:cNvSpPr>
          <p:nvPr/>
        </p:nvSpPr>
        <p:spPr>
          <a:xfrm xmlns:a="http://schemas.openxmlformats.org/drawingml/2006/main">
            <a:off x="7124661" y="3458766"/>
            <a:ext cx="269120" cy="155377"/>
          </a:xfrm>
          <a:custGeom xmlns:a="http://schemas.openxmlformats.org/drawingml/2006/main">
            <a:pathLst>
              <a:path w="358827" h="207169">
                <a:moveTo>
                  <a:pt x="358827" y="0"/>
                </a:moveTo>
                <a:lnTo>
                  <a:pt x="0" y="207169"/>
                </a:lnTo>
              </a:path>
            </a:pathLst>
          </a:custGeom>
          <a:noFill xmlns:a="http://schemas.openxmlformats.org/drawingml/2006/main"/>
          <a:ln xmlns:a="http://schemas.openxmlformats.org/drawingml/2006/main" w="42862">
            <a:solidFill>
              <a:srgbClr val="064F91"/>
            </a:solidFill>
          </a:ln>
        </p:spPr>
      </p:sp>
      <p:sp>
        <p:nvSpPr>
          <p:cNvPr id="21" name="">
            <a:extLst xmlns:a="http://schemas.openxmlformats.org/drawingml/2006/main">
              <a:ext uri="{FF2B5EF4-FFF2-40B4-BE49-F238E27FC236}">
                <a16:creationId xmlns:a16="http://schemas.microsoft.com/office/drawing/2014/main" id="{0D967F78-D67C-4FE2-A8E2-98264253F500}"/>
              </a:ext>
            </a:extLst>
          </p:cNvPr>
          <p:cNvSpPr>
            <a:spLocks xmlns:a="http://schemas.openxmlformats.org/drawingml/2006/main" noGrp="1"/>
          </p:cNvSpPr>
          <p:nvPr/>
        </p:nvSpPr>
        <p:spPr>
          <a:xfrm xmlns:a="http://schemas.openxmlformats.org/drawingml/2006/main">
            <a:off x="7358062" y="3423047"/>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22" name="">
            <a:extLst xmlns:a="http://schemas.openxmlformats.org/drawingml/2006/main">
              <a:ext uri="{FF2B5EF4-FFF2-40B4-BE49-F238E27FC236}">
                <a16:creationId xmlns:a16="http://schemas.microsoft.com/office/drawing/2014/main" id="{4F43D72D-85BD-4E03-ACBD-7FA086A8B264}"/>
              </a:ext>
            </a:extLst>
          </p:cNvPr>
          <p:cNvSpPr>
            <a:spLocks xmlns:a="http://schemas.openxmlformats.org/drawingml/2006/main" noGrp="1"/>
          </p:cNvSpPr>
          <p:nvPr/>
        </p:nvSpPr>
        <p:spPr>
          <a:xfrm xmlns:a="http://schemas.openxmlformats.org/drawingml/2006/main">
            <a:off x="7478720" y="4440746"/>
            <a:ext cx="186452" cy="186452"/>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23" name="">
            <a:extLst xmlns:a="http://schemas.openxmlformats.org/drawingml/2006/main">
              <a:ext uri="{FF2B5EF4-FFF2-40B4-BE49-F238E27FC236}">
                <a16:creationId xmlns:a16="http://schemas.microsoft.com/office/drawing/2014/main" id="{6B10A5D8-9DB2-44A4-892D-3F3526EA572A}"/>
              </a:ext>
            </a:extLst>
          </p:cNvPr>
          <p:cNvSpPr>
            <a:spLocks xmlns:a="http://schemas.openxmlformats.org/drawingml/2006/main" noGrp="1"/>
          </p:cNvSpPr>
          <p:nvPr/>
        </p:nvSpPr>
        <p:spPr>
          <a:xfrm xmlns:a="http://schemas.openxmlformats.org/drawingml/2006/main">
            <a:off x="7518082" y="4480108"/>
            <a:ext cx="107728" cy="107728"/>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24" name="">
            <a:extLst xmlns:a="http://schemas.openxmlformats.org/drawingml/2006/main">
              <a:ext uri="{FF2B5EF4-FFF2-40B4-BE49-F238E27FC236}">
                <a16:creationId xmlns:a16="http://schemas.microsoft.com/office/drawing/2014/main" id="{83DC1AE3-0A4E-4ED4-A1B2-156B8BE16F84}"/>
              </a:ext>
            </a:extLst>
          </p:cNvPr>
          <p:cNvSpPr>
            <a:spLocks xmlns:a="http://schemas.openxmlformats.org/drawingml/2006/main" noGrp="1"/>
          </p:cNvSpPr>
          <p:nvPr/>
        </p:nvSpPr>
        <p:spPr>
          <a:xfrm xmlns:a="http://schemas.openxmlformats.org/drawingml/2006/main">
            <a:off x="7835050" y="4440746"/>
            <a:ext cx="186452" cy="186452"/>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25" name="">
            <a:extLst xmlns:a="http://schemas.openxmlformats.org/drawingml/2006/main">
              <a:ext uri="{FF2B5EF4-FFF2-40B4-BE49-F238E27FC236}">
                <a16:creationId xmlns:a16="http://schemas.microsoft.com/office/drawing/2014/main" id="{54824417-A05C-44F3-92B1-A091120B9384}"/>
              </a:ext>
            </a:extLst>
          </p:cNvPr>
          <p:cNvSpPr>
            <a:spLocks xmlns:a="http://schemas.openxmlformats.org/drawingml/2006/main" noGrp="1"/>
          </p:cNvSpPr>
          <p:nvPr/>
        </p:nvSpPr>
        <p:spPr>
          <a:xfrm xmlns:a="http://schemas.openxmlformats.org/drawingml/2006/main">
            <a:off x="7874413" y="4480108"/>
            <a:ext cx="107728" cy="107728"/>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26" name="Ledning">
            <a:extLst xmlns:a="http://schemas.openxmlformats.org/drawingml/2006/main">
              <a:ext uri="{FF2B5EF4-FFF2-40B4-BE49-F238E27FC236}">
                <a16:creationId xmlns:a16="http://schemas.microsoft.com/office/drawing/2014/main" id="{211868B2-71EF-4A88-822E-FAAD810D736F}"/>
              </a:ext>
            </a:extLst>
          </p:cNvPr>
          <p:cNvSpPr>
            <a:spLocks xmlns:a="http://schemas.openxmlformats.org/drawingml/2006/main" noGrp="1"/>
          </p:cNvSpPr>
          <p:nvPr/>
        </p:nvSpPr>
        <p:spPr>
          <a:xfrm xmlns:a="http://schemas.openxmlformats.org/drawingml/2006/main">
            <a:off x="7928277" y="4533971"/>
            <a:ext cx="715661" cy="715"/>
          </a:xfrm>
          <a:custGeom xmlns:a="http://schemas.openxmlformats.org/drawingml/2006/main">
            <a:pathLst>
              <a:path w="954215" h="953">
                <a:moveTo>
                  <a:pt x="0" y="0"/>
                </a:moveTo>
                <a:lnTo>
                  <a:pt x="954215" y="0"/>
                </a:lnTo>
              </a:path>
            </a:pathLst>
          </a:custGeom>
          <a:noFill xmlns:a="http://schemas.openxmlformats.org/drawingml/2006/main"/>
          <a:ln xmlns:a="http://schemas.openxmlformats.org/drawingml/2006/main" w="35719">
            <a:solidFill>
              <a:srgbClr val="AD2929"/>
            </a:solidFill>
          </a:ln>
        </p:spPr>
      </p:sp>
      <p:sp>
        <p:nvSpPr>
          <p:cNvPr id="27" name="Ledning">
            <a:extLst xmlns:a="http://schemas.openxmlformats.org/drawingml/2006/main">
              <a:ext uri="{FF2B5EF4-FFF2-40B4-BE49-F238E27FC236}">
                <a16:creationId xmlns:a16="http://schemas.microsoft.com/office/drawing/2014/main" id="{C82F6709-DC6D-4A8D-8D07-002ECED78610}"/>
              </a:ext>
            </a:extLst>
          </p:cNvPr>
          <p:cNvSpPr>
            <a:spLocks xmlns:a="http://schemas.openxmlformats.org/drawingml/2006/main" noGrp="1"/>
          </p:cNvSpPr>
          <p:nvPr/>
        </p:nvSpPr>
        <p:spPr>
          <a:xfrm xmlns:a="http://schemas.openxmlformats.org/drawingml/2006/main">
            <a:off x="8643938" y="2005012"/>
            <a:ext cx="715" cy="2528959"/>
          </a:xfrm>
          <a:custGeom xmlns:a="http://schemas.openxmlformats.org/drawingml/2006/main">
            <a:pathLst>
              <a:path w="953" h="3371945">
                <a:moveTo>
                  <a:pt x="0" y="3371945"/>
                </a:moveTo>
                <a:lnTo>
                  <a:pt x="0" y="0"/>
                </a:lnTo>
              </a:path>
            </a:pathLst>
          </a:custGeom>
          <a:noFill xmlns:a="http://schemas.openxmlformats.org/drawingml/2006/main"/>
          <a:ln xmlns:a="http://schemas.openxmlformats.org/drawingml/2006/main" w="35719">
            <a:solidFill>
              <a:srgbClr val="AD2929"/>
            </a:solidFill>
          </a:ln>
        </p:spPr>
      </p:sp>
      <p:sp>
        <p:nvSpPr>
          <p:cNvPr id="28" name="Ledning">
            <a:extLst xmlns:a="http://schemas.openxmlformats.org/drawingml/2006/main">
              <a:ext uri="{FF2B5EF4-FFF2-40B4-BE49-F238E27FC236}">
                <a16:creationId xmlns:a16="http://schemas.microsoft.com/office/drawing/2014/main" id="{5804C8E2-6B8D-4C2D-A302-2CC151763405}"/>
              </a:ext>
            </a:extLst>
          </p:cNvPr>
          <p:cNvSpPr>
            <a:spLocks xmlns:a="http://schemas.openxmlformats.org/drawingml/2006/main" noGrp="1"/>
          </p:cNvSpPr>
          <p:nvPr/>
        </p:nvSpPr>
        <p:spPr>
          <a:xfrm xmlns:a="http://schemas.openxmlformats.org/drawingml/2006/main">
            <a:off x="5429250" y="2005012"/>
            <a:ext cx="3214688" cy="715"/>
          </a:xfrm>
          <a:custGeom xmlns:a="http://schemas.openxmlformats.org/drawingml/2006/main">
            <a:pathLst>
              <a:path w="4286250" h="953">
                <a:moveTo>
                  <a:pt x="4286250" y="0"/>
                </a:moveTo>
                <a:lnTo>
                  <a:pt x="0" y="0"/>
                </a:lnTo>
              </a:path>
            </a:pathLst>
          </a:custGeom>
          <a:noFill xmlns:a="http://schemas.openxmlformats.org/drawingml/2006/main"/>
          <a:ln xmlns:a="http://schemas.openxmlformats.org/drawingml/2006/main" w="35719">
            <a:solidFill>
              <a:srgbClr val="AD2929"/>
            </a:solidFill>
          </a:ln>
        </p:spPr>
      </p:sp>
      <p:sp>
        <p:nvSpPr>
          <p:cNvPr id="29" name="Ledning">
            <a:extLst xmlns:a="http://schemas.openxmlformats.org/drawingml/2006/main">
              <a:ext uri="{FF2B5EF4-FFF2-40B4-BE49-F238E27FC236}">
                <a16:creationId xmlns:a16="http://schemas.microsoft.com/office/drawing/2014/main" id="{851CCB68-2457-42FD-863F-981522D9406F}"/>
              </a:ext>
            </a:extLst>
          </p:cNvPr>
          <p:cNvSpPr>
            <a:spLocks xmlns:a="http://schemas.openxmlformats.org/drawingml/2006/main" noGrp="1"/>
          </p:cNvSpPr>
          <p:nvPr/>
        </p:nvSpPr>
        <p:spPr>
          <a:xfrm xmlns:a="http://schemas.openxmlformats.org/drawingml/2006/main">
            <a:off x="5429250" y="2005012"/>
            <a:ext cx="715" cy="1543050"/>
          </a:xfrm>
          <a:custGeom xmlns:a="http://schemas.openxmlformats.org/drawingml/2006/main">
            <a:pathLst>
              <a:path w="953" h="2057400">
                <a:moveTo>
                  <a:pt x="0" y="0"/>
                </a:moveTo>
                <a:lnTo>
                  <a:pt x="0" y="2057400"/>
                </a:lnTo>
              </a:path>
            </a:pathLst>
          </a:custGeom>
          <a:noFill xmlns:a="http://schemas.openxmlformats.org/drawingml/2006/main"/>
          <a:ln xmlns:a="http://schemas.openxmlformats.org/drawingml/2006/main" w="35719">
            <a:solidFill>
              <a:srgbClr val="AD2929"/>
            </a:solidFill>
          </a:ln>
        </p:spPr>
      </p:sp>
      <p:sp>
        <p:nvSpPr>
          <p:cNvPr id="30" name="Ledning">
            <a:extLst xmlns:a="http://schemas.openxmlformats.org/drawingml/2006/main">
              <a:ext uri="{FF2B5EF4-FFF2-40B4-BE49-F238E27FC236}">
                <a16:creationId xmlns:a16="http://schemas.microsoft.com/office/drawing/2014/main" id="{A683A5A6-B62C-427F-90D4-AC8A2E3FF6B9}"/>
              </a:ext>
            </a:extLst>
          </p:cNvPr>
          <p:cNvSpPr>
            <a:spLocks xmlns:a="http://schemas.openxmlformats.org/drawingml/2006/main" noGrp="1"/>
          </p:cNvSpPr>
          <p:nvPr/>
        </p:nvSpPr>
        <p:spPr>
          <a:xfrm xmlns:a="http://schemas.openxmlformats.org/drawingml/2006/main">
            <a:off x="3714750" y="3548062"/>
            <a:ext cx="1714500" cy="715"/>
          </a:xfrm>
          <a:custGeom xmlns:a="http://schemas.openxmlformats.org/drawingml/2006/main">
            <a:pathLst>
              <a:path w="2286000" h="953">
                <a:moveTo>
                  <a:pt x="2286000" y="0"/>
                </a:moveTo>
                <a:lnTo>
                  <a:pt x="0" y="0"/>
                </a:lnTo>
              </a:path>
            </a:pathLst>
          </a:custGeom>
          <a:noFill xmlns:a="http://schemas.openxmlformats.org/drawingml/2006/main"/>
          <a:ln xmlns:a="http://schemas.openxmlformats.org/drawingml/2006/main" w="35719">
            <a:solidFill>
              <a:srgbClr val="AD2929"/>
            </a:solidFill>
          </a:ln>
        </p:spPr>
      </p:sp>
      <p:sp>
        <p:nvSpPr>
          <p:cNvPr id="31" name="Ledning">
            <a:extLst xmlns:a="http://schemas.openxmlformats.org/drawingml/2006/main">
              <a:ext uri="{FF2B5EF4-FFF2-40B4-BE49-F238E27FC236}">
                <a16:creationId xmlns:a16="http://schemas.microsoft.com/office/drawing/2014/main" id="{F5BA33E7-7EC3-45B2-8AD4-BBE31E588BC5}"/>
              </a:ext>
            </a:extLst>
          </p:cNvPr>
          <p:cNvSpPr>
            <a:spLocks xmlns:a="http://schemas.openxmlformats.org/drawingml/2006/main" noGrp="1"/>
          </p:cNvSpPr>
          <p:nvPr/>
        </p:nvSpPr>
        <p:spPr>
          <a:xfrm xmlns:a="http://schemas.openxmlformats.org/drawingml/2006/main">
            <a:off x="7571947" y="4533971"/>
            <a:ext cx="715" cy="507135"/>
          </a:xfrm>
          <a:custGeom xmlns:a="http://schemas.openxmlformats.org/drawingml/2006/main">
            <a:pathLst>
              <a:path w="953" h="676180">
                <a:moveTo>
                  <a:pt x="0" y="0"/>
                </a:moveTo>
                <a:lnTo>
                  <a:pt x="0" y="676180"/>
                </a:lnTo>
              </a:path>
            </a:pathLst>
          </a:custGeom>
          <a:noFill xmlns:a="http://schemas.openxmlformats.org/drawingml/2006/main"/>
          <a:ln xmlns:a="http://schemas.openxmlformats.org/drawingml/2006/main" w="35719">
            <a:solidFill>
              <a:srgbClr val="20282E"/>
            </a:solidFill>
          </a:ln>
        </p:spPr>
      </p:sp>
      <p:sp>
        <p:nvSpPr>
          <p:cNvPr id="32" name="Ledning">
            <a:extLst xmlns:a="http://schemas.openxmlformats.org/drawingml/2006/main">
              <a:ext uri="{FF2B5EF4-FFF2-40B4-BE49-F238E27FC236}">
                <a16:creationId xmlns:a16="http://schemas.microsoft.com/office/drawing/2014/main" id="{B66A7BED-0AD7-47DB-ACA4-251B7BBF2B7F}"/>
              </a:ext>
            </a:extLst>
          </p:cNvPr>
          <p:cNvSpPr>
            <a:spLocks xmlns:a="http://schemas.openxmlformats.org/drawingml/2006/main" noGrp="1"/>
          </p:cNvSpPr>
          <p:nvPr/>
        </p:nvSpPr>
        <p:spPr>
          <a:xfrm xmlns:a="http://schemas.openxmlformats.org/drawingml/2006/main">
            <a:off x="3714750" y="5041106"/>
            <a:ext cx="3857197" cy="715"/>
          </a:xfrm>
          <a:custGeom xmlns:a="http://schemas.openxmlformats.org/drawingml/2006/main">
            <a:pathLst>
              <a:path w="5142929" h="953">
                <a:moveTo>
                  <a:pt x="5142929" y="0"/>
                </a:moveTo>
                <a:lnTo>
                  <a:pt x="0" y="0"/>
                </a:lnTo>
              </a:path>
            </a:pathLst>
          </a:custGeom>
          <a:noFill xmlns:a="http://schemas.openxmlformats.org/drawingml/2006/main"/>
          <a:ln xmlns:a="http://schemas.openxmlformats.org/drawingml/2006/main" w="35719">
            <a:solidFill>
              <a:srgbClr val="20282E"/>
            </a:solidFill>
          </a:ln>
        </p:spPr>
      </p:sp>
      <p:sp>
        <p:nvSpPr>
          <p:cNvPr id="33" name="Ledning">
            <a:extLst xmlns:a="http://schemas.openxmlformats.org/drawingml/2006/main">
              <a:ext uri="{FF2B5EF4-FFF2-40B4-BE49-F238E27FC236}">
                <a16:creationId xmlns:a16="http://schemas.microsoft.com/office/drawing/2014/main" id="{8219EA61-4C2C-4FAF-964B-54C5605D90F9}"/>
              </a:ext>
            </a:extLst>
          </p:cNvPr>
          <p:cNvSpPr>
            <a:spLocks xmlns:a="http://schemas.openxmlformats.org/drawingml/2006/main" noGrp="1"/>
          </p:cNvSpPr>
          <p:nvPr/>
        </p:nvSpPr>
        <p:spPr>
          <a:xfrm xmlns:a="http://schemas.openxmlformats.org/drawingml/2006/main">
            <a:off x="3714750" y="3548062"/>
            <a:ext cx="715" cy="1493044"/>
          </a:xfrm>
          <a:custGeom xmlns:a="http://schemas.openxmlformats.org/drawingml/2006/main">
            <a:pathLst>
              <a:path w="953" h="1990725">
                <a:moveTo>
                  <a:pt x="0" y="1990725"/>
                </a:moveTo>
                <a:lnTo>
                  <a:pt x="0" y="0"/>
                </a:lnTo>
              </a:path>
            </a:pathLst>
          </a:custGeom>
          <a:noFill xmlns:a="http://schemas.openxmlformats.org/drawingml/2006/main"/>
          <a:ln xmlns:a="http://schemas.openxmlformats.org/drawingml/2006/main" w="35719">
            <a:solidFill>
              <a:srgbClr val="20282E"/>
            </a:solidFill>
          </a:ln>
        </p:spPr>
      </p:sp>
      <p:sp>
        <p:nvSpPr>
          <p:cNvPr id="34" name="">
            <a:extLst xmlns:a="http://schemas.openxmlformats.org/drawingml/2006/main">
              <a:ext uri="{FF2B5EF4-FFF2-40B4-BE49-F238E27FC236}">
                <a16:creationId xmlns:a16="http://schemas.microsoft.com/office/drawing/2014/main" id="{3D41FB1F-EF31-41F3-A1D6-228CD78D7FEA}"/>
              </a:ext>
            </a:extLst>
          </p:cNvPr>
          <p:cNvSpPr>
            <a:spLocks xmlns:a="http://schemas.openxmlformats.org/drawingml/2006/main" noGrp="1"/>
          </p:cNvSpPr>
          <p:nvPr/>
        </p:nvSpPr>
        <p:spPr>
          <a:xfrm xmlns:a="http://schemas.openxmlformats.org/drawingml/2006/main">
            <a:off x="3664744" y="3498056"/>
            <a:ext cx="100012" cy="100012"/>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35" name="Spetsarna mot varandra: låg resistans och normalt ett p">
            <a:extLst xmlns:a="http://schemas.openxmlformats.org/drawingml/2006/main">
              <a:ext uri="{FF2B5EF4-FFF2-40B4-BE49-F238E27FC236}">
                <a16:creationId xmlns:a16="http://schemas.microsoft.com/office/drawing/2014/main" id="{A83BA394-BADF-4918-A198-C81A9FB0AC92}"/>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Spetsarna mot varandra: låg resistans och normalt ett pip.</a:t>
            </a:r>
          </a:p>
        </p:txBody>
      </p:sp>
      <p:sp>
        <p:nvSpPr>
          <p:cNvPr id="9001" name="Kontinuitet  Kontroll av instrument och spetsar">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111111"/>
                </a:solidFill>
                <a:latin typeface="Calibri"/>
                <a:ea typeface="Calibri"/>
                <a:cs typeface="Calibri"/>
              </a:defRPr>
            </a:pPr>
            <a:r>
              <a:rPr sz="2850" b="1">
                <a:solidFill>
                  <a:srgbClr val="111111"/>
                </a:solidFill>
                <a:latin typeface="Calibri"/>
                <a:ea typeface="Calibri"/>
                <a:cs typeface="Calibri"/>
              </a:rPr>
              <a:t>Kontinuitet  Kontroll av instrument och spetsar</a:t>
            </a:r>
          </a:p>
        </p:txBody>
      </p:sp>
      <p:sp>
        <p:nvSpPr>
          <p:cNvPr id="9002" name="27">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27</a:t>
            </a:r>
          </a:p>
        </p:txBody>
      </p:sp>
    </p:spTree>
    <p:extLst>
      <p:ext uri="{BB962C8B-B14F-4D97-AF65-F5344CB8AC3E}">
        <p14:creationId xmlns:p14="http://schemas.microsoft.com/office/powerpoint/2010/main" val="8661418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Säkringen är uttagen ur frånskild utrustning">
            <a:extLst xmlns:a="http://schemas.openxmlformats.org/drawingml/2006/main">
              <a:ext uri="{FF2B5EF4-FFF2-40B4-BE49-F238E27FC236}">
                <a16:creationId xmlns:a16="http://schemas.microsoft.com/office/drawing/2014/main" id="{CCF837CD-3434-4DE5-9DF2-4BAD084BFA1E}"/>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Säkringen är uttagen ur frånskild utrustning</a:t>
            </a:r>
          </a:p>
        </p:txBody>
      </p:sp>
      <p:sp>
        <p:nvSpPr>
          <p:cNvPr id="5" name="Ledning">
            <a:extLst xmlns:a="http://schemas.openxmlformats.org/drawingml/2006/main">
              <a:ext uri="{FF2B5EF4-FFF2-40B4-BE49-F238E27FC236}">
                <a16:creationId xmlns:a16="http://schemas.microsoft.com/office/drawing/2014/main" id="{288AA7CC-A907-43E1-B759-C65CD238089A}"/>
              </a:ext>
            </a:extLst>
          </p:cNvPr>
          <p:cNvSpPr>
            <a:spLocks xmlns:a="http://schemas.openxmlformats.org/drawingml/2006/main" noGrp="1"/>
          </p:cNvSpPr>
          <p:nvPr/>
        </p:nvSpPr>
        <p:spPr>
          <a:xfrm xmlns:a="http://schemas.openxmlformats.org/drawingml/2006/main">
            <a:off x="4179094" y="2797969"/>
            <a:ext cx="715" cy="392906"/>
          </a:xfrm>
          <a:custGeom xmlns:a="http://schemas.openxmlformats.org/drawingml/2006/main">
            <a:pathLst>
              <a:path w="953" h="523875">
                <a:moveTo>
                  <a:pt x="0" y="0"/>
                </a:moveTo>
                <a:lnTo>
                  <a:pt x="0" y="523875"/>
                </a:lnTo>
              </a:path>
            </a:pathLst>
          </a:custGeom>
          <a:noFill xmlns:a="http://schemas.openxmlformats.org/drawingml/2006/main"/>
          <a:ln xmlns:a="http://schemas.openxmlformats.org/drawingml/2006/main" w="28575">
            <a:solidFill>
              <a:srgbClr val="111111"/>
            </a:solidFill>
          </a:ln>
        </p:spPr>
      </p:sp>
      <p:sp>
        <p:nvSpPr>
          <p:cNvPr id="6" name="">
            <a:extLst xmlns:a="http://schemas.openxmlformats.org/drawingml/2006/main">
              <a:ext uri="{FF2B5EF4-FFF2-40B4-BE49-F238E27FC236}">
                <a16:creationId xmlns:a16="http://schemas.microsoft.com/office/drawing/2014/main" id="{71753103-E4E0-4A04-A33F-3E9FC06815D7}"/>
              </a:ext>
            </a:extLst>
          </p:cNvPr>
          <p:cNvSpPr>
            <a:spLocks xmlns:a="http://schemas.openxmlformats.org/drawingml/2006/main" noGrp="1"/>
          </p:cNvSpPr>
          <p:nvPr/>
        </p:nvSpPr>
        <p:spPr>
          <a:xfrm xmlns:a="http://schemas.openxmlformats.org/drawingml/2006/main">
            <a:off x="3993356" y="3190875"/>
            <a:ext cx="371475" cy="642938"/>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7" name="Ledning">
            <a:extLst xmlns:a="http://schemas.openxmlformats.org/drawingml/2006/main">
              <a:ext uri="{FF2B5EF4-FFF2-40B4-BE49-F238E27FC236}">
                <a16:creationId xmlns:a16="http://schemas.microsoft.com/office/drawing/2014/main" id="{EAA357E3-379B-4DEE-9DC6-0291E8AC8B67}"/>
              </a:ext>
            </a:extLst>
          </p:cNvPr>
          <p:cNvSpPr>
            <a:spLocks xmlns:a="http://schemas.openxmlformats.org/drawingml/2006/main" noGrp="1"/>
          </p:cNvSpPr>
          <p:nvPr/>
        </p:nvSpPr>
        <p:spPr>
          <a:xfrm xmlns:a="http://schemas.openxmlformats.org/drawingml/2006/main">
            <a:off x="4179094" y="3190875"/>
            <a:ext cx="715" cy="642938"/>
          </a:xfrm>
          <a:custGeom xmlns:a="http://schemas.openxmlformats.org/drawingml/2006/main">
            <a:pathLst>
              <a:path w="953" h="857250">
                <a:moveTo>
                  <a:pt x="0" y="0"/>
                </a:moveTo>
                <a:lnTo>
                  <a:pt x="0" y="857250"/>
                </a:lnTo>
              </a:path>
            </a:pathLst>
          </a:custGeom>
          <a:noFill xmlns:a="http://schemas.openxmlformats.org/drawingml/2006/main"/>
          <a:ln xmlns:a="http://schemas.openxmlformats.org/drawingml/2006/main" w="28575">
            <a:solidFill>
              <a:srgbClr val="111111"/>
            </a:solidFill>
          </a:ln>
        </p:spPr>
      </p:sp>
      <p:sp>
        <p:nvSpPr>
          <p:cNvPr id="8" name="Ledning">
            <a:extLst xmlns:a="http://schemas.openxmlformats.org/drawingml/2006/main">
              <a:ext uri="{FF2B5EF4-FFF2-40B4-BE49-F238E27FC236}">
                <a16:creationId xmlns:a16="http://schemas.microsoft.com/office/drawing/2014/main" id="{47D3A047-87CC-438E-954A-EB0BC6AB1E60}"/>
              </a:ext>
            </a:extLst>
          </p:cNvPr>
          <p:cNvSpPr>
            <a:spLocks xmlns:a="http://schemas.openxmlformats.org/drawingml/2006/main" noGrp="1"/>
          </p:cNvSpPr>
          <p:nvPr/>
        </p:nvSpPr>
        <p:spPr>
          <a:xfrm xmlns:a="http://schemas.openxmlformats.org/drawingml/2006/main">
            <a:off x="4179094" y="3833812"/>
            <a:ext cx="715" cy="392906"/>
          </a:xfrm>
          <a:custGeom xmlns:a="http://schemas.openxmlformats.org/drawingml/2006/main">
            <a:pathLst>
              <a:path w="953" h="523875">
                <a:moveTo>
                  <a:pt x="0" y="0"/>
                </a:moveTo>
                <a:lnTo>
                  <a:pt x="0" y="523875"/>
                </a:lnTo>
              </a:path>
            </a:pathLst>
          </a:custGeom>
          <a:noFill xmlns:a="http://schemas.openxmlformats.org/drawingml/2006/main"/>
          <a:ln xmlns:a="http://schemas.openxmlformats.org/drawingml/2006/main" w="28575">
            <a:solidFill>
              <a:srgbClr val="111111"/>
            </a:solidFill>
          </a:ln>
        </p:spPr>
      </p:sp>
      <p:sp>
        <p:nvSpPr>
          <p:cNvPr id="9" name="Uttagen säkring">
            <a:extLst xmlns:a="http://schemas.openxmlformats.org/drawingml/2006/main">
              <a:ext uri="{FF2B5EF4-FFF2-40B4-BE49-F238E27FC236}">
                <a16:creationId xmlns:a16="http://schemas.microsoft.com/office/drawing/2014/main" id="{DA77C6EB-ABE0-417A-A5A4-F82F34E622FA}"/>
              </a:ext>
            </a:extLst>
          </p:cNvPr>
          <p:cNvSpPr>
            <a:spLocks xmlns:a="http://schemas.openxmlformats.org/drawingml/2006/main" noGrp="1"/>
          </p:cNvSpPr>
          <p:nvPr/>
        </p:nvSpPr>
        <p:spPr>
          <a:xfrm xmlns:a="http://schemas.openxmlformats.org/drawingml/2006/main">
            <a:off x="1964531" y="3440906"/>
            <a:ext cx="189309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Uttagen säkring</a:t>
            </a:r>
          </a:p>
        </p:txBody>
      </p:sp>
      <p:sp>
        <p:nvSpPr>
          <p:cNvPr id="10" name="">
            <a:extLst xmlns:a="http://schemas.openxmlformats.org/drawingml/2006/main">
              <a:ext uri="{FF2B5EF4-FFF2-40B4-BE49-F238E27FC236}">
                <a16:creationId xmlns:a16="http://schemas.microsoft.com/office/drawing/2014/main" id="{0850B177-A524-419C-82AF-76A01374AB1F}"/>
              </a:ext>
            </a:extLst>
          </p:cNvPr>
          <p:cNvSpPr>
            <a:spLocks xmlns:a="http://schemas.openxmlformats.org/drawingml/2006/main" noGrp="1"/>
          </p:cNvSpPr>
          <p:nvPr/>
        </p:nvSpPr>
        <p:spPr>
          <a:xfrm xmlns:a="http://schemas.openxmlformats.org/drawingml/2006/main">
            <a:off x="4129088" y="2747962"/>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1" name="">
            <a:extLst xmlns:a="http://schemas.openxmlformats.org/drawingml/2006/main">
              <a:ext uri="{FF2B5EF4-FFF2-40B4-BE49-F238E27FC236}">
                <a16:creationId xmlns:a16="http://schemas.microsoft.com/office/drawing/2014/main" id="{861BC182-CE90-482D-9431-9BE18F6E00A2}"/>
              </a:ext>
            </a:extLst>
          </p:cNvPr>
          <p:cNvSpPr>
            <a:spLocks xmlns:a="http://schemas.openxmlformats.org/drawingml/2006/main" noGrp="1"/>
          </p:cNvSpPr>
          <p:nvPr/>
        </p:nvSpPr>
        <p:spPr>
          <a:xfrm xmlns:a="http://schemas.openxmlformats.org/drawingml/2006/main">
            <a:off x="4129088" y="4176712"/>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e9516eab57ee4688"/>
          <a:stretch xmlns:a="http://schemas.openxmlformats.org/drawingml/2006/main"/>
        </p:blipFill>
        <p:spPr>
          <a:xfrm xmlns:a="http://schemas.openxmlformats.org/drawingml/2006/main">
            <a:off x="6357938" y="1905000"/>
            <a:ext cx="2071688" cy="3107531"/>
          </a:xfrm>
          <a:prstGeom xmlns:a="http://schemas.openxmlformats.org/drawingml/2006/main" prst="rect">
            <a:avLst/>
          </a:prstGeom>
        </p:spPr>
      </p:pic>
      <p:sp>
        <p:nvSpPr>
          <p:cNvPr id="13" name="10 A">
            <a:extLst xmlns:a="http://schemas.openxmlformats.org/drawingml/2006/main">
              <a:ext uri="{FF2B5EF4-FFF2-40B4-BE49-F238E27FC236}">
                <a16:creationId xmlns:a16="http://schemas.microsoft.com/office/drawing/2014/main" id="{D8DE4D5F-6559-4749-8D70-10F4B733FB6D}"/>
              </a:ext>
            </a:extLst>
          </p:cNvPr>
          <p:cNvSpPr>
            <a:spLocks xmlns:a="http://schemas.openxmlformats.org/drawingml/2006/main" noGrp="1"/>
          </p:cNvSpPr>
          <p:nvPr/>
        </p:nvSpPr>
        <p:spPr>
          <a:xfrm xmlns:a="http://schemas.openxmlformats.org/drawingml/2006/main">
            <a:off x="667283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10 A</a:t>
            </a:r>
          </a:p>
        </p:txBody>
      </p:sp>
      <p:sp>
        <p:nvSpPr>
          <p:cNvPr id="14" name="mA">
            <a:extLst xmlns:a="http://schemas.openxmlformats.org/drawingml/2006/main">
              <a:ext uri="{FF2B5EF4-FFF2-40B4-BE49-F238E27FC236}">
                <a16:creationId xmlns:a16="http://schemas.microsoft.com/office/drawing/2014/main" id="{8BC7946D-3B6B-4AFE-B05E-EADFA8B8BC06}"/>
              </a:ext>
            </a:extLst>
          </p:cNvPr>
          <p:cNvSpPr>
            <a:spLocks xmlns:a="http://schemas.openxmlformats.org/drawingml/2006/main" noGrp="1"/>
          </p:cNvSpPr>
          <p:nvPr/>
        </p:nvSpPr>
        <p:spPr>
          <a:xfrm xmlns:a="http://schemas.openxmlformats.org/drawingml/2006/main">
            <a:off x="702916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mA</a:t>
            </a:r>
          </a:p>
        </p:txBody>
      </p:sp>
      <p:sp>
        <p:nvSpPr>
          <p:cNvPr id="15" name="COM">
            <a:extLst xmlns:a="http://schemas.openxmlformats.org/drawingml/2006/main">
              <a:ext uri="{FF2B5EF4-FFF2-40B4-BE49-F238E27FC236}">
                <a16:creationId xmlns:a16="http://schemas.microsoft.com/office/drawing/2014/main" id="{DFC48CF4-64C6-44A8-89F9-57B6688B21D1}"/>
              </a:ext>
            </a:extLst>
          </p:cNvPr>
          <p:cNvSpPr>
            <a:spLocks xmlns:a="http://schemas.openxmlformats.org/drawingml/2006/main" noGrp="1"/>
          </p:cNvSpPr>
          <p:nvPr/>
        </p:nvSpPr>
        <p:spPr>
          <a:xfrm xmlns:a="http://schemas.openxmlformats.org/drawingml/2006/main">
            <a:off x="738549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COM</a:t>
            </a:r>
          </a:p>
        </p:txBody>
      </p:sp>
      <p:sp>
        <p:nvSpPr>
          <p:cNvPr id="16" name="VΩ">
            <a:extLst xmlns:a="http://schemas.openxmlformats.org/drawingml/2006/main">
              <a:ext uri="{FF2B5EF4-FFF2-40B4-BE49-F238E27FC236}">
                <a16:creationId xmlns:a16="http://schemas.microsoft.com/office/drawing/2014/main" id="{588F3551-B0EA-46D4-A130-ACA1498DEDFA}"/>
              </a:ext>
            </a:extLst>
          </p:cNvPr>
          <p:cNvSpPr>
            <a:spLocks xmlns:a="http://schemas.openxmlformats.org/drawingml/2006/main" noGrp="1"/>
          </p:cNvSpPr>
          <p:nvPr/>
        </p:nvSpPr>
        <p:spPr>
          <a:xfrm xmlns:a="http://schemas.openxmlformats.org/drawingml/2006/main">
            <a:off x="7741825"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VΩ</a:t>
            </a:r>
          </a:p>
        </p:txBody>
      </p:sp>
      <p:sp>
        <p:nvSpPr>
          <p:cNvPr id="17" name="0,3 Ω">
            <a:extLst xmlns:a="http://schemas.openxmlformats.org/drawingml/2006/main">
              <a:ext uri="{FF2B5EF4-FFF2-40B4-BE49-F238E27FC236}">
                <a16:creationId xmlns:a16="http://schemas.microsoft.com/office/drawing/2014/main" id="{C0EE1D44-A9AA-4601-B087-DCE990877195}"/>
              </a:ext>
            </a:extLst>
          </p:cNvPr>
          <p:cNvSpPr>
            <a:spLocks xmlns:a="http://schemas.openxmlformats.org/drawingml/2006/main" noGrp="1"/>
          </p:cNvSpPr>
          <p:nvPr/>
        </p:nvSpPr>
        <p:spPr>
          <a:xfrm xmlns:a="http://schemas.openxmlformats.org/drawingml/2006/main">
            <a:off x="6772275" y="2277904"/>
            <a:ext cx="1243012" cy="341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6" b="1">
                <a:solidFill>
                  <a:srgbClr val="111111"/>
                </a:solidFill>
                <a:latin typeface="Calibri"/>
                <a:ea typeface="Calibri"/>
                <a:cs typeface="Calibri"/>
              </a:defRPr>
            </a:pPr>
            <a:r>
              <a:rPr sz="1876" b="1">
                <a:solidFill>
                  <a:srgbClr val="111111"/>
                </a:solidFill>
                <a:latin typeface="Calibri"/>
                <a:ea typeface="Calibri"/>
                <a:cs typeface="Calibri"/>
              </a:rPr>
              <a:t>0,3 Ω</a:t>
            </a:r>
          </a:p>
        </p:txBody>
      </p:sp>
      <p:sp>
        <p:nvSpPr>
          <p:cNvPr id="18" name="PIP">
            <a:extLst xmlns:a="http://schemas.openxmlformats.org/drawingml/2006/main">
              <a:ext uri="{FF2B5EF4-FFF2-40B4-BE49-F238E27FC236}">
                <a16:creationId xmlns:a16="http://schemas.microsoft.com/office/drawing/2014/main" id="{7B62F1D4-E7B0-4DEF-B742-048B20B97B9D}"/>
              </a:ext>
            </a:extLst>
          </p:cNvPr>
          <p:cNvSpPr>
            <a:spLocks xmlns:a="http://schemas.openxmlformats.org/drawingml/2006/main" noGrp="1"/>
          </p:cNvSpPr>
          <p:nvPr/>
        </p:nvSpPr>
        <p:spPr>
          <a:xfrm xmlns:a="http://schemas.openxmlformats.org/drawingml/2006/main">
            <a:off x="6813709" y="2622840"/>
            <a:ext cx="1160145" cy="121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62" b="1">
                <a:solidFill>
                  <a:srgbClr val="111111"/>
                </a:solidFill>
                <a:latin typeface="Calibri"/>
                <a:ea typeface="Calibri"/>
                <a:cs typeface="Calibri"/>
              </a:defRPr>
            </a:pPr>
            <a:r>
              <a:rPr sz="962" b="1">
                <a:solidFill>
                  <a:srgbClr val="111111"/>
                </a:solidFill>
                <a:latin typeface="Calibri"/>
                <a:ea typeface="Calibri"/>
                <a:cs typeface="Calibri"/>
              </a:rPr>
              <a:t>PIP</a:t>
            </a:r>
          </a:p>
        </p:txBody>
      </p:sp>
      <p:sp>
        <p:nvSpPr>
          <p:cNvPr id="19" name="V DC">
            <a:extLst xmlns:a="http://schemas.openxmlformats.org/drawingml/2006/main">
              <a:ext uri="{FF2B5EF4-FFF2-40B4-BE49-F238E27FC236}">
                <a16:creationId xmlns:a16="http://schemas.microsoft.com/office/drawing/2014/main" id="{F43C2E40-3550-490C-94BE-8E46425B8D7D}"/>
              </a:ext>
            </a:extLst>
          </p:cNvPr>
          <p:cNvSpPr>
            <a:spLocks xmlns:a="http://schemas.openxmlformats.org/drawingml/2006/main" noGrp="1"/>
          </p:cNvSpPr>
          <p:nvPr/>
        </p:nvSpPr>
        <p:spPr>
          <a:xfrm xmlns:a="http://schemas.openxmlformats.org/drawingml/2006/main">
            <a:off x="7207330" y="285279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DC</a:t>
            </a:r>
          </a:p>
        </p:txBody>
      </p:sp>
      <p:sp>
        <p:nvSpPr>
          <p:cNvPr id="20" name="V AC">
            <a:extLst xmlns:a="http://schemas.openxmlformats.org/drawingml/2006/main">
              <a:ext uri="{FF2B5EF4-FFF2-40B4-BE49-F238E27FC236}">
                <a16:creationId xmlns:a16="http://schemas.microsoft.com/office/drawing/2014/main" id="{F7C7D2FB-B3C2-4F6E-AC6E-1816F88E931F}"/>
              </a:ext>
            </a:extLst>
          </p:cNvPr>
          <p:cNvSpPr>
            <a:spLocks xmlns:a="http://schemas.openxmlformats.org/drawingml/2006/main" noGrp="1"/>
          </p:cNvSpPr>
          <p:nvPr/>
        </p:nvSpPr>
        <p:spPr>
          <a:xfrm xmlns:a="http://schemas.openxmlformats.org/drawingml/2006/main">
            <a:off x="7664834"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AC</a:t>
            </a:r>
          </a:p>
        </p:txBody>
      </p:sp>
      <p:sp>
        <p:nvSpPr>
          <p:cNvPr id="21" name="A DC">
            <a:extLst xmlns:a="http://schemas.openxmlformats.org/drawingml/2006/main">
              <a:ext uri="{FF2B5EF4-FFF2-40B4-BE49-F238E27FC236}">
                <a16:creationId xmlns:a16="http://schemas.microsoft.com/office/drawing/2014/main" id="{245D3D5A-B886-4A2E-98E4-3CB39205E481}"/>
              </a:ext>
            </a:extLst>
          </p:cNvPr>
          <p:cNvSpPr>
            <a:spLocks xmlns:a="http://schemas.openxmlformats.org/drawingml/2006/main" noGrp="1"/>
          </p:cNvSpPr>
          <p:nvPr/>
        </p:nvSpPr>
        <p:spPr>
          <a:xfrm xmlns:a="http://schemas.openxmlformats.org/drawingml/2006/main">
            <a:off x="7664834"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A DC</a:t>
            </a:r>
          </a:p>
        </p:txBody>
      </p:sp>
      <p:sp>
        <p:nvSpPr>
          <p:cNvPr id="22" name="Ω">
            <a:extLst xmlns:a="http://schemas.openxmlformats.org/drawingml/2006/main">
              <a:ext uri="{FF2B5EF4-FFF2-40B4-BE49-F238E27FC236}">
                <a16:creationId xmlns:a16="http://schemas.microsoft.com/office/drawing/2014/main" id="{84AEDEB9-1F52-4FA6-ADA5-ED959FDBE6B1}"/>
              </a:ext>
            </a:extLst>
          </p:cNvPr>
          <p:cNvSpPr>
            <a:spLocks xmlns:a="http://schemas.openxmlformats.org/drawingml/2006/main" noGrp="1"/>
          </p:cNvSpPr>
          <p:nvPr/>
        </p:nvSpPr>
        <p:spPr>
          <a:xfrm xmlns:a="http://schemas.openxmlformats.org/drawingml/2006/main">
            <a:off x="7207330" y="390935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Ω</a:t>
            </a:r>
          </a:p>
        </p:txBody>
      </p:sp>
      <p:sp>
        <p:nvSpPr>
          <p:cNvPr id="23" name="PIP">
            <a:extLst xmlns:a="http://schemas.openxmlformats.org/drawingml/2006/main">
              <a:ext uri="{FF2B5EF4-FFF2-40B4-BE49-F238E27FC236}">
                <a16:creationId xmlns:a16="http://schemas.microsoft.com/office/drawing/2014/main" id="{2CA6B2D2-91DC-4451-AB31-BD31D8F519C4}"/>
              </a:ext>
            </a:extLst>
          </p:cNvPr>
          <p:cNvSpPr>
            <a:spLocks xmlns:a="http://schemas.openxmlformats.org/drawingml/2006/main" noGrp="1"/>
          </p:cNvSpPr>
          <p:nvPr/>
        </p:nvSpPr>
        <p:spPr>
          <a:xfrm xmlns:a="http://schemas.openxmlformats.org/drawingml/2006/main">
            <a:off x="6749825"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1">
                <a:solidFill>
                  <a:srgbClr val="064F91"/>
                </a:solidFill>
                <a:latin typeface="Calibri"/>
                <a:ea typeface="Calibri"/>
                <a:cs typeface="Calibri"/>
              </a:defRPr>
            </a:pPr>
            <a:r>
              <a:rPr sz="897" b="1">
                <a:solidFill>
                  <a:srgbClr val="064F91"/>
                </a:solidFill>
                <a:latin typeface="Calibri"/>
                <a:ea typeface="Calibri"/>
                <a:cs typeface="Calibri"/>
              </a:rPr>
              <a:t>PIP</a:t>
            </a:r>
          </a:p>
        </p:txBody>
      </p:sp>
      <p:sp>
        <p:nvSpPr>
          <p:cNvPr id="24" name="OFF">
            <a:extLst xmlns:a="http://schemas.openxmlformats.org/drawingml/2006/main">
              <a:ext uri="{FF2B5EF4-FFF2-40B4-BE49-F238E27FC236}">
                <a16:creationId xmlns:a16="http://schemas.microsoft.com/office/drawing/2014/main" id="{ECA179C1-4484-4D30-90EE-93E8E563410D}"/>
              </a:ext>
            </a:extLst>
          </p:cNvPr>
          <p:cNvSpPr>
            <a:spLocks xmlns:a="http://schemas.openxmlformats.org/drawingml/2006/main" noGrp="1"/>
          </p:cNvSpPr>
          <p:nvPr/>
        </p:nvSpPr>
        <p:spPr>
          <a:xfrm xmlns:a="http://schemas.openxmlformats.org/drawingml/2006/main">
            <a:off x="6749825"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OFF</a:t>
            </a:r>
          </a:p>
        </p:txBody>
      </p:sp>
      <p:sp>
        <p:nvSpPr>
          <p:cNvPr id="25" name="Ledning">
            <a:extLst xmlns:a="http://schemas.openxmlformats.org/drawingml/2006/main">
              <a:ext uri="{FF2B5EF4-FFF2-40B4-BE49-F238E27FC236}">
                <a16:creationId xmlns:a16="http://schemas.microsoft.com/office/drawing/2014/main" id="{903B8FDB-B20B-4364-A028-74C66B8E758D}"/>
              </a:ext>
            </a:extLst>
          </p:cNvPr>
          <p:cNvSpPr>
            <a:spLocks xmlns:a="http://schemas.openxmlformats.org/drawingml/2006/main" noGrp="1"/>
          </p:cNvSpPr>
          <p:nvPr/>
        </p:nvSpPr>
        <p:spPr>
          <a:xfrm xmlns:a="http://schemas.openxmlformats.org/drawingml/2006/main">
            <a:off x="7124661" y="3458766"/>
            <a:ext cx="269120" cy="155377"/>
          </a:xfrm>
          <a:custGeom xmlns:a="http://schemas.openxmlformats.org/drawingml/2006/main">
            <a:pathLst>
              <a:path w="358827" h="207169">
                <a:moveTo>
                  <a:pt x="358827" y="0"/>
                </a:moveTo>
                <a:lnTo>
                  <a:pt x="0" y="207169"/>
                </a:lnTo>
              </a:path>
            </a:pathLst>
          </a:custGeom>
          <a:noFill xmlns:a="http://schemas.openxmlformats.org/drawingml/2006/main"/>
          <a:ln xmlns:a="http://schemas.openxmlformats.org/drawingml/2006/main" w="42862">
            <a:solidFill>
              <a:srgbClr val="064F91"/>
            </a:solidFill>
          </a:ln>
        </p:spPr>
      </p:sp>
      <p:sp>
        <p:nvSpPr>
          <p:cNvPr id="26" name="">
            <a:extLst xmlns:a="http://schemas.openxmlformats.org/drawingml/2006/main">
              <a:ext uri="{FF2B5EF4-FFF2-40B4-BE49-F238E27FC236}">
                <a16:creationId xmlns:a16="http://schemas.microsoft.com/office/drawing/2014/main" id="{70CB36EC-71DD-409F-9C4B-33794BD17D45}"/>
              </a:ext>
            </a:extLst>
          </p:cNvPr>
          <p:cNvSpPr>
            <a:spLocks xmlns:a="http://schemas.openxmlformats.org/drawingml/2006/main" noGrp="1"/>
          </p:cNvSpPr>
          <p:nvPr/>
        </p:nvSpPr>
        <p:spPr>
          <a:xfrm xmlns:a="http://schemas.openxmlformats.org/drawingml/2006/main">
            <a:off x="7358062" y="3423047"/>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27" name="">
            <a:extLst xmlns:a="http://schemas.openxmlformats.org/drawingml/2006/main">
              <a:ext uri="{FF2B5EF4-FFF2-40B4-BE49-F238E27FC236}">
                <a16:creationId xmlns:a16="http://schemas.microsoft.com/office/drawing/2014/main" id="{F3E2F2B7-5287-43DE-AA21-5BFA68E1BEE9}"/>
              </a:ext>
            </a:extLst>
          </p:cNvPr>
          <p:cNvSpPr>
            <a:spLocks xmlns:a="http://schemas.openxmlformats.org/drawingml/2006/main" noGrp="1"/>
          </p:cNvSpPr>
          <p:nvPr/>
        </p:nvSpPr>
        <p:spPr>
          <a:xfrm xmlns:a="http://schemas.openxmlformats.org/drawingml/2006/main">
            <a:off x="7478720" y="4440746"/>
            <a:ext cx="186452" cy="186452"/>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28" name="">
            <a:extLst xmlns:a="http://schemas.openxmlformats.org/drawingml/2006/main">
              <a:ext uri="{FF2B5EF4-FFF2-40B4-BE49-F238E27FC236}">
                <a16:creationId xmlns:a16="http://schemas.microsoft.com/office/drawing/2014/main" id="{F882F1AF-8FF7-4E48-959D-BAA1C6D1B5B9}"/>
              </a:ext>
            </a:extLst>
          </p:cNvPr>
          <p:cNvSpPr>
            <a:spLocks xmlns:a="http://schemas.openxmlformats.org/drawingml/2006/main" noGrp="1"/>
          </p:cNvSpPr>
          <p:nvPr/>
        </p:nvSpPr>
        <p:spPr>
          <a:xfrm xmlns:a="http://schemas.openxmlformats.org/drawingml/2006/main">
            <a:off x="7518082" y="4480108"/>
            <a:ext cx="107728" cy="107728"/>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29" name="">
            <a:extLst xmlns:a="http://schemas.openxmlformats.org/drawingml/2006/main">
              <a:ext uri="{FF2B5EF4-FFF2-40B4-BE49-F238E27FC236}">
                <a16:creationId xmlns:a16="http://schemas.microsoft.com/office/drawing/2014/main" id="{9C3FF684-65A7-4BEF-A47F-08CC8D73FFF8}"/>
              </a:ext>
            </a:extLst>
          </p:cNvPr>
          <p:cNvSpPr>
            <a:spLocks xmlns:a="http://schemas.openxmlformats.org/drawingml/2006/main" noGrp="1"/>
          </p:cNvSpPr>
          <p:nvPr/>
        </p:nvSpPr>
        <p:spPr>
          <a:xfrm xmlns:a="http://schemas.openxmlformats.org/drawingml/2006/main">
            <a:off x="7835050" y="4440746"/>
            <a:ext cx="186452" cy="186452"/>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30" name="">
            <a:extLst xmlns:a="http://schemas.openxmlformats.org/drawingml/2006/main">
              <a:ext uri="{FF2B5EF4-FFF2-40B4-BE49-F238E27FC236}">
                <a16:creationId xmlns:a16="http://schemas.microsoft.com/office/drawing/2014/main" id="{837F74CA-F871-445F-857D-83818826020A}"/>
              </a:ext>
            </a:extLst>
          </p:cNvPr>
          <p:cNvSpPr>
            <a:spLocks xmlns:a="http://schemas.openxmlformats.org/drawingml/2006/main" noGrp="1"/>
          </p:cNvSpPr>
          <p:nvPr/>
        </p:nvSpPr>
        <p:spPr>
          <a:xfrm xmlns:a="http://schemas.openxmlformats.org/drawingml/2006/main">
            <a:off x="7874413" y="4480108"/>
            <a:ext cx="107728" cy="107728"/>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31" name="Ledning">
            <a:extLst xmlns:a="http://schemas.openxmlformats.org/drawingml/2006/main">
              <a:ext uri="{FF2B5EF4-FFF2-40B4-BE49-F238E27FC236}">
                <a16:creationId xmlns:a16="http://schemas.microsoft.com/office/drawing/2014/main" id="{E0669009-DEAC-4C3F-BA2F-17439DA651C2}"/>
              </a:ext>
            </a:extLst>
          </p:cNvPr>
          <p:cNvSpPr>
            <a:spLocks xmlns:a="http://schemas.openxmlformats.org/drawingml/2006/main" noGrp="1"/>
          </p:cNvSpPr>
          <p:nvPr/>
        </p:nvSpPr>
        <p:spPr>
          <a:xfrm xmlns:a="http://schemas.openxmlformats.org/drawingml/2006/main">
            <a:off x="7928277" y="4533971"/>
            <a:ext cx="715661" cy="715"/>
          </a:xfrm>
          <a:custGeom xmlns:a="http://schemas.openxmlformats.org/drawingml/2006/main">
            <a:pathLst>
              <a:path w="954215" h="953">
                <a:moveTo>
                  <a:pt x="0" y="0"/>
                </a:moveTo>
                <a:lnTo>
                  <a:pt x="954215" y="0"/>
                </a:lnTo>
              </a:path>
            </a:pathLst>
          </a:custGeom>
          <a:noFill xmlns:a="http://schemas.openxmlformats.org/drawingml/2006/main"/>
          <a:ln xmlns:a="http://schemas.openxmlformats.org/drawingml/2006/main" w="35719">
            <a:solidFill>
              <a:srgbClr val="AD2929"/>
            </a:solidFill>
          </a:ln>
        </p:spPr>
      </p:sp>
      <p:sp>
        <p:nvSpPr>
          <p:cNvPr id="32" name="Ledning">
            <a:extLst xmlns:a="http://schemas.openxmlformats.org/drawingml/2006/main">
              <a:ext uri="{FF2B5EF4-FFF2-40B4-BE49-F238E27FC236}">
                <a16:creationId xmlns:a16="http://schemas.microsoft.com/office/drawing/2014/main" id="{F87AD6AD-8B86-4743-BCE2-73F7EB022403}"/>
              </a:ext>
            </a:extLst>
          </p:cNvPr>
          <p:cNvSpPr>
            <a:spLocks xmlns:a="http://schemas.openxmlformats.org/drawingml/2006/main" noGrp="1"/>
          </p:cNvSpPr>
          <p:nvPr/>
        </p:nvSpPr>
        <p:spPr>
          <a:xfrm xmlns:a="http://schemas.openxmlformats.org/drawingml/2006/main">
            <a:off x="8643938" y="2005012"/>
            <a:ext cx="715" cy="2528959"/>
          </a:xfrm>
          <a:custGeom xmlns:a="http://schemas.openxmlformats.org/drawingml/2006/main">
            <a:pathLst>
              <a:path w="953" h="3371945">
                <a:moveTo>
                  <a:pt x="0" y="3371945"/>
                </a:moveTo>
                <a:lnTo>
                  <a:pt x="0" y="0"/>
                </a:lnTo>
              </a:path>
            </a:pathLst>
          </a:custGeom>
          <a:noFill xmlns:a="http://schemas.openxmlformats.org/drawingml/2006/main"/>
          <a:ln xmlns:a="http://schemas.openxmlformats.org/drawingml/2006/main" w="35719">
            <a:solidFill>
              <a:srgbClr val="AD2929"/>
            </a:solidFill>
          </a:ln>
        </p:spPr>
      </p:sp>
      <p:sp>
        <p:nvSpPr>
          <p:cNvPr id="33" name="Ledning">
            <a:extLst xmlns:a="http://schemas.openxmlformats.org/drawingml/2006/main">
              <a:ext uri="{FF2B5EF4-FFF2-40B4-BE49-F238E27FC236}">
                <a16:creationId xmlns:a16="http://schemas.microsoft.com/office/drawing/2014/main" id="{9E37FCA1-6D27-4202-B50B-B8248D6805C9}"/>
              </a:ext>
            </a:extLst>
          </p:cNvPr>
          <p:cNvSpPr>
            <a:spLocks xmlns:a="http://schemas.openxmlformats.org/drawingml/2006/main" noGrp="1"/>
          </p:cNvSpPr>
          <p:nvPr/>
        </p:nvSpPr>
        <p:spPr>
          <a:xfrm xmlns:a="http://schemas.openxmlformats.org/drawingml/2006/main">
            <a:off x="5429250" y="2005012"/>
            <a:ext cx="3214688" cy="715"/>
          </a:xfrm>
          <a:custGeom xmlns:a="http://schemas.openxmlformats.org/drawingml/2006/main">
            <a:pathLst>
              <a:path w="4286250" h="953">
                <a:moveTo>
                  <a:pt x="4286250" y="0"/>
                </a:moveTo>
                <a:lnTo>
                  <a:pt x="0" y="0"/>
                </a:lnTo>
              </a:path>
            </a:pathLst>
          </a:custGeom>
          <a:noFill xmlns:a="http://schemas.openxmlformats.org/drawingml/2006/main"/>
          <a:ln xmlns:a="http://schemas.openxmlformats.org/drawingml/2006/main" w="35719">
            <a:solidFill>
              <a:srgbClr val="AD2929"/>
            </a:solidFill>
          </a:ln>
        </p:spPr>
      </p:sp>
      <p:sp>
        <p:nvSpPr>
          <p:cNvPr id="34" name="Ledning">
            <a:extLst xmlns:a="http://schemas.openxmlformats.org/drawingml/2006/main">
              <a:ext uri="{FF2B5EF4-FFF2-40B4-BE49-F238E27FC236}">
                <a16:creationId xmlns:a16="http://schemas.microsoft.com/office/drawing/2014/main" id="{4C5D3A87-9D19-41D9-802A-C3DBBAC1BA7C}"/>
              </a:ext>
            </a:extLst>
          </p:cNvPr>
          <p:cNvSpPr>
            <a:spLocks xmlns:a="http://schemas.openxmlformats.org/drawingml/2006/main" noGrp="1"/>
          </p:cNvSpPr>
          <p:nvPr/>
        </p:nvSpPr>
        <p:spPr>
          <a:xfrm xmlns:a="http://schemas.openxmlformats.org/drawingml/2006/main">
            <a:off x="5429250" y="2005012"/>
            <a:ext cx="715" cy="792956"/>
          </a:xfrm>
          <a:custGeom xmlns:a="http://schemas.openxmlformats.org/drawingml/2006/main">
            <a:pathLst>
              <a:path w="953" h="1057275">
                <a:moveTo>
                  <a:pt x="0" y="0"/>
                </a:moveTo>
                <a:lnTo>
                  <a:pt x="0" y="1057275"/>
                </a:lnTo>
              </a:path>
            </a:pathLst>
          </a:custGeom>
          <a:noFill xmlns:a="http://schemas.openxmlformats.org/drawingml/2006/main"/>
          <a:ln xmlns:a="http://schemas.openxmlformats.org/drawingml/2006/main" w="35719">
            <a:solidFill>
              <a:srgbClr val="AD2929"/>
            </a:solidFill>
          </a:ln>
        </p:spPr>
      </p:sp>
      <p:sp>
        <p:nvSpPr>
          <p:cNvPr id="35" name="Ledning">
            <a:extLst xmlns:a="http://schemas.openxmlformats.org/drawingml/2006/main">
              <a:ext uri="{FF2B5EF4-FFF2-40B4-BE49-F238E27FC236}">
                <a16:creationId xmlns:a16="http://schemas.microsoft.com/office/drawing/2014/main" id="{B097445D-9AB5-45E2-8139-2B75A2B2852F}"/>
              </a:ext>
            </a:extLst>
          </p:cNvPr>
          <p:cNvSpPr>
            <a:spLocks xmlns:a="http://schemas.openxmlformats.org/drawingml/2006/main" noGrp="1"/>
          </p:cNvSpPr>
          <p:nvPr/>
        </p:nvSpPr>
        <p:spPr>
          <a:xfrm xmlns:a="http://schemas.openxmlformats.org/drawingml/2006/main">
            <a:off x="4179094" y="2797969"/>
            <a:ext cx="1250156" cy="715"/>
          </a:xfrm>
          <a:custGeom xmlns:a="http://schemas.openxmlformats.org/drawingml/2006/main">
            <a:pathLst>
              <a:path w="1666875" h="953">
                <a:moveTo>
                  <a:pt x="1666875" y="0"/>
                </a:moveTo>
                <a:lnTo>
                  <a:pt x="0" y="0"/>
                </a:lnTo>
              </a:path>
            </a:pathLst>
          </a:custGeom>
          <a:noFill xmlns:a="http://schemas.openxmlformats.org/drawingml/2006/main"/>
          <a:ln xmlns:a="http://schemas.openxmlformats.org/drawingml/2006/main" w="35719">
            <a:solidFill>
              <a:srgbClr val="AD2929"/>
            </a:solidFill>
          </a:ln>
        </p:spPr>
      </p:sp>
      <p:sp>
        <p:nvSpPr>
          <p:cNvPr id="36" name="Ledning">
            <a:extLst xmlns:a="http://schemas.openxmlformats.org/drawingml/2006/main">
              <a:ext uri="{FF2B5EF4-FFF2-40B4-BE49-F238E27FC236}">
                <a16:creationId xmlns:a16="http://schemas.microsoft.com/office/drawing/2014/main" id="{F9BF1483-9FD9-4F21-A0D7-32F16DF2AB40}"/>
              </a:ext>
            </a:extLst>
          </p:cNvPr>
          <p:cNvSpPr>
            <a:spLocks xmlns:a="http://schemas.openxmlformats.org/drawingml/2006/main" noGrp="1"/>
          </p:cNvSpPr>
          <p:nvPr/>
        </p:nvSpPr>
        <p:spPr>
          <a:xfrm xmlns:a="http://schemas.openxmlformats.org/drawingml/2006/main">
            <a:off x="7571947" y="4533971"/>
            <a:ext cx="715" cy="507135"/>
          </a:xfrm>
          <a:custGeom xmlns:a="http://schemas.openxmlformats.org/drawingml/2006/main">
            <a:pathLst>
              <a:path w="953" h="676180">
                <a:moveTo>
                  <a:pt x="0" y="0"/>
                </a:moveTo>
                <a:lnTo>
                  <a:pt x="0" y="676180"/>
                </a:lnTo>
              </a:path>
            </a:pathLst>
          </a:custGeom>
          <a:noFill xmlns:a="http://schemas.openxmlformats.org/drawingml/2006/main"/>
          <a:ln xmlns:a="http://schemas.openxmlformats.org/drawingml/2006/main" w="35719">
            <a:solidFill>
              <a:srgbClr val="20282E"/>
            </a:solidFill>
          </a:ln>
        </p:spPr>
      </p:sp>
      <p:sp>
        <p:nvSpPr>
          <p:cNvPr id="37" name="Ledning">
            <a:extLst xmlns:a="http://schemas.openxmlformats.org/drawingml/2006/main">
              <a:ext uri="{FF2B5EF4-FFF2-40B4-BE49-F238E27FC236}">
                <a16:creationId xmlns:a16="http://schemas.microsoft.com/office/drawing/2014/main" id="{48DEB96E-E965-4C83-8094-088D4FA24288}"/>
              </a:ext>
            </a:extLst>
          </p:cNvPr>
          <p:cNvSpPr>
            <a:spLocks xmlns:a="http://schemas.openxmlformats.org/drawingml/2006/main" noGrp="1"/>
          </p:cNvSpPr>
          <p:nvPr/>
        </p:nvSpPr>
        <p:spPr>
          <a:xfrm xmlns:a="http://schemas.openxmlformats.org/drawingml/2006/main">
            <a:off x="5679281" y="5041106"/>
            <a:ext cx="1892666" cy="715"/>
          </a:xfrm>
          <a:custGeom xmlns:a="http://schemas.openxmlformats.org/drawingml/2006/main">
            <a:pathLst>
              <a:path w="2523554" h="953">
                <a:moveTo>
                  <a:pt x="2523554" y="0"/>
                </a:moveTo>
                <a:lnTo>
                  <a:pt x="0" y="0"/>
                </a:lnTo>
              </a:path>
            </a:pathLst>
          </a:custGeom>
          <a:noFill xmlns:a="http://schemas.openxmlformats.org/drawingml/2006/main"/>
          <a:ln xmlns:a="http://schemas.openxmlformats.org/drawingml/2006/main" w="35719">
            <a:solidFill>
              <a:srgbClr val="20282E"/>
            </a:solidFill>
          </a:ln>
        </p:spPr>
      </p:sp>
      <p:sp>
        <p:nvSpPr>
          <p:cNvPr id="38" name="Ledning">
            <a:extLst xmlns:a="http://schemas.openxmlformats.org/drawingml/2006/main">
              <a:ext uri="{FF2B5EF4-FFF2-40B4-BE49-F238E27FC236}">
                <a16:creationId xmlns:a16="http://schemas.microsoft.com/office/drawing/2014/main" id="{98DB8A96-7232-4E53-ABF7-53CAAF5A7DB3}"/>
              </a:ext>
            </a:extLst>
          </p:cNvPr>
          <p:cNvSpPr>
            <a:spLocks xmlns:a="http://schemas.openxmlformats.org/drawingml/2006/main" noGrp="1"/>
          </p:cNvSpPr>
          <p:nvPr/>
        </p:nvSpPr>
        <p:spPr>
          <a:xfrm xmlns:a="http://schemas.openxmlformats.org/drawingml/2006/main">
            <a:off x="5679281" y="4226719"/>
            <a:ext cx="715" cy="814388"/>
          </a:xfrm>
          <a:custGeom xmlns:a="http://schemas.openxmlformats.org/drawingml/2006/main">
            <a:pathLst>
              <a:path w="953" h="1085850">
                <a:moveTo>
                  <a:pt x="0" y="1085850"/>
                </a:moveTo>
                <a:lnTo>
                  <a:pt x="0" y="0"/>
                </a:lnTo>
              </a:path>
            </a:pathLst>
          </a:custGeom>
          <a:noFill xmlns:a="http://schemas.openxmlformats.org/drawingml/2006/main"/>
          <a:ln xmlns:a="http://schemas.openxmlformats.org/drawingml/2006/main" w="35719">
            <a:solidFill>
              <a:srgbClr val="20282E"/>
            </a:solidFill>
          </a:ln>
        </p:spPr>
      </p:sp>
      <p:sp>
        <p:nvSpPr>
          <p:cNvPr id="39" name="Ledning">
            <a:extLst xmlns:a="http://schemas.openxmlformats.org/drawingml/2006/main">
              <a:ext uri="{FF2B5EF4-FFF2-40B4-BE49-F238E27FC236}">
                <a16:creationId xmlns:a16="http://schemas.microsoft.com/office/drawing/2014/main" id="{48E3AC3C-6403-4369-BA66-285E050D7BB8}"/>
              </a:ext>
            </a:extLst>
          </p:cNvPr>
          <p:cNvSpPr>
            <a:spLocks xmlns:a="http://schemas.openxmlformats.org/drawingml/2006/main" noGrp="1"/>
          </p:cNvSpPr>
          <p:nvPr/>
        </p:nvSpPr>
        <p:spPr>
          <a:xfrm xmlns:a="http://schemas.openxmlformats.org/drawingml/2006/main">
            <a:off x="4179094" y="4226719"/>
            <a:ext cx="1500188" cy="715"/>
          </a:xfrm>
          <a:custGeom xmlns:a="http://schemas.openxmlformats.org/drawingml/2006/main">
            <a:pathLst>
              <a:path w="2000250" h="953">
                <a:moveTo>
                  <a:pt x="2000250" y="0"/>
                </a:moveTo>
                <a:lnTo>
                  <a:pt x="0" y="0"/>
                </a:lnTo>
              </a:path>
            </a:pathLst>
          </a:custGeom>
          <a:noFill xmlns:a="http://schemas.openxmlformats.org/drawingml/2006/main"/>
          <a:ln xmlns:a="http://schemas.openxmlformats.org/drawingml/2006/main" w="35719">
            <a:solidFill>
              <a:srgbClr val="20282E"/>
            </a:solidFill>
          </a:ln>
        </p:spPr>
      </p:sp>
      <p:sp>
        <p:nvSpPr>
          <p:cNvPr id="40" name="">
            <a:extLst xmlns:a="http://schemas.openxmlformats.org/drawingml/2006/main">
              <a:ext uri="{FF2B5EF4-FFF2-40B4-BE49-F238E27FC236}">
                <a16:creationId xmlns:a16="http://schemas.microsoft.com/office/drawing/2014/main" id="{6628DFC3-E69F-4917-898B-068EF2BF3679}"/>
              </a:ext>
            </a:extLst>
          </p:cNvPr>
          <p:cNvSpPr>
            <a:spLocks xmlns:a="http://schemas.openxmlformats.org/drawingml/2006/main" noGrp="1"/>
          </p:cNvSpPr>
          <p:nvPr/>
        </p:nvSpPr>
        <p:spPr>
          <a:xfrm xmlns:a="http://schemas.openxmlformats.org/drawingml/2006/main">
            <a:off x="4129088" y="2747962"/>
            <a:ext cx="100012" cy="100012"/>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41" name="">
            <a:extLst xmlns:a="http://schemas.openxmlformats.org/drawingml/2006/main">
              <a:ext uri="{FF2B5EF4-FFF2-40B4-BE49-F238E27FC236}">
                <a16:creationId xmlns:a16="http://schemas.microsoft.com/office/drawing/2014/main" id="{126F1506-5608-4AA2-B1D8-67A41E6F1C8D}"/>
              </a:ext>
            </a:extLst>
          </p:cNvPr>
          <p:cNvSpPr>
            <a:spLocks xmlns:a="http://schemas.openxmlformats.org/drawingml/2006/main" noGrp="1"/>
          </p:cNvSpPr>
          <p:nvPr/>
        </p:nvSpPr>
        <p:spPr>
          <a:xfrm xmlns:a="http://schemas.openxmlformats.org/drawingml/2006/main">
            <a:off x="4129088" y="4176712"/>
            <a:ext cx="100012" cy="100012"/>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42" name="Pip betyder låg resistans inom instrumentets pipgräns.">
            <a:extLst xmlns:a="http://schemas.openxmlformats.org/drawingml/2006/main">
              <a:ext uri="{FF2B5EF4-FFF2-40B4-BE49-F238E27FC236}">
                <a16:creationId xmlns:a16="http://schemas.microsoft.com/office/drawing/2014/main" id="{ECD0C6CB-8910-4485-A77A-CD7F6711D1A0}"/>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Pip betyder låg resistans inom instrumentets pipgräns.</a:t>
            </a:r>
          </a:p>
        </p:txBody>
      </p:sp>
      <p:sp>
        <p:nvSpPr>
          <p:cNvPr id="9001" name="Kontinuitet  En hel uttagen säkring">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Kontinuitet  En hel uttagen säkring</a:t>
            </a:r>
          </a:p>
        </p:txBody>
      </p:sp>
      <p:sp>
        <p:nvSpPr>
          <p:cNvPr id="9002" name="28">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28</a:t>
            </a:r>
          </a:p>
        </p:txBody>
      </p:sp>
    </p:spTree>
    <p:extLst>
      <p:ext uri="{BB962C8B-B14F-4D97-AF65-F5344CB8AC3E}">
        <p14:creationId xmlns:p14="http://schemas.microsoft.com/office/powerpoint/2010/main" val="122225676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Samma säkring och samma anslutning">
            <a:extLst xmlns:a="http://schemas.openxmlformats.org/drawingml/2006/main">
              <a:ext uri="{FF2B5EF4-FFF2-40B4-BE49-F238E27FC236}">
                <a16:creationId xmlns:a16="http://schemas.microsoft.com/office/drawing/2014/main" id="{83FFA8B2-9BA5-4505-A636-A75E75EAE1BB}"/>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Samma säkring och samma anslutning</a:t>
            </a:r>
          </a:p>
        </p:txBody>
      </p:sp>
      <p:sp>
        <p:nvSpPr>
          <p:cNvPr id="5" name="Ledning">
            <a:extLst xmlns:a="http://schemas.openxmlformats.org/drawingml/2006/main">
              <a:ext uri="{FF2B5EF4-FFF2-40B4-BE49-F238E27FC236}">
                <a16:creationId xmlns:a16="http://schemas.microsoft.com/office/drawing/2014/main" id="{5755D481-09B6-459F-AD1D-AF21805ADD31}"/>
              </a:ext>
            </a:extLst>
          </p:cNvPr>
          <p:cNvSpPr>
            <a:spLocks xmlns:a="http://schemas.openxmlformats.org/drawingml/2006/main" noGrp="1"/>
          </p:cNvSpPr>
          <p:nvPr/>
        </p:nvSpPr>
        <p:spPr>
          <a:xfrm xmlns:a="http://schemas.openxmlformats.org/drawingml/2006/main">
            <a:off x="4179094" y="2797969"/>
            <a:ext cx="715" cy="392906"/>
          </a:xfrm>
          <a:custGeom xmlns:a="http://schemas.openxmlformats.org/drawingml/2006/main">
            <a:pathLst>
              <a:path w="953" h="523875">
                <a:moveTo>
                  <a:pt x="0" y="0"/>
                </a:moveTo>
                <a:lnTo>
                  <a:pt x="0" y="523875"/>
                </a:lnTo>
              </a:path>
            </a:pathLst>
          </a:custGeom>
          <a:noFill xmlns:a="http://schemas.openxmlformats.org/drawingml/2006/main"/>
          <a:ln xmlns:a="http://schemas.openxmlformats.org/drawingml/2006/main" w="28575">
            <a:solidFill>
              <a:srgbClr val="111111"/>
            </a:solidFill>
          </a:ln>
        </p:spPr>
      </p:sp>
      <p:sp>
        <p:nvSpPr>
          <p:cNvPr id="6" name="">
            <a:extLst xmlns:a="http://schemas.openxmlformats.org/drawingml/2006/main">
              <a:ext uri="{FF2B5EF4-FFF2-40B4-BE49-F238E27FC236}">
                <a16:creationId xmlns:a16="http://schemas.microsoft.com/office/drawing/2014/main" id="{D9FD67F1-8AD1-4071-8EA4-ECEBE4922379}"/>
              </a:ext>
            </a:extLst>
          </p:cNvPr>
          <p:cNvSpPr>
            <a:spLocks xmlns:a="http://schemas.openxmlformats.org/drawingml/2006/main" noGrp="1"/>
          </p:cNvSpPr>
          <p:nvPr/>
        </p:nvSpPr>
        <p:spPr>
          <a:xfrm xmlns:a="http://schemas.openxmlformats.org/drawingml/2006/main">
            <a:off x="3993356" y="3190875"/>
            <a:ext cx="371475" cy="642938"/>
          </a:xfrm>
          <a:prstGeom xmlns:a="http://schemas.openxmlformats.org/drawingml/2006/main" prst="rect">
            <a:avLst/>
          </a:prstGeom>
          <a:solidFill xmlns:a="http://schemas.openxmlformats.org/drawingml/2006/main">
            <a:srgbClr val="FFFFFF"/>
          </a:solidFill>
          <a:ln xmlns:a="http://schemas.openxmlformats.org/drawingml/2006/main" w="21431">
            <a:solidFill>
              <a:srgbClr val="111111"/>
            </a:solidFill>
          </a:ln>
        </p:spPr>
      </p:sp>
      <p:sp>
        <p:nvSpPr>
          <p:cNvPr id="7" name="Ledning">
            <a:extLst xmlns:a="http://schemas.openxmlformats.org/drawingml/2006/main">
              <a:ext uri="{FF2B5EF4-FFF2-40B4-BE49-F238E27FC236}">
                <a16:creationId xmlns:a16="http://schemas.microsoft.com/office/drawing/2014/main" id="{AE1486FA-9DE6-495B-B54D-88C780C9C01F}"/>
              </a:ext>
            </a:extLst>
          </p:cNvPr>
          <p:cNvSpPr>
            <a:spLocks xmlns:a="http://schemas.openxmlformats.org/drawingml/2006/main" noGrp="1"/>
          </p:cNvSpPr>
          <p:nvPr/>
        </p:nvSpPr>
        <p:spPr>
          <a:xfrm xmlns:a="http://schemas.openxmlformats.org/drawingml/2006/main">
            <a:off x="4179094" y="3190875"/>
            <a:ext cx="715" cy="235744"/>
          </a:xfrm>
          <a:custGeom xmlns:a="http://schemas.openxmlformats.org/drawingml/2006/main">
            <a:pathLst>
              <a:path w="953" h="314325">
                <a:moveTo>
                  <a:pt x="0" y="0"/>
                </a:moveTo>
                <a:lnTo>
                  <a:pt x="0" y="314325"/>
                </a:lnTo>
              </a:path>
            </a:pathLst>
          </a:custGeom>
          <a:noFill xmlns:a="http://schemas.openxmlformats.org/drawingml/2006/main"/>
          <a:ln xmlns:a="http://schemas.openxmlformats.org/drawingml/2006/main" w="28575">
            <a:solidFill>
              <a:srgbClr val="111111"/>
            </a:solidFill>
          </a:ln>
        </p:spPr>
      </p:sp>
      <p:sp>
        <p:nvSpPr>
          <p:cNvPr id="8" name="Ledning">
            <a:extLst xmlns:a="http://schemas.openxmlformats.org/drawingml/2006/main">
              <a:ext uri="{FF2B5EF4-FFF2-40B4-BE49-F238E27FC236}">
                <a16:creationId xmlns:a16="http://schemas.microsoft.com/office/drawing/2014/main" id="{C942D6E8-4385-4EDC-8569-DBD9F04AFC9F}"/>
              </a:ext>
            </a:extLst>
          </p:cNvPr>
          <p:cNvSpPr>
            <a:spLocks xmlns:a="http://schemas.openxmlformats.org/drawingml/2006/main" noGrp="1"/>
          </p:cNvSpPr>
          <p:nvPr/>
        </p:nvSpPr>
        <p:spPr>
          <a:xfrm xmlns:a="http://schemas.openxmlformats.org/drawingml/2006/main">
            <a:off x="4179094" y="3576638"/>
            <a:ext cx="715" cy="257175"/>
          </a:xfrm>
          <a:custGeom xmlns:a="http://schemas.openxmlformats.org/drawingml/2006/main">
            <a:pathLst>
              <a:path w="953" h="342900">
                <a:moveTo>
                  <a:pt x="0" y="0"/>
                </a:moveTo>
                <a:lnTo>
                  <a:pt x="0" y="342900"/>
                </a:lnTo>
              </a:path>
            </a:pathLst>
          </a:custGeom>
          <a:noFill xmlns:a="http://schemas.openxmlformats.org/drawingml/2006/main"/>
          <a:ln xmlns:a="http://schemas.openxmlformats.org/drawingml/2006/main" w="28575">
            <a:solidFill>
              <a:srgbClr val="111111"/>
            </a:solidFill>
          </a:ln>
        </p:spPr>
      </p:sp>
      <p:sp>
        <p:nvSpPr>
          <p:cNvPr id="9" name="Ledning">
            <a:extLst xmlns:a="http://schemas.openxmlformats.org/drawingml/2006/main">
              <a:ext uri="{FF2B5EF4-FFF2-40B4-BE49-F238E27FC236}">
                <a16:creationId xmlns:a16="http://schemas.microsoft.com/office/drawing/2014/main" id="{4869B1EA-3A1F-40AD-820A-8FC348203EB8}"/>
              </a:ext>
            </a:extLst>
          </p:cNvPr>
          <p:cNvSpPr>
            <a:spLocks xmlns:a="http://schemas.openxmlformats.org/drawingml/2006/main" noGrp="1"/>
          </p:cNvSpPr>
          <p:nvPr/>
        </p:nvSpPr>
        <p:spPr>
          <a:xfrm xmlns:a="http://schemas.openxmlformats.org/drawingml/2006/main">
            <a:off x="4179094" y="3833812"/>
            <a:ext cx="715" cy="392906"/>
          </a:xfrm>
          <a:custGeom xmlns:a="http://schemas.openxmlformats.org/drawingml/2006/main">
            <a:pathLst>
              <a:path w="953" h="523875">
                <a:moveTo>
                  <a:pt x="0" y="0"/>
                </a:moveTo>
                <a:lnTo>
                  <a:pt x="0" y="523875"/>
                </a:lnTo>
              </a:path>
            </a:pathLst>
          </a:custGeom>
          <a:noFill xmlns:a="http://schemas.openxmlformats.org/drawingml/2006/main"/>
          <a:ln xmlns:a="http://schemas.openxmlformats.org/drawingml/2006/main" w="28575">
            <a:solidFill>
              <a:srgbClr val="111111"/>
            </a:solidFill>
          </a:ln>
        </p:spPr>
      </p:sp>
      <p:sp>
        <p:nvSpPr>
          <p:cNvPr id="10" name="Uttagen säkring">
            <a:extLst xmlns:a="http://schemas.openxmlformats.org/drawingml/2006/main">
              <a:ext uri="{FF2B5EF4-FFF2-40B4-BE49-F238E27FC236}">
                <a16:creationId xmlns:a16="http://schemas.microsoft.com/office/drawing/2014/main" id="{19799E5F-5EC5-4328-B018-646CEF9518D1}"/>
              </a:ext>
            </a:extLst>
          </p:cNvPr>
          <p:cNvSpPr>
            <a:spLocks xmlns:a="http://schemas.openxmlformats.org/drawingml/2006/main" noGrp="1"/>
          </p:cNvSpPr>
          <p:nvPr/>
        </p:nvSpPr>
        <p:spPr>
          <a:xfrm xmlns:a="http://schemas.openxmlformats.org/drawingml/2006/main">
            <a:off x="1964531" y="3440906"/>
            <a:ext cx="1893094"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11111"/>
                </a:solidFill>
                <a:latin typeface="Calibri"/>
                <a:ea typeface="Calibri"/>
                <a:cs typeface="Calibri"/>
              </a:defRPr>
            </a:pPr>
            <a:r>
              <a:rPr sz="1350" b="1">
                <a:solidFill>
                  <a:srgbClr val="111111"/>
                </a:solidFill>
                <a:latin typeface="Calibri"/>
                <a:ea typeface="Calibri"/>
                <a:cs typeface="Calibri"/>
              </a:rPr>
              <a:t>Uttagen säkring</a:t>
            </a:r>
          </a:p>
        </p:txBody>
      </p:sp>
      <p:sp>
        <p:nvSpPr>
          <p:cNvPr id="11" name="">
            <a:extLst xmlns:a="http://schemas.openxmlformats.org/drawingml/2006/main">
              <a:ext uri="{FF2B5EF4-FFF2-40B4-BE49-F238E27FC236}">
                <a16:creationId xmlns:a16="http://schemas.microsoft.com/office/drawing/2014/main" id="{0A909640-6C0C-4FC2-99E1-F8DB4F6ED271}"/>
              </a:ext>
            </a:extLst>
          </p:cNvPr>
          <p:cNvSpPr>
            <a:spLocks xmlns:a="http://schemas.openxmlformats.org/drawingml/2006/main" noGrp="1"/>
          </p:cNvSpPr>
          <p:nvPr/>
        </p:nvSpPr>
        <p:spPr>
          <a:xfrm xmlns:a="http://schemas.openxmlformats.org/drawingml/2006/main">
            <a:off x="4129088" y="2747962"/>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2" name="">
            <a:extLst xmlns:a="http://schemas.openxmlformats.org/drawingml/2006/main">
              <a:ext uri="{FF2B5EF4-FFF2-40B4-BE49-F238E27FC236}">
                <a16:creationId xmlns:a16="http://schemas.microsoft.com/office/drawing/2014/main" id="{EEA50F40-6720-4144-925A-49A55529F9DC}"/>
              </a:ext>
            </a:extLst>
          </p:cNvPr>
          <p:cNvSpPr>
            <a:spLocks xmlns:a="http://schemas.openxmlformats.org/drawingml/2006/main" noGrp="1"/>
          </p:cNvSpPr>
          <p:nvPr/>
        </p:nvSpPr>
        <p:spPr>
          <a:xfrm xmlns:a="http://schemas.openxmlformats.org/drawingml/2006/main">
            <a:off x="4129088" y="4176712"/>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8f69f0ffae114069"/>
          <a:stretch xmlns:a="http://schemas.openxmlformats.org/drawingml/2006/main"/>
        </p:blipFill>
        <p:spPr>
          <a:xfrm xmlns:a="http://schemas.openxmlformats.org/drawingml/2006/main">
            <a:off x="6357938" y="1905000"/>
            <a:ext cx="2071688" cy="3107531"/>
          </a:xfrm>
          <a:prstGeom xmlns:a="http://schemas.openxmlformats.org/drawingml/2006/main" prst="rect">
            <a:avLst/>
          </a:prstGeom>
        </p:spPr>
      </p:pic>
      <p:sp>
        <p:nvSpPr>
          <p:cNvPr id="14" name="10 A">
            <a:extLst xmlns:a="http://schemas.openxmlformats.org/drawingml/2006/main">
              <a:ext uri="{FF2B5EF4-FFF2-40B4-BE49-F238E27FC236}">
                <a16:creationId xmlns:a16="http://schemas.microsoft.com/office/drawing/2014/main" id="{76098000-6744-4334-81FB-C8EBD1C6AF65}"/>
              </a:ext>
            </a:extLst>
          </p:cNvPr>
          <p:cNvSpPr>
            <a:spLocks xmlns:a="http://schemas.openxmlformats.org/drawingml/2006/main" noGrp="1"/>
          </p:cNvSpPr>
          <p:nvPr/>
        </p:nvSpPr>
        <p:spPr>
          <a:xfrm xmlns:a="http://schemas.openxmlformats.org/drawingml/2006/main">
            <a:off x="667283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10 A</a:t>
            </a:r>
          </a:p>
        </p:txBody>
      </p:sp>
      <p:sp>
        <p:nvSpPr>
          <p:cNvPr id="15" name="mA">
            <a:extLst xmlns:a="http://schemas.openxmlformats.org/drawingml/2006/main">
              <a:ext uri="{FF2B5EF4-FFF2-40B4-BE49-F238E27FC236}">
                <a16:creationId xmlns:a16="http://schemas.microsoft.com/office/drawing/2014/main" id="{A1323AA5-DB5D-496E-AC25-326162677DB7}"/>
              </a:ext>
            </a:extLst>
          </p:cNvPr>
          <p:cNvSpPr>
            <a:spLocks xmlns:a="http://schemas.openxmlformats.org/drawingml/2006/main" noGrp="1"/>
          </p:cNvSpPr>
          <p:nvPr/>
        </p:nvSpPr>
        <p:spPr>
          <a:xfrm xmlns:a="http://schemas.openxmlformats.org/drawingml/2006/main">
            <a:off x="702916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mA</a:t>
            </a:r>
          </a:p>
        </p:txBody>
      </p:sp>
      <p:sp>
        <p:nvSpPr>
          <p:cNvPr id="16" name="COM">
            <a:extLst xmlns:a="http://schemas.openxmlformats.org/drawingml/2006/main">
              <a:ext uri="{FF2B5EF4-FFF2-40B4-BE49-F238E27FC236}">
                <a16:creationId xmlns:a16="http://schemas.microsoft.com/office/drawing/2014/main" id="{8C018104-E3A2-4669-BFD5-A43F2BDED153}"/>
              </a:ext>
            </a:extLst>
          </p:cNvPr>
          <p:cNvSpPr>
            <a:spLocks xmlns:a="http://schemas.openxmlformats.org/drawingml/2006/main" noGrp="1"/>
          </p:cNvSpPr>
          <p:nvPr/>
        </p:nvSpPr>
        <p:spPr>
          <a:xfrm xmlns:a="http://schemas.openxmlformats.org/drawingml/2006/main">
            <a:off x="7385494"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COM</a:t>
            </a:r>
          </a:p>
        </p:txBody>
      </p:sp>
      <p:sp>
        <p:nvSpPr>
          <p:cNvPr id="17" name="VΩ">
            <a:extLst xmlns:a="http://schemas.openxmlformats.org/drawingml/2006/main">
              <a:ext uri="{FF2B5EF4-FFF2-40B4-BE49-F238E27FC236}">
                <a16:creationId xmlns:a16="http://schemas.microsoft.com/office/drawing/2014/main" id="{DE1266DB-5FE2-4D7A-8783-5849924D768D}"/>
              </a:ext>
            </a:extLst>
          </p:cNvPr>
          <p:cNvSpPr>
            <a:spLocks xmlns:a="http://schemas.openxmlformats.org/drawingml/2006/main" noGrp="1"/>
          </p:cNvSpPr>
          <p:nvPr/>
        </p:nvSpPr>
        <p:spPr>
          <a:xfrm xmlns:a="http://schemas.openxmlformats.org/drawingml/2006/main">
            <a:off x="7741825" y="4210788"/>
            <a:ext cx="372904" cy="170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12" b="1">
                <a:solidFill>
                  <a:srgbClr val="111111"/>
                </a:solidFill>
                <a:latin typeface="Calibri"/>
                <a:ea typeface="Calibri"/>
                <a:cs typeface="Calibri"/>
              </a:defRPr>
            </a:pPr>
            <a:r>
              <a:rPr sz="1012" b="1">
                <a:solidFill>
                  <a:srgbClr val="111111"/>
                </a:solidFill>
                <a:latin typeface="Calibri"/>
                <a:ea typeface="Calibri"/>
                <a:cs typeface="Calibri"/>
              </a:rPr>
              <a:t>VΩ</a:t>
            </a:r>
          </a:p>
        </p:txBody>
      </p:sp>
      <p:sp>
        <p:nvSpPr>
          <p:cNvPr id="18" name="OL">
            <a:extLst xmlns:a="http://schemas.openxmlformats.org/drawingml/2006/main">
              <a:ext uri="{FF2B5EF4-FFF2-40B4-BE49-F238E27FC236}">
                <a16:creationId xmlns:a16="http://schemas.microsoft.com/office/drawing/2014/main" id="{C92E333B-33CE-4FFD-80FB-75C0F52372A6}"/>
              </a:ext>
            </a:extLst>
          </p:cNvPr>
          <p:cNvSpPr>
            <a:spLocks xmlns:a="http://schemas.openxmlformats.org/drawingml/2006/main" noGrp="1"/>
          </p:cNvSpPr>
          <p:nvPr/>
        </p:nvSpPr>
        <p:spPr>
          <a:xfrm xmlns:a="http://schemas.openxmlformats.org/drawingml/2006/main">
            <a:off x="6772275" y="2277904"/>
            <a:ext cx="1243012" cy="3418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6" b="1">
                <a:solidFill>
                  <a:srgbClr val="111111"/>
                </a:solidFill>
                <a:latin typeface="Calibri"/>
                <a:ea typeface="Calibri"/>
                <a:cs typeface="Calibri"/>
              </a:defRPr>
            </a:pPr>
            <a:r>
              <a:rPr sz="1876" b="1">
                <a:solidFill>
                  <a:srgbClr val="111111"/>
                </a:solidFill>
                <a:latin typeface="Calibri"/>
                <a:ea typeface="Calibri"/>
                <a:cs typeface="Calibri"/>
              </a:rPr>
              <a:t>OL</a:t>
            </a:r>
          </a:p>
        </p:txBody>
      </p:sp>
      <p:sp>
        <p:nvSpPr>
          <p:cNvPr id="19" name="PIP">
            <a:extLst xmlns:a="http://schemas.openxmlformats.org/drawingml/2006/main">
              <a:ext uri="{FF2B5EF4-FFF2-40B4-BE49-F238E27FC236}">
                <a16:creationId xmlns:a16="http://schemas.microsoft.com/office/drawing/2014/main" id="{F242B8F2-3CE3-432F-945E-53FCBDD98B92}"/>
              </a:ext>
            </a:extLst>
          </p:cNvPr>
          <p:cNvSpPr>
            <a:spLocks xmlns:a="http://schemas.openxmlformats.org/drawingml/2006/main" noGrp="1"/>
          </p:cNvSpPr>
          <p:nvPr/>
        </p:nvSpPr>
        <p:spPr>
          <a:xfrm xmlns:a="http://schemas.openxmlformats.org/drawingml/2006/main">
            <a:off x="6813709" y="2622840"/>
            <a:ext cx="1160145" cy="1211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62" b="1">
                <a:solidFill>
                  <a:srgbClr val="111111"/>
                </a:solidFill>
                <a:latin typeface="Calibri"/>
                <a:ea typeface="Calibri"/>
                <a:cs typeface="Calibri"/>
              </a:defRPr>
            </a:pPr>
            <a:r>
              <a:rPr sz="962" b="1">
                <a:solidFill>
                  <a:srgbClr val="111111"/>
                </a:solidFill>
                <a:latin typeface="Calibri"/>
                <a:ea typeface="Calibri"/>
                <a:cs typeface="Calibri"/>
              </a:rPr>
              <a:t>PIP</a:t>
            </a:r>
          </a:p>
        </p:txBody>
      </p:sp>
      <p:sp>
        <p:nvSpPr>
          <p:cNvPr id="20" name="V DC">
            <a:extLst xmlns:a="http://schemas.openxmlformats.org/drawingml/2006/main">
              <a:ext uri="{FF2B5EF4-FFF2-40B4-BE49-F238E27FC236}">
                <a16:creationId xmlns:a16="http://schemas.microsoft.com/office/drawing/2014/main" id="{07388B9B-CC2E-4170-A244-7A2DD349264A}"/>
              </a:ext>
            </a:extLst>
          </p:cNvPr>
          <p:cNvSpPr>
            <a:spLocks xmlns:a="http://schemas.openxmlformats.org/drawingml/2006/main" noGrp="1"/>
          </p:cNvSpPr>
          <p:nvPr/>
        </p:nvSpPr>
        <p:spPr>
          <a:xfrm xmlns:a="http://schemas.openxmlformats.org/drawingml/2006/main">
            <a:off x="7207330" y="285279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DC</a:t>
            </a:r>
          </a:p>
        </p:txBody>
      </p:sp>
      <p:sp>
        <p:nvSpPr>
          <p:cNvPr id="21" name="V AC">
            <a:extLst xmlns:a="http://schemas.openxmlformats.org/drawingml/2006/main">
              <a:ext uri="{FF2B5EF4-FFF2-40B4-BE49-F238E27FC236}">
                <a16:creationId xmlns:a16="http://schemas.microsoft.com/office/drawing/2014/main" id="{CDD466EF-8C54-4180-96C8-3BB532D0E58D}"/>
              </a:ext>
            </a:extLst>
          </p:cNvPr>
          <p:cNvSpPr>
            <a:spLocks xmlns:a="http://schemas.openxmlformats.org/drawingml/2006/main" noGrp="1"/>
          </p:cNvSpPr>
          <p:nvPr/>
        </p:nvSpPr>
        <p:spPr>
          <a:xfrm xmlns:a="http://schemas.openxmlformats.org/drawingml/2006/main">
            <a:off x="7664834"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V AC</a:t>
            </a:r>
          </a:p>
        </p:txBody>
      </p:sp>
      <p:sp>
        <p:nvSpPr>
          <p:cNvPr id="22" name="A DC">
            <a:extLst xmlns:a="http://schemas.openxmlformats.org/drawingml/2006/main">
              <a:ext uri="{FF2B5EF4-FFF2-40B4-BE49-F238E27FC236}">
                <a16:creationId xmlns:a16="http://schemas.microsoft.com/office/drawing/2014/main" id="{51607BEB-5670-430C-A438-8CF776AD5214}"/>
              </a:ext>
            </a:extLst>
          </p:cNvPr>
          <p:cNvSpPr>
            <a:spLocks xmlns:a="http://schemas.openxmlformats.org/drawingml/2006/main" noGrp="1"/>
          </p:cNvSpPr>
          <p:nvPr/>
        </p:nvSpPr>
        <p:spPr>
          <a:xfrm xmlns:a="http://schemas.openxmlformats.org/drawingml/2006/main">
            <a:off x="7664834"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A DC</a:t>
            </a:r>
          </a:p>
        </p:txBody>
      </p:sp>
      <p:sp>
        <p:nvSpPr>
          <p:cNvPr id="23" name="Ω">
            <a:extLst xmlns:a="http://schemas.openxmlformats.org/drawingml/2006/main">
              <a:ext uri="{FF2B5EF4-FFF2-40B4-BE49-F238E27FC236}">
                <a16:creationId xmlns:a16="http://schemas.microsoft.com/office/drawing/2014/main" id="{2290A808-2F4D-4EEB-9CBB-CBCAFBAE5FD7}"/>
              </a:ext>
            </a:extLst>
          </p:cNvPr>
          <p:cNvSpPr>
            <a:spLocks xmlns:a="http://schemas.openxmlformats.org/drawingml/2006/main" noGrp="1"/>
          </p:cNvSpPr>
          <p:nvPr/>
        </p:nvSpPr>
        <p:spPr>
          <a:xfrm xmlns:a="http://schemas.openxmlformats.org/drawingml/2006/main">
            <a:off x="7207330" y="390935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Ω</a:t>
            </a:r>
          </a:p>
        </p:txBody>
      </p:sp>
      <p:sp>
        <p:nvSpPr>
          <p:cNvPr id="24" name="PIP">
            <a:extLst xmlns:a="http://schemas.openxmlformats.org/drawingml/2006/main">
              <a:ext uri="{FF2B5EF4-FFF2-40B4-BE49-F238E27FC236}">
                <a16:creationId xmlns:a16="http://schemas.microsoft.com/office/drawing/2014/main" id="{677367EE-098F-4C6C-B0B0-8A48DA00D301}"/>
              </a:ext>
            </a:extLst>
          </p:cNvPr>
          <p:cNvSpPr>
            <a:spLocks xmlns:a="http://schemas.openxmlformats.org/drawingml/2006/main" noGrp="1"/>
          </p:cNvSpPr>
          <p:nvPr/>
        </p:nvSpPr>
        <p:spPr>
          <a:xfrm xmlns:a="http://schemas.openxmlformats.org/drawingml/2006/main">
            <a:off x="6749825" y="3645218"/>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1">
                <a:solidFill>
                  <a:srgbClr val="064F91"/>
                </a:solidFill>
                <a:latin typeface="Calibri"/>
                <a:ea typeface="Calibri"/>
                <a:cs typeface="Calibri"/>
              </a:defRPr>
            </a:pPr>
            <a:r>
              <a:rPr sz="897" b="1">
                <a:solidFill>
                  <a:srgbClr val="064F91"/>
                </a:solidFill>
                <a:latin typeface="Calibri"/>
                <a:ea typeface="Calibri"/>
                <a:cs typeface="Calibri"/>
              </a:rPr>
              <a:t>PIP</a:t>
            </a:r>
          </a:p>
        </p:txBody>
      </p:sp>
      <p:sp>
        <p:nvSpPr>
          <p:cNvPr id="25" name="OFF">
            <a:extLst xmlns:a="http://schemas.openxmlformats.org/drawingml/2006/main">
              <a:ext uri="{FF2B5EF4-FFF2-40B4-BE49-F238E27FC236}">
                <a16:creationId xmlns:a16="http://schemas.microsoft.com/office/drawing/2014/main" id="{F69E76D0-A0D5-4D5A-92F0-761A92668C9B}"/>
              </a:ext>
            </a:extLst>
          </p:cNvPr>
          <p:cNvSpPr>
            <a:spLocks xmlns:a="http://schemas.openxmlformats.org/drawingml/2006/main" noGrp="1"/>
          </p:cNvSpPr>
          <p:nvPr/>
        </p:nvSpPr>
        <p:spPr>
          <a:xfrm xmlns:a="http://schemas.openxmlformats.org/drawingml/2006/main">
            <a:off x="6749825" y="3116937"/>
            <a:ext cx="372904" cy="1553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97" b="0">
                <a:solidFill>
                  <a:srgbClr val="111111"/>
                </a:solidFill>
                <a:latin typeface="Calibri"/>
                <a:ea typeface="Calibri"/>
                <a:cs typeface="Calibri"/>
              </a:defRPr>
            </a:pPr>
            <a:r>
              <a:rPr sz="897" b="0">
                <a:solidFill>
                  <a:srgbClr val="111111"/>
                </a:solidFill>
                <a:latin typeface="Calibri"/>
                <a:ea typeface="Calibri"/>
                <a:cs typeface="Calibri"/>
              </a:rPr>
              <a:t>OFF</a:t>
            </a:r>
          </a:p>
        </p:txBody>
      </p:sp>
      <p:sp>
        <p:nvSpPr>
          <p:cNvPr id="26" name="Ledning">
            <a:extLst xmlns:a="http://schemas.openxmlformats.org/drawingml/2006/main">
              <a:ext uri="{FF2B5EF4-FFF2-40B4-BE49-F238E27FC236}">
                <a16:creationId xmlns:a16="http://schemas.microsoft.com/office/drawing/2014/main" id="{2E27EC2A-6284-4BCF-996D-63D307108F59}"/>
              </a:ext>
            </a:extLst>
          </p:cNvPr>
          <p:cNvSpPr>
            <a:spLocks xmlns:a="http://schemas.openxmlformats.org/drawingml/2006/main" noGrp="1"/>
          </p:cNvSpPr>
          <p:nvPr/>
        </p:nvSpPr>
        <p:spPr>
          <a:xfrm xmlns:a="http://schemas.openxmlformats.org/drawingml/2006/main">
            <a:off x="7124661" y="3458766"/>
            <a:ext cx="269120" cy="155377"/>
          </a:xfrm>
          <a:custGeom xmlns:a="http://schemas.openxmlformats.org/drawingml/2006/main">
            <a:pathLst>
              <a:path w="358827" h="207169">
                <a:moveTo>
                  <a:pt x="358827" y="0"/>
                </a:moveTo>
                <a:lnTo>
                  <a:pt x="0" y="207169"/>
                </a:lnTo>
              </a:path>
            </a:pathLst>
          </a:custGeom>
          <a:noFill xmlns:a="http://schemas.openxmlformats.org/drawingml/2006/main"/>
          <a:ln xmlns:a="http://schemas.openxmlformats.org/drawingml/2006/main" w="42862">
            <a:solidFill>
              <a:srgbClr val="064F91"/>
            </a:solidFill>
          </a:ln>
        </p:spPr>
      </p:sp>
      <p:sp>
        <p:nvSpPr>
          <p:cNvPr id="27" name="">
            <a:extLst xmlns:a="http://schemas.openxmlformats.org/drawingml/2006/main">
              <a:ext uri="{FF2B5EF4-FFF2-40B4-BE49-F238E27FC236}">
                <a16:creationId xmlns:a16="http://schemas.microsoft.com/office/drawing/2014/main" id="{1EFD08C8-DCEB-4A12-9F30-294F02A62B0E}"/>
              </a:ext>
            </a:extLst>
          </p:cNvPr>
          <p:cNvSpPr>
            <a:spLocks xmlns:a="http://schemas.openxmlformats.org/drawingml/2006/main" noGrp="1"/>
          </p:cNvSpPr>
          <p:nvPr/>
        </p:nvSpPr>
        <p:spPr>
          <a:xfrm xmlns:a="http://schemas.openxmlformats.org/drawingml/2006/main">
            <a:off x="7358062" y="3423047"/>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28" name="">
            <a:extLst xmlns:a="http://schemas.openxmlformats.org/drawingml/2006/main">
              <a:ext uri="{FF2B5EF4-FFF2-40B4-BE49-F238E27FC236}">
                <a16:creationId xmlns:a16="http://schemas.microsoft.com/office/drawing/2014/main" id="{4BF35401-F0A7-4104-9FDD-924503AD73CC}"/>
              </a:ext>
            </a:extLst>
          </p:cNvPr>
          <p:cNvSpPr>
            <a:spLocks xmlns:a="http://schemas.openxmlformats.org/drawingml/2006/main" noGrp="1"/>
          </p:cNvSpPr>
          <p:nvPr/>
        </p:nvSpPr>
        <p:spPr>
          <a:xfrm xmlns:a="http://schemas.openxmlformats.org/drawingml/2006/main">
            <a:off x="7478720" y="4440746"/>
            <a:ext cx="186452" cy="186452"/>
          </a:xfrm>
          <a:prstGeom xmlns:a="http://schemas.openxmlformats.org/drawingml/2006/main" prst="ellipse">
            <a:avLst/>
          </a:prstGeom>
          <a:noFill xmlns:a="http://schemas.openxmlformats.org/drawingml/2006/main"/>
          <a:ln xmlns:a="http://schemas.openxmlformats.org/drawingml/2006/main" w="21431">
            <a:solidFill>
              <a:srgbClr val="20282E"/>
            </a:solidFill>
          </a:ln>
        </p:spPr>
      </p:sp>
      <p:sp>
        <p:nvSpPr>
          <p:cNvPr id="29" name="">
            <a:extLst xmlns:a="http://schemas.openxmlformats.org/drawingml/2006/main">
              <a:ext uri="{FF2B5EF4-FFF2-40B4-BE49-F238E27FC236}">
                <a16:creationId xmlns:a16="http://schemas.microsoft.com/office/drawing/2014/main" id="{8E4863F2-FD4A-484C-A290-4AABA01C5807}"/>
              </a:ext>
            </a:extLst>
          </p:cNvPr>
          <p:cNvSpPr>
            <a:spLocks xmlns:a="http://schemas.openxmlformats.org/drawingml/2006/main" noGrp="1"/>
          </p:cNvSpPr>
          <p:nvPr/>
        </p:nvSpPr>
        <p:spPr>
          <a:xfrm xmlns:a="http://schemas.openxmlformats.org/drawingml/2006/main">
            <a:off x="7518082" y="4480108"/>
            <a:ext cx="107728" cy="107728"/>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30" name="">
            <a:extLst xmlns:a="http://schemas.openxmlformats.org/drawingml/2006/main">
              <a:ext uri="{FF2B5EF4-FFF2-40B4-BE49-F238E27FC236}">
                <a16:creationId xmlns:a16="http://schemas.microsoft.com/office/drawing/2014/main" id="{6FCFF651-9FF8-4736-BB8A-0A8C0042C1E8}"/>
              </a:ext>
            </a:extLst>
          </p:cNvPr>
          <p:cNvSpPr>
            <a:spLocks xmlns:a="http://schemas.openxmlformats.org/drawingml/2006/main" noGrp="1"/>
          </p:cNvSpPr>
          <p:nvPr/>
        </p:nvSpPr>
        <p:spPr>
          <a:xfrm xmlns:a="http://schemas.openxmlformats.org/drawingml/2006/main">
            <a:off x="7835050" y="4440746"/>
            <a:ext cx="186452" cy="186452"/>
          </a:xfrm>
          <a:prstGeom xmlns:a="http://schemas.openxmlformats.org/drawingml/2006/main" prst="ellipse">
            <a:avLst/>
          </a:prstGeom>
          <a:noFill xmlns:a="http://schemas.openxmlformats.org/drawingml/2006/main"/>
          <a:ln xmlns:a="http://schemas.openxmlformats.org/drawingml/2006/main" w="21431">
            <a:solidFill>
              <a:srgbClr val="AD2929"/>
            </a:solidFill>
          </a:ln>
        </p:spPr>
      </p:sp>
      <p:sp>
        <p:nvSpPr>
          <p:cNvPr id="31" name="">
            <a:extLst xmlns:a="http://schemas.openxmlformats.org/drawingml/2006/main">
              <a:ext uri="{FF2B5EF4-FFF2-40B4-BE49-F238E27FC236}">
                <a16:creationId xmlns:a16="http://schemas.microsoft.com/office/drawing/2014/main" id="{5AFA60D0-63CD-4265-89BB-0A6C47FCD7EF}"/>
              </a:ext>
            </a:extLst>
          </p:cNvPr>
          <p:cNvSpPr>
            <a:spLocks xmlns:a="http://schemas.openxmlformats.org/drawingml/2006/main" noGrp="1"/>
          </p:cNvSpPr>
          <p:nvPr/>
        </p:nvSpPr>
        <p:spPr>
          <a:xfrm xmlns:a="http://schemas.openxmlformats.org/drawingml/2006/main">
            <a:off x="7874413" y="4480108"/>
            <a:ext cx="107728" cy="107728"/>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32" name="Ledning">
            <a:extLst xmlns:a="http://schemas.openxmlformats.org/drawingml/2006/main">
              <a:ext uri="{FF2B5EF4-FFF2-40B4-BE49-F238E27FC236}">
                <a16:creationId xmlns:a16="http://schemas.microsoft.com/office/drawing/2014/main" id="{A411126F-4E1E-4576-982E-F1F43D1FF013}"/>
              </a:ext>
            </a:extLst>
          </p:cNvPr>
          <p:cNvSpPr>
            <a:spLocks xmlns:a="http://schemas.openxmlformats.org/drawingml/2006/main" noGrp="1"/>
          </p:cNvSpPr>
          <p:nvPr/>
        </p:nvSpPr>
        <p:spPr>
          <a:xfrm xmlns:a="http://schemas.openxmlformats.org/drawingml/2006/main">
            <a:off x="7928277" y="4533971"/>
            <a:ext cx="715661" cy="715"/>
          </a:xfrm>
          <a:custGeom xmlns:a="http://schemas.openxmlformats.org/drawingml/2006/main">
            <a:pathLst>
              <a:path w="954215" h="953">
                <a:moveTo>
                  <a:pt x="0" y="0"/>
                </a:moveTo>
                <a:lnTo>
                  <a:pt x="954215" y="0"/>
                </a:lnTo>
              </a:path>
            </a:pathLst>
          </a:custGeom>
          <a:noFill xmlns:a="http://schemas.openxmlformats.org/drawingml/2006/main"/>
          <a:ln xmlns:a="http://schemas.openxmlformats.org/drawingml/2006/main" w="35719">
            <a:solidFill>
              <a:srgbClr val="AD2929"/>
            </a:solidFill>
          </a:ln>
        </p:spPr>
      </p:sp>
      <p:sp>
        <p:nvSpPr>
          <p:cNvPr id="33" name="Ledning">
            <a:extLst xmlns:a="http://schemas.openxmlformats.org/drawingml/2006/main">
              <a:ext uri="{FF2B5EF4-FFF2-40B4-BE49-F238E27FC236}">
                <a16:creationId xmlns:a16="http://schemas.microsoft.com/office/drawing/2014/main" id="{1C1DEF6C-8C3B-4366-8DEA-8A8871D3D1EC}"/>
              </a:ext>
            </a:extLst>
          </p:cNvPr>
          <p:cNvSpPr>
            <a:spLocks xmlns:a="http://schemas.openxmlformats.org/drawingml/2006/main" noGrp="1"/>
          </p:cNvSpPr>
          <p:nvPr/>
        </p:nvSpPr>
        <p:spPr>
          <a:xfrm xmlns:a="http://schemas.openxmlformats.org/drawingml/2006/main">
            <a:off x="8643938" y="2005012"/>
            <a:ext cx="715" cy="2528959"/>
          </a:xfrm>
          <a:custGeom xmlns:a="http://schemas.openxmlformats.org/drawingml/2006/main">
            <a:pathLst>
              <a:path w="953" h="3371945">
                <a:moveTo>
                  <a:pt x="0" y="3371945"/>
                </a:moveTo>
                <a:lnTo>
                  <a:pt x="0" y="0"/>
                </a:lnTo>
              </a:path>
            </a:pathLst>
          </a:custGeom>
          <a:noFill xmlns:a="http://schemas.openxmlformats.org/drawingml/2006/main"/>
          <a:ln xmlns:a="http://schemas.openxmlformats.org/drawingml/2006/main" w="35719">
            <a:solidFill>
              <a:srgbClr val="AD2929"/>
            </a:solidFill>
          </a:ln>
        </p:spPr>
      </p:sp>
      <p:sp>
        <p:nvSpPr>
          <p:cNvPr id="34" name="Ledning">
            <a:extLst xmlns:a="http://schemas.openxmlformats.org/drawingml/2006/main">
              <a:ext uri="{FF2B5EF4-FFF2-40B4-BE49-F238E27FC236}">
                <a16:creationId xmlns:a16="http://schemas.microsoft.com/office/drawing/2014/main" id="{390449A5-DA98-470A-81C4-3F2D2ED2DD72}"/>
              </a:ext>
            </a:extLst>
          </p:cNvPr>
          <p:cNvSpPr>
            <a:spLocks xmlns:a="http://schemas.openxmlformats.org/drawingml/2006/main" noGrp="1"/>
          </p:cNvSpPr>
          <p:nvPr/>
        </p:nvSpPr>
        <p:spPr>
          <a:xfrm xmlns:a="http://schemas.openxmlformats.org/drawingml/2006/main">
            <a:off x="5429250" y="2005012"/>
            <a:ext cx="3214688" cy="715"/>
          </a:xfrm>
          <a:custGeom xmlns:a="http://schemas.openxmlformats.org/drawingml/2006/main">
            <a:pathLst>
              <a:path w="4286250" h="953">
                <a:moveTo>
                  <a:pt x="4286250" y="0"/>
                </a:moveTo>
                <a:lnTo>
                  <a:pt x="0" y="0"/>
                </a:lnTo>
              </a:path>
            </a:pathLst>
          </a:custGeom>
          <a:noFill xmlns:a="http://schemas.openxmlformats.org/drawingml/2006/main"/>
          <a:ln xmlns:a="http://schemas.openxmlformats.org/drawingml/2006/main" w="35719">
            <a:solidFill>
              <a:srgbClr val="AD2929"/>
            </a:solidFill>
          </a:ln>
        </p:spPr>
      </p:sp>
      <p:sp>
        <p:nvSpPr>
          <p:cNvPr id="35" name="Ledning">
            <a:extLst xmlns:a="http://schemas.openxmlformats.org/drawingml/2006/main">
              <a:ext uri="{FF2B5EF4-FFF2-40B4-BE49-F238E27FC236}">
                <a16:creationId xmlns:a16="http://schemas.microsoft.com/office/drawing/2014/main" id="{0D2CFF7F-7B5F-48E4-91F5-91F4247D0E13}"/>
              </a:ext>
            </a:extLst>
          </p:cNvPr>
          <p:cNvSpPr>
            <a:spLocks xmlns:a="http://schemas.openxmlformats.org/drawingml/2006/main" noGrp="1"/>
          </p:cNvSpPr>
          <p:nvPr/>
        </p:nvSpPr>
        <p:spPr>
          <a:xfrm xmlns:a="http://schemas.openxmlformats.org/drawingml/2006/main">
            <a:off x="5429250" y="2005012"/>
            <a:ext cx="715" cy="792956"/>
          </a:xfrm>
          <a:custGeom xmlns:a="http://schemas.openxmlformats.org/drawingml/2006/main">
            <a:pathLst>
              <a:path w="953" h="1057275">
                <a:moveTo>
                  <a:pt x="0" y="0"/>
                </a:moveTo>
                <a:lnTo>
                  <a:pt x="0" y="1057275"/>
                </a:lnTo>
              </a:path>
            </a:pathLst>
          </a:custGeom>
          <a:noFill xmlns:a="http://schemas.openxmlformats.org/drawingml/2006/main"/>
          <a:ln xmlns:a="http://schemas.openxmlformats.org/drawingml/2006/main" w="35719">
            <a:solidFill>
              <a:srgbClr val="AD2929"/>
            </a:solidFill>
          </a:ln>
        </p:spPr>
      </p:sp>
      <p:sp>
        <p:nvSpPr>
          <p:cNvPr id="36" name="Ledning">
            <a:extLst xmlns:a="http://schemas.openxmlformats.org/drawingml/2006/main">
              <a:ext uri="{FF2B5EF4-FFF2-40B4-BE49-F238E27FC236}">
                <a16:creationId xmlns:a16="http://schemas.microsoft.com/office/drawing/2014/main" id="{62C2F3F8-DAB2-44EA-9062-4A70C5560CD7}"/>
              </a:ext>
            </a:extLst>
          </p:cNvPr>
          <p:cNvSpPr>
            <a:spLocks xmlns:a="http://schemas.openxmlformats.org/drawingml/2006/main" noGrp="1"/>
          </p:cNvSpPr>
          <p:nvPr/>
        </p:nvSpPr>
        <p:spPr>
          <a:xfrm xmlns:a="http://schemas.openxmlformats.org/drawingml/2006/main">
            <a:off x="4179094" y="2797969"/>
            <a:ext cx="1250156" cy="715"/>
          </a:xfrm>
          <a:custGeom xmlns:a="http://schemas.openxmlformats.org/drawingml/2006/main">
            <a:pathLst>
              <a:path w="1666875" h="953">
                <a:moveTo>
                  <a:pt x="1666875" y="0"/>
                </a:moveTo>
                <a:lnTo>
                  <a:pt x="0" y="0"/>
                </a:lnTo>
              </a:path>
            </a:pathLst>
          </a:custGeom>
          <a:noFill xmlns:a="http://schemas.openxmlformats.org/drawingml/2006/main"/>
          <a:ln xmlns:a="http://schemas.openxmlformats.org/drawingml/2006/main" w="35719">
            <a:solidFill>
              <a:srgbClr val="AD2929"/>
            </a:solidFill>
          </a:ln>
        </p:spPr>
      </p:sp>
      <p:sp>
        <p:nvSpPr>
          <p:cNvPr id="37" name="Ledning">
            <a:extLst xmlns:a="http://schemas.openxmlformats.org/drawingml/2006/main">
              <a:ext uri="{FF2B5EF4-FFF2-40B4-BE49-F238E27FC236}">
                <a16:creationId xmlns:a16="http://schemas.microsoft.com/office/drawing/2014/main" id="{23CCB630-EFAD-4907-8390-4432AA56CB1F}"/>
              </a:ext>
            </a:extLst>
          </p:cNvPr>
          <p:cNvSpPr>
            <a:spLocks xmlns:a="http://schemas.openxmlformats.org/drawingml/2006/main" noGrp="1"/>
          </p:cNvSpPr>
          <p:nvPr/>
        </p:nvSpPr>
        <p:spPr>
          <a:xfrm xmlns:a="http://schemas.openxmlformats.org/drawingml/2006/main">
            <a:off x="7571947" y="4533971"/>
            <a:ext cx="715" cy="507135"/>
          </a:xfrm>
          <a:custGeom xmlns:a="http://schemas.openxmlformats.org/drawingml/2006/main">
            <a:pathLst>
              <a:path w="953" h="676180">
                <a:moveTo>
                  <a:pt x="0" y="0"/>
                </a:moveTo>
                <a:lnTo>
                  <a:pt x="0" y="676180"/>
                </a:lnTo>
              </a:path>
            </a:pathLst>
          </a:custGeom>
          <a:noFill xmlns:a="http://schemas.openxmlformats.org/drawingml/2006/main"/>
          <a:ln xmlns:a="http://schemas.openxmlformats.org/drawingml/2006/main" w="35719">
            <a:solidFill>
              <a:srgbClr val="20282E"/>
            </a:solidFill>
          </a:ln>
        </p:spPr>
      </p:sp>
      <p:sp>
        <p:nvSpPr>
          <p:cNvPr id="38" name="Ledning">
            <a:extLst xmlns:a="http://schemas.openxmlformats.org/drawingml/2006/main">
              <a:ext uri="{FF2B5EF4-FFF2-40B4-BE49-F238E27FC236}">
                <a16:creationId xmlns:a16="http://schemas.microsoft.com/office/drawing/2014/main" id="{5BC1CE10-D564-4CF2-BCAC-C3BCF9C67B9C}"/>
              </a:ext>
            </a:extLst>
          </p:cNvPr>
          <p:cNvSpPr>
            <a:spLocks xmlns:a="http://schemas.openxmlformats.org/drawingml/2006/main" noGrp="1"/>
          </p:cNvSpPr>
          <p:nvPr/>
        </p:nvSpPr>
        <p:spPr>
          <a:xfrm xmlns:a="http://schemas.openxmlformats.org/drawingml/2006/main">
            <a:off x="5679281" y="5041106"/>
            <a:ext cx="1892666" cy="715"/>
          </a:xfrm>
          <a:custGeom xmlns:a="http://schemas.openxmlformats.org/drawingml/2006/main">
            <a:pathLst>
              <a:path w="2523554" h="953">
                <a:moveTo>
                  <a:pt x="2523554" y="0"/>
                </a:moveTo>
                <a:lnTo>
                  <a:pt x="0" y="0"/>
                </a:lnTo>
              </a:path>
            </a:pathLst>
          </a:custGeom>
          <a:noFill xmlns:a="http://schemas.openxmlformats.org/drawingml/2006/main"/>
          <a:ln xmlns:a="http://schemas.openxmlformats.org/drawingml/2006/main" w="35719">
            <a:solidFill>
              <a:srgbClr val="20282E"/>
            </a:solidFill>
          </a:ln>
        </p:spPr>
      </p:sp>
      <p:sp>
        <p:nvSpPr>
          <p:cNvPr id="39" name="Ledning">
            <a:extLst xmlns:a="http://schemas.openxmlformats.org/drawingml/2006/main">
              <a:ext uri="{FF2B5EF4-FFF2-40B4-BE49-F238E27FC236}">
                <a16:creationId xmlns:a16="http://schemas.microsoft.com/office/drawing/2014/main" id="{5BB82B84-435A-4DAA-BA42-836A76A6E286}"/>
              </a:ext>
            </a:extLst>
          </p:cNvPr>
          <p:cNvSpPr>
            <a:spLocks xmlns:a="http://schemas.openxmlformats.org/drawingml/2006/main" noGrp="1"/>
          </p:cNvSpPr>
          <p:nvPr/>
        </p:nvSpPr>
        <p:spPr>
          <a:xfrm xmlns:a="http://schemas.openxmlformats.org/drawingml/2006/main">
            <a:off x="5679281" y="4226719"/>
            <a:ext cx="715" cy="814388"/>
          </a:xfrm>
          <a:custGeom xmlns:a="http://schemas.openxmlformats.org/drawingml/2006/main">
            <a:pathLst>
              <a:path w="953" h="1085850">
                <a:moveTo>
                  <a:pt x="0" y="1085850"/>
                </a:moveTo>
                <a:lnTo>
                  <a:pt x="0" y="0"/>
                </a:lnTo>
              </a:path>
            </a:pathLst>
          </a:custGeom>
          <a:noFill xmlns:a="http://schemas.openxmlformats.org/drawingml/2006/main"/>
          <a:ln xmlns:a="http://schemas.openxmlformats.org/drawingml/2006/main" w="35719">
            <a:solidFill>
              <a:srgbClr val="20282E"/>
            </a:solidFill>
          </a:ln>
        </p:spPr>
      </p:sp>
      <p:sp>
        <p:nvSpPr>
          <p:cNvPr id="40" name="Ledning">
            <a:extLst xmlns:a="http://schemas.openxmlformats.org/drawingml/2006/main">
              <a:ext uri="{FF2B5EF4-FFF2-40B4-BE49-F238E27FC236}">
                <a16:creationId xmlns:a16="http://schemas.microsoft.com/office/drawing/2014/main" id="{A54CB516-55A3-4D16-BEE6-785F5A54A381}"/>
              </a:ext>
            </a:extLst>
          </p:cNvPr>
          <p:cNvSpPr>
            <a:spLocks xmlns:a="http://schemas.openxmlformats.org/drawingml/2006/main" noGrp="1"/>
          </p:cNvSpPr>
          <p:nvPr/>
        </p:nvSpPr>
        <p:spPr>
          <a:xfrm xmlns:a="http://schemas.openxmlformats.org/drawingml/2006/main">
            <a:off x="4179094" y="4226719"/>
            <a:ext cx="1500188" cy="715"/>
          </a:xfrm>
          <a:custGeom xmlns:a="http://schemas.openxmlformats.org/drawingml/2006/main">
            <a:pathLst>
              <a:path w="2000250" h="953">
                <a:moveTo>
                  <a:pt x="2000250" y="0"/>
                </a:moveTo>
                <a:lnTo>
                  <a:pt x="0" y="0"/>
                </a:lnTo>
              </a:path>
            </a:pathLst>
          </a:custGeom>
          <a:noFill xmlns:a="http://schemas.openxmlformats.org/drawingml/2006/main"/>
          <a:ln xmlns:a="http://schemas.openxmlformats.org/drawingml/2006/main" w="35719">
            <a:solidFill>
              <a:srgbClr val="20282E"/>
            </a:solidFill>
          </a:ln>
        </p:spPr>
      </p:sp>
      <p:sp>
        <p:nvSpPr>
          <p:cNvPr id="41" name="">
            <a:extLst xmlns:a="http://schemas.openxmlformats.org/drawingml/2006/main">
              <a:ext uri="{FF2B5EF4-FFF2-40B4-BE49-F238E27FC236}">
                <a16:creationId xmlns:a16="http://schemas.microsoft.com/office/drawing/2014/main" id="{ECFC5889-D14A-435A-9E99-D62A08FEF9C7}"/>
              </a:ext>
            </a:extLst>
          </p:cNvPr>
          <p:cNvSpPr>
            <a:spLocks xmlns:a="http://schemas.openxmlformats.org/drawingml/2006/main" noGrp="1"/>
          </p:cNvSpPr>
          <p:nvPr/>
        </p:nvSpPr>
        <p:spPr>
          <a:xfrm xmlns:a="http://schemas.openxmlformats.org/drawingml/2006/main">
            <a:off x="4129088" y="2747962"/>
            <a:ext cx="100012" cy="100012"/>
          </a:xfrm>
          <a:prstGeom xmlns:a="http://schemas.openxmlformats.org/drawingml/2006/main" prst="ellipse">
            <a:avLst/>
          </a:prstGeom>
          <a:solidFill xmlns:a="http://schemas.openxmlformats.org/drawingml/2006/main">
            <a:srgbClr val="AD2929"/>
          </a:solidFill>
          <a:ln xmlns:a="http://schemas.openxmlformats.org/drawingml/2006/main" w="7144">
            <a:solidFill>
              <a:srgbClr val="AD2929"/>
            </a:solidFill>
          </a:ln>
        </p:spPr>
      </p:sp>
      <p:sp>
        <p:nvSpPr>
          <p:cNvPr id="42" name="">
            <a:extLst xmlns:a="http://schemas.openxmlformats.org/drawingml/2006/main">
              <a:ext uri="{FF2B5EF4-FFF2-40B4-BE49-F238E27FC236}">
                <a16:creationId xmlns:a16="http://schemas.microsoft.com/office/drawing/2014/main" id="{046E7E81-4629-4131-A1BB-93FF957F26DD}"/>
              </a:ext>
            </a:extLst>
          </p:cNvPr>
          <p:cNvSpPr>
            <a:spLocks xmlns:a="http://schemas.openxmlformats.org/drawingml/2006/main" noGrp="1"/>
          </p:cNvSpPr>
          <p:nvPr/>
        </p:nvSpPr>
        <p:spPr>
          <a:xfrm xmlns:a="http://schemas.openxmlformats.org/drawingml/2006/main">
            <a:off x="4129088" y="4176712"/>
            <a:ext cx="100012" cy="100012"/>
          </a:xfrm>
          <a:prstGeom xmlns:a="http://schemas.openxmlformats.org/drawingml/2006/main" prst="ellipse">
            <a:avLst/>
          </a:prstGeom>
          <a:solidFill xmlns:a="http://schemas.openxmlformats.org/drawingml/2006/main">
            <a:srgbClr val="20282E"/>
          </a:solidFill>
          <a:ln xmlns:a="http://schemas.openxmlformats.org/drawingml/2006/main" w="7144">
            <a:solidFill>
              <a:srgbClr val="20282E"/>
            </a:solidFill>
          </a:ln>
        </p:spPr>
      </p:sp>
      <p:sp>
        <p:nvSpPr>
          <p:cNvPr id="43" name="Här visar OL en bruten väg. OL kan också betyda för hög">
            <a:extLst xmlns:a="http://schemas.openxmlformats.org/drawingml/2006/main">
              <a:ext uri="{FF2B5EF4-FFF2-40B4-BE49-F238E27FC236}">
                <a16:creationId xmlns:a16="http://schemas.microsoft.com/office/drawing/2014/main" id="{18BC2A7A-FD06-47FE-B2FE-1514C7B63361}"/>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Här visar OL en bruten väg. OL kan också betyda för hög resistans.</a:t>
            </a:r>
          </a:p>
        </p:txBody>
      </p:sp>
      <p:sp>
        <p:nvSpPr>
          <p:cNvPr id="9001" name="Kontinuitet  En bruten strömväg">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Kontinuitet  En bruten strömväg</a:t>
            </a:r>
          </a:p>
        </p:txBody>
      </p:sp>
      <p:sp>
        <p:nvSpPr>
          <p:cNvPr id="9002" name="29">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29</a:t>
            </a:r>
          </a:p>
        </p:txBody>
      </p:sp>
    </p:spTree>
    <p:extLst>
      <p:ext uri="{BB962C8B-B14F-4D97-AF65-F5344CB8AC3E}">
        <p14:creationId xmlns:p14="http://schemas.microsoft.com/office/powerpoint/2010/main" val="68956794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Matningen frånkopplad. Båda resistorerna sitter kvar.">
            <a:extLst xmlns:a="http://schemas.openxmlformats.org/drawingml/2006/main">
              <a:ext uri="{FF2B5EF4-FFF2-40B4-BE49-F238E27FC236}">
                <a16:creationId xmlns:a16="http://schemas.microsoft.com/office/drawing/2014/main" id="{2988525F-6675-442A-A7F8-BFA881DFDA1E}"/>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Matningen frånkopplad. Båda resistorerna sitter kvar.</a:t>
            </a:r>
          </a:p>
        </p:txBody>
      </p:sp>
      <p:sp>
        <p:nvSpPr>
          <p:cNvPr id="5" name="Ledning">
            <a:extLst xmlns:a="http://schemas.openxmlformats.org/drawingml/2006/main">
              <a:ext uri="{FF2B5EF4-FFF2-40B4-BE49-F238E27FC236}">
                <a16:creationId xmlns:a16="http://schemas.microsoft.com/office/drawing/2014/main" id="{C07CE237-82E9-41E7-83D6-C1EDF87F280E}"/>
              </a:ext>
            </a:extLst>
          </p:cNvPr>
          <p:cNvSpPr>
            <a:spLocks xmlns:a="http://schemas.openxmlformats.org/drawingml/2006/main" noGrp="1"/>
          </p:cNvSpPr>
          <p:nvPr/>
        </p:nvSpPr>
        <p:spPr>
          <a:xfrm xmlns:a="http://schemas.openxmlformats.org/drawingml/2006/main">
            <a:off x="2143125" y="2476500"/>
            <a:ext cx="857250" cy="715"/>
          </a:xfrm>
          <a:custGeom xmlns:a="http://schemas.openxmlformats.org/drawingml/2006/main">
            <a:pathLst>
              <a:path w="1143000" h="953">
                <a:moveTo>
                  <a:pt x="0" y="0"/>
                </a:moveTo>
                <a:lnTo>
                  <a:pt x="114300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EBC57B1F-98ED-449F-8B4A-4940509FA902}"/>
              </a:ext>
            </a:extLst>
          </p:cNvPr>
          <p:cNvSpPr>
            <a:spLocks xmlns:a="http://schemas.openxmlformats.org/drawingml/2006/main" noGrp="1"/>
          </p:cNvSpPr>
          <p:nvPr/>
        </p:nvSpPr>
        <p:spPr>
          <a:xfrm xmlns:a="http://schemas.openxmlformats.org/drawingml/2006/main">
            <a:off x="3000375" y="2476500"/>
            <a:ext cx="1607344" cy="715"/>
          </a:xfrm>
          <a:custGeom xmlns:a="http://schemas.openxmlformats.org/drawingml/2006/main">
            <a:pathLst>
              <a:path w="2143125" h="953">
                <a:moveTo>
                  <a:pt x="0" y="0"/>
                </a:moveTo>
                <a:lnTo>
                  <a:pt x="2143125" y="0"/>
                </a:lnTo>
              </a:path>
            </a:pathLst>
          </a:custGeom>
          <a:noFill xmlns:a="http://schemas.openxmlformats.org/drawingml/2006/main"/>
          <a:ln xmlns:a="http://schemas.openxmlformats.org/drawingml/2006/main" w="28575">
            <a:solidFill>
              <a:srgbClr val="111111"/>
            </a:solidFill>
          </a:ln>
        </p:spPr>
      </p:sp>
      <p:sp>
        <p:nvSpPr>
          <p:cNvPr id="7" name="Ledning">
            <a:extLst xmlns:a="http://schemas.openxmlformats.org/drawingml/2006/main">
              <a:ext uri="{FF2B5EF4-FFF2-40B4-BE49-F238E27FC236}">
                <a16:creationId xmlns:a16="http://schemas.microsoft.com/office/drawing/2014/main" id="{817C99B7-A9A6-4225-8967-4260C59D3F2A}"/>
              </a:ext>
            </a:extLst>
          </p:cNvPr>
          <p:cNvSpPr>
            <a:spLocks xmlns:a="http://schemas.openxmlformats.org/drawingml/2006/main" noGrp="1"/>
          </p:cNvSpPr>
          <p:nvPr/>
        </p:nvSpPr>
        <p:spPr>
          <a:xfrm xmlns:a="http://schemas.openxmlformats.org/drawingml/2006/main">
            <a:off x="4607719" y="2476500"/>
            <a:ext cx="715" cy="571500"/>
          </a:xfrm>
          <a:custGeom xmlns:a="http://schemas.openxmlformats.org/drawingml/2006/main">
            <a:pathLst>
              <a:path w="953" h="762000">
                <a:moveTo>
                  <a:pt x="0" y="0"/>
                </a:moveTo>
                <a:lnTo>
                  <a:pt x="0" y="762000"/>
                </a:lnTo>
              </a:path>
            </a:pathLst>
          </a:custGeom>
          <a:noFill xmlns:a="http://schemas.openxmlformats.org/drawingml/2006/main"/>
          <a:ln xmlns:a="http://schemas.openxmlformats.org/drawingml/2006/main" w="28575">
            <a:solidFill>
              <a:srgbClr val="111111"/>
            </a:solidFill>
          </a:ln>
        </p:spPr>
      </p:sp>
      <p:sp>
        <p:nvSpPr>
          <p:cNvPr id="8" name="">
            <a:extLst xmlns:a="http://schemas.openxmlformats.org/drawingml/2006/main">
              <a:ext uri="{FF2B5EF4-FFF2-40B4-BE49-F238E27FC236}">
                <a16:creationId xmlns:a16="http://schemas.microsoft.com/office/drawing/2014/main" id="{F399E82E-2AB2-47B7-800E-5608F85EBC82}"/>
              </a:ext>
            </a:extLst>
          </p:cNvPr>
          <p:cNvSpPr>
            <a:spLocks xmlns:a="http://schemas.openxmlformats.org/drawingml/2006/main" noGrp="1"/>
          </p:cNvSpPr>
          <p:nvPr/>
        </p:nvSpPr>
        <p:spPr>
          <a:xfrm xmlns:a="http://schemas.openxmlformats.org/drawingml/2006/main">
            <a:off x="4464844" y="3048000"/>
            <a:ext cx="285750" cy="714375"/>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9" name="R₂">
            <a:extLst xmlns:a="http://schemas.openxmlformats.org/drawingml/2006/main">
              <a:ext uri="{FF2B5EF4-FFF2-40B4-BE49-F238E27FC236}">
                <a16:creationId xmlns:a16="http://schemas.microsoft.com/office/drawing/2014/main" id="{2028D514-DA71-4931-A64B-B9834BAD901A}"/>
              </a:ext>
            </a:extLst>
          </p:cNvPr>
          <p:cNvSpPr>
            <a:spLocks xmlns:a="http://schemas.openxmlformats.org/drawingml/2006/main" noGrp="1"/>
          </p:cNvSpPr>
          <p:nvPr/>
        </p:nvSpPr>
        <p:spPr>
          <a:xfrm xmlns:a="http://schemas.openxmlformats.org/drawingml/2006/main">
            <a:off x="4836319" y="2990850"/>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R₂</a:t>
            </a:r>
          </a:p>
        </p:txBody>
      </p:sp>
      <p:sp>
        <p:nvSpPr>
          <p:cNvPr id="10" name="1 kΩ">
            <a:extLst xmlns:a="http://schemas.openxmlformats.org/drawingml/2006/main">
              <a:ext uri="{FF2B5EF4-FFF2-40B4-BE49-F238E27FC236}">
                <a16:creationId xmlns:a16="http://schemas.microsoft.com/office/drawing/2014/main" id="{D554B4C2-68D7-4E91-A26B-2F774BFD579A}"/>
              </a:ext>
            </a:extLst>
          </p:cNvPr>
          <p:cNvSpPr>
            <a:spLocks xmlns:a="http://schemas.openxmlformats.org/drawingml/2006/main" noGrp="1"/>
          </p:cNvSpPr>
          <p:nvPr/>
        </p:nvSpPr>
        <p:spPr>
          <a:xfrm xmlns:a="http://schemas.openxmlformats.org/drawingml/2006/main">
            <a:off x="4836319" y="3269456"/>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kΩ</a:t>
            </a:r>
          </a:p>
        </p:txBody>
      </p:sp>
      <p:sp>
        <p:nvSpPr>
          <p:cNvPr id="11" name="Ledning">
            <a:extLst xmlns:a="http://schemas.openxmlformats.org/drawingml/2006/main">
              <a:ext uri="{FF2B5EF4-FFF2-40B4-BE49-F238E27FC236}">
                <a16:creationId xmlns:a16="http://schemas.microsoft.com/office/drawing/2014/main" id="{39D0EEC6-BE67-4312-BDC6-8515FAE7130C}"/>
              </a:ext>
            </a:extLst>
          </p:cNvPr>
          <p:cNvSpPr>
            <a:spLocks xmlns:a="http://schemas.openxmlformats.org/drawingml/2006/main" noGrp="1"/>
          </p:cNvSpPr>
          <p:nvPr/>
        </p:nvSpPr>
        <p:spPr>
          <a:xfrm xmlns:a="http://schemas.openxmlformats.org/drawingml/2006/main">
            <a:off x="4607719" y="3762375"/>
            <a:ext cx="715" cy="607219"/>
          </a:xfrm>
          <a:custGeom xmlns:a="http://schemas.openxmlformats.org/drawingml/2006/main">
            <a:pathLst>
              <a:path w="953" h="809625">
                <a:moveTo>
                  <a:pt x="0" y="0"/>
                </a:moveTo>
                <a:lnTo>
                  <a:pt x="0" y="809625"/>
                </a:lnTo>
              </a:path>
            </a:pathLst>
          </a:custGeom>
          <a:noFill xmlns:a="http://schemas.openxmlformats.org/drawingml/2006/main"/>
          <a:ln xmlns:a="http://schemas.openxmlformats.org/drawingml/2006/main" w="28575">
            <a:solidFill>
              <a:srgbClr val="111111"/>
            </a:solidFill>
          </a:ln>
        </p:spPr>
      </p:sp>
      <p:sp>
        <p:nvSpPr>
          <p:cNvPr id="12" name="Ledning">
            <a:extLst xmlns:a="http://schemas.openxmlformats.org/drawingml/2006/main">
              <a:ext uri="{FF2B5EF4-FFF2-40B4-BE49-F238E27FC236}">
                <a16:creationId xmlns:a16="http://schemas.microsoft.com/office/drawing/2014/main" id="{BF78F64B-88A2-4D7E-A9FF-67E59019C2AC}"/>
              </a:ext>
            </a:extLst>
          </p:cNvPr>
          <p:cNvSpPr>
            <a:spLocks xmlns:a="http://schemas.openxmlformats.org/drawingml/2006/main" noGrp="1"/>
          </p:cNvSpPr>
          <p:nvPr/>
        </p:nvSpPr>
        <p:spPr>
          <a:xfrm xmlns:a="http://schemas.openxmlformats.org/drawingml/2006/main">
            <a:off x="2143125" y="4369594"/>
            <a:ext cx="2464594" cy="715"/>
          </a:xfrm>
          <a:custGeom xmlns:a="http://schemas.openxmlformats.org/drawingml/2006/main">
            <a:pathLst>
              <a:path w="3286125" h="953">
                <a:moveTo>
                  <a:pt x="3286125" y="0"/>
                </a:moveTo>
                <a:lnTo>
                  <a:pt x="0" y="0"/>
                </a:lnTo>
              </a:path>
            </a:pathLst>
          </a:custGeom>
          <a:noFill xmlns:a="http://schemas.openxmlformats.org/drawingml/2006/main"/>
          <a:ln xmlns:a="http://schemas.openxmlformats.org/drawingml/2006/main" w="28575">
            <a:solidFill>
              <a:srgbClr val="111111"/>
            </a:solidFill>
          </a:ln>
        </p:spPr>
      </p:sp>
      <p:sp>
        <p:nvSpPr>
          <p:cNvPr id="13" name="Ledning">
            <a:extLst xmlns:a="http://schemas.openxmlformats.org/drawingml/2006/main">
              <a:ext uri="{FF2B5EF4-FFF2-40B4-BE49-F238E27FC236}">
                <a16:creationId xmlns:a16="http://schemas.microsoft.com/office/drawing/2014/main" id="{610C7B23-9F48-407F-9D87-1BB4D1B3A124}"/>
              </a:ext>
            </a:extLst>
          </p:cNvPr>
          <p:cNvSpPr>
            <a:spLocks xmlns:a="http://schemas.openxmlformats.org/drawingml/2006/main" noGrp="1"/>
          </p:cNvSpPr>
          <p:nvPr/>
        </p:nvSpPr>
        <p:spPr>
          <a:xfrm xmlns:a="http://schemas.openxmlformats.org/drawingml/2006/main">
            <a:off x="3000375" y="2476500"/>
            <a:ext cx="715" cy="571500"/>
          </a:xfrm>
          <a:custGeom xmlns:a="http://schemas.openxmlformats.org/drawingml/2006/main">
            <a:pathLst>
              <a:path w="953" h="762000">
                <a:moveTo>
                  <a:pt x="0" y="0"/>
                </a:moveTo>
                <a:lnTo>
                  <a:pt x="0" y="762000"/>
                </a:lnTo>
              </a:path>
            </a:pathLst>
          </a:custGeom>
          <a:noFill xmlns:a="http://schemas.openxmlformats.org/drawingml/2006/main"/>
          <a:ln xmlns:a="http://schemas.openxmlformats.org/drawingml/2006/main" w="28575">
            <a:solidFill>
              <a:srgbClr val="111111"/>
            </a:solidFill>
          </a:ln>
        </p:spPr>
      </p:sp>
      <p:sp>
        <p:nvSpPr>
          <p:cNvPr id="14" name="">
            <a:extLst xmlns:a="http://schemas.openxmlformats.org/drawingml/2006/main">
              <a:ext uri="{FF2B5EF4-FFF2-40B4-BE49-F238E27FC236}">
                <a16:creationId xmlns:a16="http://schemas.microsoft.com/office/drawing/2014/main" id="{7F6BA429-5EA2-4D2C-912E-A917EC75119E}"/>
              </a:ext>
            </a:extLst>
          </p:cNvPr>
          <p:cNvSpPr>
            <a:spLocks xmlns:a="http://schemas.openxmlformats.org/drawingml/2006/main" noGrp="1"/>
          </p:cNvSpPr>
          <p:nvPr/>
        </p:nvSpPr>
        <p:spPr>
          <a:xfrm xmlns:a="http://schemas.openxmlformats.org/drawingml/2006/main">
            <a:off x="2857500" y="3048000"/>
            <a:ext cx="285750" cy="714375"/>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15" name="R₁">
            <a:extLst xmlns:a="http://schemas.openxmlformats.org/drawingml/2006/main">
              <a:ext uri="{FF2B5EF4-FFF2-40B4-BE49-F238E27FC236}">
                <a16:creationId xmlns:a16="http://schemas.microsoft.com/office/drawing/2014/main" id="{877A858C-FDE5-4E2C-BCA8-464829BB24AF}"/>
              </a:ext>
            </a:extLst>
          </p:cNvPr>
          <p:cNvSpPr>
            <a:spLocks xmlns:a="http://schemas.openxmlformats.org/drawingml/2006/main" noGrp="1"/>
          </p:cNvSpPr>
          <p:nvPr/>
        </p:nvSpPr>
        <p:spPr>
          <a:xfrm xmlns:a="http://schemas.openxmlformats.org/drawingml/2006/main">
            <a:off x="3228975" y="2990850"/>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R₁</a:t>
            </a:r>
          </a:p>
        </p:txBody>
      </p:sp>
      <p:sp>
        <p:nvSpPr>
          <p:cNvPr id="16" name="1 kΩ">
            <a:extLst xmlns:a="http://schemas.openxmlformats.org/drawingml/2006/main">
              <a:ext uri="{FF2B5EF4-FFF2-40B4-BE49-F238E27FC236}">
                <a16:creationId xmlns:a16="http://schemas.microsoft.com/office/drawing/2014/main" id="{1F62A993-E5B8-487E-BB52-6A5052937530}"/>
              </a:ext>
            </a:extLst>
          </p:cNvPr>
          <p:cNvSpPr>
            <a:spLocks xmlns:a="http://schemas.openxmlformats.org/drawingml/2006/main" noGrp="1"/>
          </p:cNvSpPr>
          <p:nvPr/>
        </p:nvSpPr>
        <p:spPr>
          <a:xfrm xmlns:a="http://schemas.openxmlformats.org/drawingml/2006/main">
            <a:off x="3228975" y="3269456"/>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kΩ</a:t>
            </a:r>
          </a:p>
        </p:txBody>
      </p:sp>
      <p:sp>
        <p:nvSpPr>
          <p:cNvPr id="17" name="Ledning">
            <a:extLst xmlns:a="http://schemas.openxmlformats.org/drawingml/2006/main">
              <a:ext uri="{FF2B5EF4-FFF2-40B4-BE49-F238E27FC236}">
                <a16:creationId xmlns:a16="http://schemas.microsoft.com/office/drawing/2014/main" id="{2299915D-E8EC-432D-89E2-9C1DB1230AC1}"/>
              </a:ext>
            </a:extLst>
          </p:cNvPr>
          <p:cNvSpPr>
            <a:spLocks xmlns:a="http://schemas.openxmlformats.org/drawingml/2006/main" noGrp="1"/>
          </p:cNvSpPr>
          <p:nvPr/>
        </p:nvSpPr>
        <p:spPr>
          <a:xfrm xmlns:a="http://schemas.openxmlformats.org/drawingml/2006/main">
            <a:off x="3000375" y="3762375"/>
            <a:ext cx="715" cy="607219"/>
          </a:xfrm>
          <a:custGeom xmlns:a="http://schemas.openxmlformats.org/drawingml/2006/main">
            <a:pathLst>
              <a:path w="953" h="809625">
                <a:moveTo>
                  <a:pt x="0" y="0"/>
                </a:moveTo>
                <a:lnTo>
                  <a:pt x="0" y="809625"/>
                </a:lnTo>
              </a:path>
            </a:pathLst>
          </a:custGeom>
          <a:noFill xmlns:a="http://schemas.openxmlformats.org/drawingml/2006/main"/>
          <a:ln xmlns:a="http://schemas.openxmlformats.org/drawingml/2006/main" w="28575">
            <a:solidFill>
              <a:srgbClr val="111111"/>
            </a:solidFill>
          </a:ln>
        </p:spPr>
      </p:sp>
      <p:sp>
        <p:nvSpPr>
          <p:cNvPr id="18" name="">
            <a:extLst xmlns:a="http://schemas.openxmlformats.org/drawingml/2006/main">
              <a:ext uri="{FF2B5EF4-FFF2-40B4-BE49-F238E27FC236}">
                <a16:creationId xmlns:a16="http://schemas.microsoft.com/office/drawing/2014/main" id="{90F9AAFA-3685-424D-A57B-1DE985CE63E6}"/>
              </a:ext>
            </a:extLst>
          </p:cNvPr>
          <p:cNvSpPr>
            <a:spLocks xmlns:a="http://schemas.openxmlformats.org/drawingml/2006/main" noGrp="1"/>
          </p:cNvSpPr>
          <p:nvPr/>
        </p:nvSpPr>
        <p:spPr>
          <a:xfrm xmlns:a="http://schemas.openxmlformats.org/drawingml/2006/main">
            <a:off x="2964656" y="2440781"/>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19" name="">
            <a:extLst xmlns:a="http://schemas.openxmlformats.org/drawingml/2006/main">
              <a:ext uri="{FF2B5EF4-FFF2-40B4-BE49-F238E27FC236}">
                <a16:creationId xmlns:a16="http://schemas.microsoft.com/office/drawing/2014/main" id="{E36103B8-D897-4C6F-93B1-0C0137B7CD47}"/>
              </a:ext>
            </a:extLst>
          </p:cNvPr>
          <p:cNvSpPr>
            <a:spLocks xmlns:a="http://schemas.openxmlformats.org/drawingml/2006/main" noGrp="1"/>
          </p:cNvSpPr>
          <p:nvPr/>
        </p:nvSpPr>
        <p:spPr>
          <a:xfrm xmlns:a="http://schemas.openxmlformats.org/drawingml/2006/main">
            <a:off x="2964656" y="4333875"/>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0" name="">
            <a:extLst xmlns:a="http://schemas.openxmlformats.org/drawingml/2006/main">
              <a:ext uri="{FF2B5EF4-FFF2-40B4-BE49-F238E27FC236}">
                <a16:creationId xmlns:a16="http://schemas.microsoft.com/office/drawing/2014/main" id="{3B7F5167-389A-45A6-8FF9-A4F33A3E545C}"/>
              </a:ext>
            </a:extLst>
          </p:cNvPr>
          <p:cNvSpPr>
            <a:spLocks xmlns:a="http://schemas.openxmlformats.org/drawingml/2006/main" noGrp="1"/>
          </p:cNvSpPr>
          <p:nvPr/>
        </p:nvSpPr>
        <p:spPr>
          <a:xfrm xmlns:a="http://schemas.openxmlformats.org/drawingml/2006/main">
            <a:off x="1571625" y="3069431"/>
            <a:ext cx="785812" cy="785812"/>
          </a:xfrm>
          <a:prstGeom xmlns:a="http://schemas.openxmlformats.org/drawingml/2006/main" prst="ellipse">
            <a:avLst/>
          </a:prstGeom>
          <a:solidFill xmlns:a="http://schemas.openxmlformats.org/drawingml/2006/main">
            <a:srgbClr val="FFFFFF"/>
          </a:solidFill>
          <a:ln xmlns:a="http://schemas.openxmlformats.org/drawingml/2006/main" w="28575">
            <a:solidFill>
              <a:srgbClr val="064F91"/>
            </a:solidFill>
          </a:ln>
        </p:spPr>
      </p:sp>
      <p:sp>
        <p:nvSpPr>
          <p:cNvPr id="21" name="Ω">
            <a:extLst xmlns:a="http://schemas.openxmlformats.org/drawingml/2006/main">
              <a:ext uri="{FF2B5EF4-FFF2-40B4-BE49-F238E27FC236}">
                <a16:creationId xmlns:a16="http://schemas.microsoft.com/office/drawing/2014/main" id="{4F8A268D-FD75-4ACA-AB1F-7A1FFDE689D3}"/>
              </a:ext>
            </a:extLst>
          </p:cNvPr>
          <p:cNvSpPr>
            <a:spLocks xmlns:a="http://schemas.openxmlformats.org/drawingml/2006/main" noGrp="1"/>
          </p:cNvSpPr>
          <p:nvPr/>
        </p:nvSpPr>
        <p:spPr>
          <a:xfrm xmlns:a="http://schemas.openxmlformats.org/drawingml/2006/main">
            <a:off x="1678781" y="3155156"/>
            <a:ext cx="571500"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56" b="1">
                <a:solidFill>
                  <a:srgbClr val="064F91"/>
                </a:solidFill>
                <a:latin typeface="Calibri"/>
                <a:ea typeface="Calibri"/>
                <a:cs typeface="Calibri"/>
              </a:defRPr>
            </a:pPr>
            <a:r>
              <a:rPr sz="2756" b="1">
                <a:solidFill>
                  <a:srgbClr val="064F91"/>
                </a:solidFill>
                <a:latin typeface="Calibri"/>
                <a:ea typeface="Calibri"/>
                <a:cs typeface="Calibri"/>
              </a:rPr>
              <a:t>Ω</a:t>
            </a:r>
          </a:p>
        </p:txBody>
      </p:sp>
      <p:sp>
        <p:nvSpPr>
          <p:cNvPr id="22" name="Ledning">
            <a:extLst xmlns:a="http://schemas.openxmlformats.org/drawingml/2006/main">
              <a:ext uri="{FF2B5EF4-FFF2-40B4-BE49-F238E27FC236}">
                <a16:creationId xmlns:a16="http://schemas.microsoft.com/office/drawing/2014/main" id="{63CBB394-220C-42BB-9856-DBAAFBAF59B1}"/>
              </a:ext>
            </a:extLst>
          </p:cNvPr>
          <p:cNvSpPr>
            <a:spLocks xmlns:a="http://schemas.openxmlformats.org/drawingml/2006/main" noGrp="1"/>
          </p:cNvSpPr>
          <p:nvPr/>
        </p:nvSpPr>
        <p:spPr>
          <a:xfrm xmlns:a="http://schemas.openxmlformats.org/drawingml/2006/main">
            <a:off x="1964531" y="2476500"/>
            <a:ext cx="715" cy="592931"/>
          </a:xfrm>
          <a:custGeom xmlns:a="http://schemas.openxmlformats.org/drawingml/2006/main">
            <a:pathLst>
              <a:path w="953" h="790575">
                <a:moveTo>
                  <a:pt x="0" y="0"/>
                </a:moveTo>
                <a:lnTo>
                  <a:pt x="0" y="790575"/>
                </a:lnTo>
              </a:path>
            </a:pathLst>
          </a:custGeom>
          <a:noFill xmlns:a="http://schemas.openxmlformats.org/drawingml/2006/main"/>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39D8F692-F8D9-4FE2-9534-2260DA16679D}"/>
              </a:ext>
            </a:extLst>
          </p:cNvPr>
          <p:cNvSpPr>
            <a:spLocks xmlns:a="http://schemas.openxmlformats.org/drawingml/2006/main" noGrp="1"/>
          </p:cNvSpPr>
          <p:nvPr/>
        </p:nvSpPr>
        <p:spPr>
          <a:xfrm xmlns:a="http://schemas.openxmlformats.org/drawingml/2006/main">
            <a:off x="1964531" y="3855244"/>
            <a:ext cx="715" cy="514350"/>
          </a:xfrm>
          <a:custGeom xmlns:a="http://schemas.openxmlformats.org/drawingml/2006/main">
            <a:pathLst>
              <a:path w="953" h="685800">
                <a:moveTo>
                  <a:pt x="0" y="0"/>
                </a:moveTo>
                <a:lnTo>
                  <a:pt x="0" y="685800"/>
                </a:lnTo>
              </a:path>
            </a:pathLst>
          </a:custGeom>
          <a:noFill xmlns:a="http://schemas.openxmlformats.org/drawingml/2006/main"/>
          <a:ln xmlns:a="http://schemas.openxmlformats.org/drawingml/2006/main" w="28575">
            <a:solidFill>
              <a:srgbClr val="111111"/>
            </a:solidFill>
          </a:ln>
        </p:spPr>
      </p:sp>
      <p:sp>
        <p:nvSpPr>
          <p:cNvPr id="24" name="Ledning">
            <a:extLst xmlns:a="http://schemas.openxmlformats.org/drawingml/2006/main">
              <a:ext uri="{FF2B5EF4-FFF2-40B4-BE49-F238E27FC236}">
                <a16:creationId xmlns:a16="http://schemas.microsoft.com/office/drawing/2014/main" id="{2B23FA22-204E-440B-8FF7-1EB27C384335}"/>
              </a:ext>
            </a:extLst>
          </p:cNvPr>
          <p:cNvSpPr>
            <a:spLocks xmlns:a="http://schemas.openxmlformats.org/drawingml/2006/main" noGrp="1"/>
          </p:cNvSpPr>
          <p:nvPr/>
        </p:nvSpPr>
        <p:spPr>
          <a:xfrm xmlns:a="http://schemas.openxmlformats.org/drawingml/2006/main">
            <a:off x="1964531" y="2476500"/>
            <a:ext cx="178594" cy="715"/>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28575">
            <a:solidFill>
              <a:srgbClr val="111111"/>
            </a:solidFill>
          </a:ln>
        </p:spPr>
      </p:sp>
      <p:sp>
        <p:nvSpPr>
          <p:cNvPr id="25" name="Ledning">
            <a:extLst xmlns:a="http://schemas.openxmlformats.org/drawingml/2006/main">
              <a:ext uri="{FF2B5EF4-FFF2-40B4-BE49-F238E27FC236}">
                <a16:creationId xmlns:a16="http://schemas.microsoft.com/office/drawing/2014/main" id="{0D53E035-3FB3-408D-B56F-E023C689C864}"/>
              </a:ext>
            </a:extLst>
          </p:cNvPr>
          <p:cNvSpPr>
            <a:spLocks xmlns:a="http://schemas.openxmlformats.org/drawingml/2006/main" noGrp="1"/>
          </p:cNvSpPr>
          <p:nvPr/>
        </p:nvSpPr>
        <p:spPr>
          <a:xfrm xmlns:a="http://schemas.openxmlformats.org/drawingml/2006/main">
            <a:off x="1964531" y="4369594"/>
            <a:ext cx="178594" cy="715"/>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28575">
            <a:solidFill>
              <a:srgbClr val="111111"/>
            </a:solidFill>
          </a:ln>
        </p:spPr>
      </p:sp>
      <p:sp>
        <p:nvSpPr>
          <p:cNvPr id="26" name="Vad visar Ω-mätaren när båda vägarna är anslutna?">
            <a:extLst xmlns:a="http://schemas.openxmlformats.org/drawingml/2006/main">
              <a:ext uri="{FF2B5EF4-FFF2-40B4-BE49-F238E27FC236}">
                <a16:creationId xmlns:a16="http://schemas.microsoft.com/office/drawing/2014/main" id="{DD69267F-5892-4011-BC77-8C49108D5571}"/>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Vad visar Ω-mätaren när båda vägarna är anslutna?</a:t>
            </a:r>
          </a:p>
        </p:txBody>
      </p:sp>
      <p:sp>
        <p:nvSpPr>
          <p:cNvPr id="9001" name="Övning 4  Två möjliga mätvägar">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Övning 4  Två möjliga mätvägar</a:t>
            </a:r>
          </a:p>
        </p:txBody>
      </p:sp>
      <p:sp>
        <p:nvSpPr>
          <p:cNvPr id="9002" name="30">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30</a:t>
            </a:r>
          </a:p>
        </p:txBody>
      </p:sp>
    </p:spTree>
    <p:extLst>
      <p:ext uri="{BB962C8B-B14F-4D97-AF65-F5344CB8AC3E}">
        <p14:creationId xmlns:p14="http://schemas.microsoft.com/office/powerpoint/2010/main" val="42622974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Provströmmen kan gå genom båda motstånden">
            <a:extLst xmlns:a="http://schemas.openxmlformats.org/drawingml/2006/main">
              <a:ext uri="{FF2B5EF4-FFF2-40B4-BE49-F238E27FC236}">
                <a16:creationId xmlns:a16="http://schemas.microsoft.com/office/drawing/2014/main" id="{586AC5C4-7250-40F5-96A4-7C7E290C956E}"/>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Provströmmen kan gå genom båda motstånden</a:t>
            </a:r>
          </a:p>
        </p:txBody>
      </p:sp>
      <p:sp>
        <p:nvSpPr>
          <p:cNvPr id="5" name="Ledning">
            <a:extLst xmlns:a="http://schemas.openxmlformats.org/drawingml/2006/main">
              <a:ext uri="{FF2B5EF4-FFF2-40B4-BE49-F238E27FC236}">
                <a16:creationId xmlns:a16="http://schemas.microsoft.com/office/drawing/2014/main" id="{EF4CC8CD-1B93-4413-B190-A6490A1186F7}"/>
              </a:ext>
            </a:extLst>
          </p:cNvPr>
          <p:cNvSpPr>
            <a:spLocks xmlns:a="http://schemas.openxmlformats.org/drawingml/2006/main" noGrp="1"/>
          </p:cNvSpPr>
          <p:nvPr/>
        </p:nvSpPr>
        <p:spPr>
          <a:xfrm xmlns:a="http://schemas.openxmlformats.org/drawingml/2006/main">
            <a:off x="2143125" y="2476500"/>
            <a:ext cx="857250" cy="715"/>
          </a:xfrm>
          <a:custGeom xmlns:a="http://schemas.openxmlformats.org/drawingml/2006/main">
            <a:pathLst>
              <a:path w="1143000" h="953">
                <a:moveTo>
                  <a:pt x="0" y="0"/>
                </a:moveTo>
                <a:lnTo>
                  <a:pt x="114300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010E26D0-229E-4E89-B565-C1CC3D0C6809}"/>
              </a:ext>
            </a:extLst>
          </p:cNvPr>
          <p:cNvSpPr>
            <a:spLocks xmlns:a="http://schemas.openxmlformats.org/drawingml/2006/main" noGrp="1"/>
          </p:cNvSpPr>
          <p:nvPr/>
        </p:nvSpPr>
        <p:spPr>
          <a:xfrm xmlns:a="http://schemas.openxmlformats.org/drawingml/2006/main">
            <a:off x="3000375" y="2476500"/>
            <a:ext cx="1607344" cy="715"/>
          </a:xfrm>
          <a:custGeom xmlns:a="http://schemas.openxmlformats.org/drawingml/2006/main">
            <a:pathLst>
              <a:path w="2143125" h="953">
                <a:moveTo>
                  <a:pt x="0" y="0"/>
                </a:moveTo>
                <a:lnTo>
                  <a:pt x="2143125" y="0"/>
                </a:lnTo>
              </a:path>
            </a:pathLst>
          </a:custGeom>
          <a:noFill xmlns:a="http://schemas.openxmlformats.org/drawingml/2006/main"/>
          <a:ln xmlns:a="http://schemas.openxmlformats.org/drawingml/2006/main" w="28575">
            <a:solidFill>
              <a:srgbClr val="111111"/>
            </a:solidFill>
          </a:ln>
        </p:spPr>
      </p:sp>
      <p:sp>
        <p:nvSpPr>
          <p:cNvPr id="7" name="Ledning">
            <a:extLst xmlns:a="http://schemas.openxmlformats.org/drawingml/2006/main">
              <a:ext uri="{FF2B5EF4-FFF2-40B4-BE49-F238E27FC236}">
                <a16:creationId xmlns:a16="http://schemas.microsoft.com/office/drawing/2014/main" id="{FD2B48EE-6D13-4E50-A5D9-A8B02E8BCF33}"/>
              </a:ext>
            </a:extLst>
          </p:cNvPr>
          <p:cNvSpPr>
            <a:spLocks xmlns:a="http://schemas.openxmlformats.org/drawingml/2006/main" noGrp="1"/>
          </p:cNvSpPr>
          <p:nvPr/>
        </p:nvSpPr>
        <p:spPr>
          <a:xfrm xmlns:a="http://schemas.openxmlformats.org/drawingml/2006/main">
            <a:off x="4607719" y="2476500"/>
            <a:ext cx="715" cy="571500"/>
          </a:xfrm>
          <a:custGeom xmlns:a="http://schemas.openxmlformats.org/drawingml/2006/main">
            <a:pathLst>
              <a:path w="953" h="762000">
                <a:moveTo>
                  <a:pt x="0" y="0"/>
                </a:moveTo>
                <a:lnTo>
                  <a:pt x="0" y="762000"/>
                </a:lnTo>
              </a:path>
            </a:pathLst>
          </a:custGeom>
          <a:noFill xmlns:a="http://schemas.openxmlformats.org/drawingml/2006/main"/>
          <a:ln xmlns:a="http://schemas.openxmlformats.org/drawingml/2006/main" w="28575">
            <a:solidFill>
              <a:srgbClr val="111111"/>
            </a:solidFill>
          </a:ln>
        </p:spPr>
      </p:sp>
      <p:sp>
        <p:nvSpPr>
          <p:cNvPr id="8" name="">
            <a:extLst xmlns:a="http://schemas.openxmlformats.org/drawingml/2006/main">
              <a:ext uri="{FF2B5EF4-FFF2-40B4-BE49-F238E27FC236}">
                <a16:creationId xmlns:a16="http://schemas.microsoft.com/office/drawing/2014/main" id="{DE52873F-F627-40DB-9481-AF89EE976558}"/>
              </a:ext>
            </a:extLst>
          </p:cNvPr>
          <p:cNvSpPr>
            <a:spLocks xmlns:a="http://schemas.openxmlformats.org/drawingml/2006/main" noGrp="1"/>
          </p:cNvSpPr>
          <p:nvPr/>
        </p:nvSpPr>
        <p:spPr>
          <a:xfrm xmlns:a="http://schemas.openxmlformats.org/drawingml/2006/main">
            <a:off x="4464844" y="3048000"/>
            <a:ext cx="285750" cy="714375"/>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9" name="R₂">
            <a:extLst xmlns:a="http://schemas.openxmlformats.org/drawingml/2006/main">
              <a:ext uri="{FF2B5EF4-FFF2-40B4-BE49-F238E27FC236}">
                <a16:creationId xmlns:a16="http://schemas.microsoft.com/office/drawing/2014/main" id="{4992A083-B4FA-45DA-B571-BDFF0E7EC6C9}"/>
              </a:ext>
            </a:extLst>
          </p:cNvPr>
          <p:cNvSpPr>
            <a:spLocks xmlns:a="http://schemas.openxmlformats.org/drawingml/2006/main" noGrp="1"/>
          </p:cNvSpPr>
          <p:nvPr/>
        </p:nvSpPr>
        <p:spPr>
          <a:xfrm xmlns:a="http://schemas.openxmlformats.org/drawingml/2006/main">
            <a:off x="4836319" y="2990850"/>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R₂</a:t>
            </a:r>
          </a:p>
        </p:txBody>
      </p:sp>
      <p:sp>
        <p:nvSpPr>
          <p:cNvPr id="10" name="1 kΩ">
            <a:extLst xmlns:a="http://schemas.openxmlformats.org/drawingml/2006/main">
              <a:ext uri="{FF2B5EF4-FFF2-40B4-BE49-F238E27FC236}">
                <a16:creationId xmlns:a16="http://schemas.microsoft.com/office/drawing/2014/main" id="{3CD9B79E-00E2-417A-AF0A-77CAFCC5488F}"/>
              </a:ext>
            </a:extLst>
          </p:cNvPr>
          <p:cNvSpPr>
            <a:spLocks xmlns:a="http://schemas.openxmlformats.org/drawingml/2006/main" noGrp="1"/>
          </p:cNvSpPr>
          <p:nvPr/>
        </p:nvSpPr>
        <p:spPr>
          <a:xfrm xmlns:a="http://schemas.openxmlformats.org/drawingml/2006/main">
            <a:off x="4836319" y="3269456"/>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kΩ</a:t>
            </a:r>
          </a:p>
        </p:txBody>
      </p:sp>
      <p:sp>
        <p:nvSpPr>
          <p:cNvPr id="11" name="Ledning">
            <a:extLst xmlns:a="http://schemas.openxmlformats.org/drawingml/2006/main">
              <a:ext uri="{FF2B5EF4-FFF2-40B4-BE49-F238E27FC236}">
                <a16:creationId xmlns:a16="http://schemas.microsoft.com/office/drawing/2014/main" id="{B66F3FB3-1658-4821-ACD8-BEB7FDDB1039}"/>
              </a:ext>
            </a:extLst>
          </p:cNvPr>
          <p:cNvSpPr>
            <a:spLocks xmlns:a="http://schemas.openxmlformats.org/drawingml/2006/main" noGrp="1"/>
          </p:cNvSpPr>
          <p:nvPr/>
        </p:nvSpPr>
        <p:spPr>
          <a:xfrm xmlns:a="http://schemas.openxmlformats.org/drawingml/2006/main">
            <a:off x="4607719" y="3762375"/>
            <a:ext cx="715" cy="607219"/>
          </a:xfrm>
          <a:custGeom xmlns:a="http://schemas.openxmlformats.org/drawingml/2006/main">
            <a:pathLst>
              <a:path w="953" h="809625">
                <a:moveTo>
                  <a:pt x="0" y="0"/>
                </a:moveTo>
                <a:lnTo>
                  <a:pt x="0" y="809625"/>
                </a:lnTo>
              </a:path>
            </a:pathLst>
          </a:custGeom>
          <a:noFill xmlns:a="http://schemas.openxmlformats.org/drawingml/2006/main"/>
          <a:ln xmlns:a="http://schemas.openxmlformats.org/drawingml/2006/main" w="28575">
            <a:solidFill>
              <a:srgbClr val="111111"/>
            </a:solidFill>
          </a:ln>
        </p:spPr>
      </p:sp>
      <p:sp>
        <p:nvSpPr>
          <p:cNvPr id="12" name="Ledning">
            <a:extLst xmlns:a="http://schemas.openxmlformats.org/drawingml/2006/main">
              <a:ext uri="{FF2B5EF4-FFF2-40B4-BE49-F238E27FC236}">
                <a16:creationId xmlns:a16="http://schemas.microsoft.com/office/drawing/2014/main" id="{76B999F9-C2B2-4DC2-A2BD-40024468910F}"/>
              </a:ext>
            </a:extLst>
          </p:cNvPr>
          <p:cNvSpPr>
            <a:spLocks xmlns:a="http://schemas.openxmlformats.org/drawingml/2006/main" noGrp="1"/>
          </p:cNvSpPr>
          <p:nvPr/>
        </p:nvSpPr>
        <p:spPr>
          <a:xfrm xmlns:a="http://schemas.openxmlformats.org/drawingml/2006/main">
            <a:off x="2143125" y="4369594"/>
            <a:ext cx="2464594" cy="715"/>
          </a:xfrm>
          <a:custGeom xmlns:a="http://schemas.openxmlformats.org/drawingml/2006/main">
            <a:pathLst>
              <a:path w="3286125" h="953">
                <a:moveTo>
                  <a:pt x="3286125" y="0"/>
                </a:moveTo>
                <a:lnTo>
                  <a:pt x="0" y="0"/>
                </a:lnTo>
              </a:path>
            </a:pathLst>
          </a:custGeom>
          <a:noFill xmlns:a="http://schemas.openxmlformats.org/drawingml/2006/main"/>
          <a:ln xmlns:a="http://schemas.openxmlformats.org/drawingml/2006/main" w="28575">
            <a:solidFill>
              <a:srgbClr val="111111"/>
            </a:solidFill>
          </a:ln>
        </p:spPr>
      </p:sp>
      <p:sp>
        <p:nvSpPr>
          <p:cNvPr id="13" name="Ledning">
            <a:extLst xmlns:a="http://schemas.openxmlformats.org/drawingml/2006/main">
              <a:ext uri="{FF2B5EF4-FFF2-40B4-BE49-F238E27FC236}">
                <a16:creationId xmlns:a16="http://schemas.microsoft.com/office/drawing/2014/main" id="{0DD2B39E-DC24-4D3B-B878-B5BDAA989000}"/>
              </a:ext>
            </a:extLst>
          </p:cNvPr>
          <p:cNvSpPr>
            <a:spLocks xmlns:a="http://schemas.openxmlformats.org/drawingml/2006/main" noGrp="1"/>
          </p:cNvSpPr>
          <p:nvPr/>
        </p:nvSpPr>
        <p:spPr>
          <a:xfrm xmlns:a="http://schemas.openxmlformats.org/drawingml/2006/main">
            <a:off x="3000375" y="2476500"/>
            <a:ext cx="715" cy="571500"/>
          </a:xfrm>
          <a:custGeom xmlns:a="http://schemas.openxmlformats.org/drawingml/2006/main">
            <a:pathLst>
              <a:path w="953" h="762000">
                <a:moveTo>
                  <a:pt x="0" y="0"/>
                </a:moveTo>
                <a:lnTo>
                  <a:pt x="0" y="762000"/>
                </a:lnTo>
              </a:path>
            </a:pathLst>
          </a:custGeom>
          <a:noFill xmlns:a="http://schemas.openxmlformats.org/drawingml/2006/main"/>
          <a:ln xmlns:a="http://schemas.openxmlformats.org/drawingml/2006/main" w="28575">
            <a:solidFill>
              <a:srgbClr val="111111"/>
            </a:solidFill>
          </a:ln>
        </p:spPr>
      </p:sp>
      <p:sp>
        <p:nvSpPr>
          <p:cNvPr id="14" name="">
            <a:extLst xmlns:a="http://schemas.openxmlformats.org/drawingml/2006/main">
              <a:ext uri="{FF2B5EF4-FFF2-40B4-BE49-F238E27FC236}">
                <a16:creationId xmlns:a16="http://schemas.microsoft.com/office/drawing/2014/main" id="{DE5C6836-BE24-4CB8-9F5B-CE16E3B88749}"/>
              </a:ext>
            </a:extLst>
          </p:cNvPr>
          <p:cNvSpPr>
            <a:spLocks xmlns:a="http://schemas.openxmlformats.org/drawingml/2006/main" noGrp="1"/>
          </p:cNvSpPr>
          <p:nvPr/>
        </p:nvSpPr>
        <p:spPr>
          <a:xfrm xmlns:a="http://schemas.openxmlformats.org/drawingml/2006/main">
            <a:off x="2857500" y="3048000"/>
            <a:ext cx="285750" cy="714375"/>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15" name="R₁">
            <a:extLst xmlns:a="http://schemas.openxmlformats.org/drawingml/2006/main">
              <a:ext uri="{FF2B5EF4-FFF2-40B4-BE49-F238E27FC236}">
                <a16:creationId xmlns:a16="http://schemas.microsoft.com/office/drawing/2014/main" id="{E19842A2-B603-4EAA-9D88-700A42641098}"/>
              </a:ext>
            </a:extLst>
          </p:cNvPr>
          <p:cNvSpPr>
            <a:spLocks xmlns:a="http://schemas.openxmlformats.org/drawingml/2006/main" noGrp="1"/>
          </p:cNvSpPr>
          <p:nvPr/>
        </p:nvSpPr>
        <p:spPr>
          <a:xfrm xmlns:a="http://schemas.openxmlformats.org/drawingml/2006/main">
            <a:off x="3228975" y="2990850"/>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R₁</a:t>
            </a:r>
          </a:p>
        </p:txBody>
      </p:sp>
      <p:sp>
        <p:nvSpPr>
          <p:cNvPr id="16" name="1 kΩ">
            <a:extLst xmlns:a="http://schemas.openxmlformats.org/drawingml/2006/main">
              <a:ext uri="{FF2B5EF4-FFF2-40B4-BE49-F238E27FC236}">
                <a16:creationId xmlns:a16="http://schemas.microsoft.com/office/drawing/2014/main" id="{956B92A4-334C-47F1-BBD4-C7E9503FEF38}"/>
              </a:ext>
            </a:extLst>
          </p:cNvPr>
          <p:cNvSpPr>
            <a:spLocks xmlns:a="http://schemas.openxmlformats.org/drawingml/2006/main" noGrp="1"/>
          </p:cNvSpPr>
          <p:nvPr/>
        </p:nvSpPr>
        <p:spPr>
          <a:xfrm xmlns:a="http://schemas.openxmlformats.org/drawingml/2006/main">
            <a:off x="3228975" y="3269456"/>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kΩ</a:t>
            </a:r>
          </a:p>
        </p:txBody>
      </p:sp>
      <p:sp>
        <p:nvSpPr>
          <p:cNvPr id="17" name="Ledning">
            <a:extLst xmlns:a="http://schemas.openxmlformats.org/drawingml/2006/main">
              <a:ext uri="{FF2B5EF4-FFF2-40B4-BE49-F238E27FC236}">
                <a16:creationId xmlns:a16="http://schemas.microsoft.com/office/drawing/2014/main" id="{12FFD726-E046-4708-A56A-4E56B8280E95}"/>
              </a:ext>
            </a:extLst>
          </p:cNvPr>
          <p:cNvSpPr>
            <a:spLocks xmlns:a="http://schemas.openxmlformats.org/drawingml/2006/main" noGrp="1"/>
          </p:cNvSpPr>
          <p:nvPr/>
        </p:nvSpPr>
        <p:spPr>
          <a:xfrm xmlns:a="http://schemas.openxmlformats.org/drawingml/2006/main">
            <a:off x="3000375" y="3762375"/>
            <a:ext cx="715" cy="607219"/>
          </a:xfrm>
          <a:custGeom xmlns:a="http://schemas.openxmlformats.org/drawingml/2006/main">
            <a:pathLst>
              <a:path w="953" h="809625">
                <a:moveTo>
                  <a:pt x="0" y="0"/>
                </a:moveTo>
                <a:lnTo>
                  <a:pt x="0" y="809625"/>
                </a:lnTo>
              </a:path>
            </a:pathLst>
          </a:custGeom>
          <a:noFill xmlns:a="http://schemas.openxmlformats.org/drawingml/2006/main"/>
          <a:ln xmlns:a="http://schemas.openxmlformats.org/drawingml/2006/main" w="28575">
            <a:solidFill>
              <a:srgbClr val="111111"/>
            </a:solidFill>
          </a:ln>
        </p:spPr>
      </p:sp>
      <p:sp>
        <p:nvSpPr>
          <p:cNvPr id="18" name="">
            <a:extLst xmlns:a="http://schemas.openxmlformats.org/drawingml/2006/main">
              <a:ext uri="{FF2B5EF4-FFF2-40B4-BE49-F238E27FC236}">
                <a16:creationId xmlns:a16="http://schemas.microsoft.com/office/drawing/2014/main" id="{3B345571-2345-4FFB-A106-438315C4F008}"/>
              </a:ext>
            </a:extLst>
          </p:cNvPr>
          <p:cNvSpPr>
            <a:spLocks xmlns:a="http://schemas.openxmlformats.org/drawingml/2006/main" noGrp="1"/>
          </p:cNvSpPr>
          <p:nvPr/>
        </p:nvSpPr>
        <p:spPr>
          <a:xfrm xmlns:a="http://schemas.openxmlformats.org/drawingml/2006/main">
            <a:off x="2964656" y="2440781"/>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19" name="">
            <a:extLst xmlns:a="http://schemas.openxmlformats.org/drawingml/2006/main">
              <a:ext uri="{FF2B5EF4-FFF2-40B4-BE49-F238E27FC236}">
                <a16:creationId xmlns:a16="http://schemas.microsoft.com/office/drawing/2014/main" id="{ECE63524-381E-4FAC-BB21-72A917FAACC2}"/>
              </a:ext>
            </a:extLst>
          </p:cNvPr>
          <p:cNvSpPr>
            <a:spLocks xmlns:a="http://schemas.openxmlformats.org/drawingml/2006/main" noGrp="1"/>
          </p:cNvSpPr>
          <p:nvPr/>
        </p:nvSpPr>
        <p:spPr>
          <a:xfrm xmlns:a="http://schemas.openxmlformats.org/drawingml/2006/main">
            <a:off x="2964656" y="4333875"/>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0" name="">
            <a:extLst xmlns:a="http://schemas.openxmlformats.org/drawingml/2006/main">
              <a:ext uri="{FF2B5EF4-FFF2-40B4-BE49-F238E27FC236}">
                <a16:creationId xmlns:a16="http://schemas.microsoft.com/office/drawing/2014/main" id="{99CB4F4C-7A68-4B06-BA5C-042D1B0E5AD9}"/>
              </a:ext>
            </a:extLst>
          </p:cNvPr>
          <p:cNvSpPr>
            <a:spLocks xmlns:a="http://schemas.openxmlformats.org/drawingml/2006/main" noGrp="1"/>
          </p:cNvSpPr>
          <p:nvPr/>
        </p:nvSpPr>
        <p:spPr>
          <a:xfrm xmlns:a="http://schemas.openxmlformats.org/drawingml/2006/main">
            <a:off x="1571625" y="3069431"/>
            <a:ext cx="785812" cy="785812"/>
          </a:xfrm>
          <a:prstGeom xmlns:a="http://schemas.openxmlformats.org/drawingml/2006/main" prst="ellipse">
            <a:avLst/>
          </a:prstGeom>
          <a:solidFill xmlns:a="http://schemas.openxmlformats.org/drawingml/2006/main">
            <a:srgbClr val="FFFFFF"/>
          </a:solidFill>
          <a:ln xmlns:a="http://schemas.openxmlformats.org/drawingml/2006/main" w="28575">
            <a:solidFill>
              <a:srgbClr val="064F91"/>
            </a:solidFill>
          </a:ln>
        </p:spPr>
      </p:sp>
      <p:sp>
        <p:nvSpPr>
          <p:cNvPr id="21" name="Ω">
            <a:extLst xmlns:a="http://schemas.openxmlformats.org/drawingml/2006/main">
              <a:ext uri="{FF2B5EF4-FFF2-40B4-BE49-F238E27FC236}">
                <a16:creationId xmlns:a16="http://schemas.microsoft.com/office/drawing/2014/main" id="{6DFBACB2-3B4C-4854-ADE9-67798E9A9980}"/>
              </a:ext>
            </a:extLst>
          </p:cNvPr>
          <p:cNvSpPr>
            <a:spLocks xmlns:a="http://schemas.openxmlformats.org/drawingml/2006/main" noGrp="1"/>
          </p:cNvSpPr>
          <p:nvPr/>
        </p:nvSpPr>
        <p:spPr>
          <a:xfrm xmlns:a="http://schemas.openxmlformats.org/drawingml/2006/main">
            <a:off x="1678781" y="3155156"/>
            <a:ext cx="571500"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56" b="1">
                <a:solidFill>
                  <a:srgbClr val="064F91"/>
                </a:solidFill>
                <a:latin typeface="Calibri"/>
                <a:ea typeface="Calibri"/>
                <a:cs typeface="Calibri"/>
              </a:defRPr>
            </a:pPr>
            <a:r>
              <a:rPr sz="2756" b="1">
                <a:solidFill>
                  <a:srgbClr val="064F91"/>
                </a:solidFill>
                <a:latin typeface="Calibri"/>
                <a:ea typeface="Calibri"/>
                <a:cs typeface="Calibri"/>
              </a:rPr>
              <a:t>Ω</a:t>
            </a:r>
          </a:p>
        </p:txBody>
      </p:sp>
      <p:sp>
        <p:nvSpPr>
          <p:cNvPr id="22" name="Ledning">
            <a:extLst xmlns:a="http://schemas.openxmlformats.org/drawingml/2006/main">
              <a:ext uri="{FF2B5EF4-FFF2-40B4-BE49-F238E27FC236}">
                <a16:creationId xmlns:a16="http://schemas.microsoft.com/office/drawing/2014/main" id="{7EB3B0EB-C79F-4FF9-8BA6-22A4F1230CBA}"/>
              </a:ext>
            </a:extLst>
          </p:cNvPr>
          <p:cNvSpPr>
            <a:spLocks xmlns:a="http://schemas.openxmlformats.org/drawingml/2006/main" noGrp="1"/>
          </p:cNvSpPr>
          <p:nvPr/>
        </p:nvSpPr>
        <p:spPr>
          <a:xfrm xmlns:a="http://schemas.openxmlformats.org/drawingml/2006/main">
            <a:off x="1964531" y="2476500"/>
            <a:ext cx="715" cy="592931"/>
          </a:xfrm>
          <a:custGeom xmlns:a="http://schemas.openxmlformats.org/drawingml/2006/main">
            <a:pathLst>
              <a:path w="953" h="790575">
                <a:moveTo>
                  <a:pt x="0" y="0"/>
                </a:moveTo>
                <a:lnTo>
                  <a:pt x="0" y="790575"/>
                </a:lnTo>
              </a:path>
            </a:pathLst>
          </a:custGeom>
          <a:noFill xmlns:a="http://schemas.openxmlformats.org/drawingml/2006/main"/>
          <a:ln xmlns:a="http://schemas.openxmlformats.org/drawingml/2006/main" w="28575">
            <a:solidFill>
              <a:srgbClr val="111111"/>
            </a:solidFill>
          </a:ln>
        </p:spPr>
      </p:sp>
      <p:sp>
        <p:nvSpPr>
          <p:cNvPr id="23" name="Ledning">
            <a:extLst xmlns:a="http://schemas.openxmlformats.org/drawingml/2006/main">
              <a:ext uri="{FF2B5EF4-FFF2-40B4-BE49-F238E27FC236}">
                <a16:creationId xmlns:a16="http://schemas.microsoft.com/office/drawing/2014/main" id="{36E85D0C-21DC-4D0A-B1E3-9BAB18EF79CE}"/>
              </a:ext>
            </a:extLst>
          </p:cNvPr>
          <p:cNvSpPr>
            <a:spLocks xmlns:a="http://schemas.openxmlformats.org/drawingml/2006/main" noGrp="1"/>
          </p:cNvSpPr>
          <p:nvPr/>
        </p:nvSpPr>
        <p:spPr>
          <a:xfrm xmlns:a="http://schemas.openxmlformats.org/drawingml/2006/main">
            <a:off x="1964531" y="3855244"/>
            <a:ext cx="715" cy="514350"/>
          </a:xfrm>
          <a:custGeom xmlns:a="http://schemas.openxmlformats.org/drawingml/2006/main">
            <a:pathLst>
              <a:path w="953" h="685800">
                <a:moveTo>
                  <a:pt x="0" y="0"/>
                </a:moveTo>
                <a:lnTo>
                  <a:pt x="0" y="685800"/>
                </a:lnTo>
              </a:path>
            </a:pathLst>
          </a:custGeom>
          <a:noFill xmlns:a="http://schemas.openxmlformats.org/drawingml/2006/main"/>
          <a:ln xmlns:a="http://schemas.openxmlformats.org/drawingml/2006/main" w="28575">
            <a:solidFill>
              <a:srgbClr val="111111"/>
            </a:solidFill>
          </a:ln>
        </p:spPr>
      </p:sp>
      <p:sp>
        <p:nvSpPr>
          <p:cNvPr id="24" name="Ledning">
            <a:extLst xmlns:a="http://schemas.openxmlformats.org/drawingml/2006/main">
              <a:ext uri="{FF2B5EF4-FFF2-40B4-BE49-F238E27FC236}">
                <a16:creationId xmlns:a16="http://schemas.microsoft.com/office/drawing/2014/main" id="{D1825158-4800-42F6-8D77-DEC114203846}"/>
              </a:ext>
            </a:extLst>
          </p:cNvPr>
          <p:cNvSpPr>
            <a:spLocks xmlns:a="http://schemas.openxmlformats.org/drawingml/2006/main" noGrp="1"/>
          </p:cNvSpPr>
          <p:nvPr/>
        </p:nvSpPr>
        <p:spPr>
          <a:xfrm xmlns:a="http://schemas.openxmlformats.org/drawingml/2006/main">
            <a:off x="1964531" y="2476500"/>
            <a:ext cx="178594" cy="715"/>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28575">
            <a:solidFill>
              <a:srgbClr val="111111"/>
            </a:solidFill>
          </a:ln>
        </p:spPr>
      </p:sp>
      <p:sp>
        <p:nvSpPr>
          <p:cNvPr id="25" name="Ledning">
            <a:extLst xmlns:a="http://schemas.openxmlformats.org/drawingml/2006/main">
              <a:ext uri="{FF2B5EF4-FFF2-40B4-BE49-F238E27FC236}">
                <a16:creationId xmlns:a16="http://schemas.microsoft.com/office/drawing/2014/main" id="{FAAB0D4A-7CD0-4FF6-AC77-5B8EB3DD49B0}"/>
              </a:ext>
            </a:extLst>
          </p:cNvPr>
          <p:cNvSpPr>
            <a:spLocks xmlns:a="http://schemas.openxmlformats.org/drawingml/2006/main" noGrp="1"/>
          </p:cNvSpPr>
          <p:nvPr/>
        </p:nvSpPr>
        <p:spPr>
          <a:xfrm xmlns:a="http://schemas.openxmlformats.org/drawingml/2006/main">
            <a:off x="1964531" y="4369594"/>
            <a:ext cx="178594" cy="715"/>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28575">
            <a:solidFill>
              <a:srgbClr val="111111"/>
            </a:solidFill>
          </a:ln>
        </p:spPr>
      </p:sp>
      <p:sp>
        <p:nvSpPr>
          <p:cNvPr id="26" name="500 Ω">
            <a:extLst xmlns:a="http://schemas.openxmlformats.org/drawingml/2006/main">
              <a:ext uri="{FF2B5EF4-FFF2-40B4-BE49-F238E27FC236}">
                <a16:creationId xmlns:a16="http://schemas.microsoft.com/office/drawing/2014/main" id="{7FF1CBB0-F9F1-419C-89CC-5740BEB5B492}"/>
              </a:ext>
            </a:extLst>
          </p:cNvPr>
          <p:cNvSpPr>
            <a:spLocks xmlns:a="http://schemas.openxmlformats.org/drawingml/2006/main" noGrp="1"/>
          </p:cNvSpPr>
          <p:nvPr/>
        </p:nvSpPr>
        <p:spPr>
          <a:xfrm xmlns:a="http://schemas.openxmlformats.org/drawingml/2006/main">
            <a:off x="5929312" y="2726531"/>
            <a:ext cx="2464594"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064F91"/>
                </a:solidFill>
                <a:latin typeface="Calibri"/>
                <a:ea typeface="Calibri"/>
                <a:cs typeface="Calibri"/>
              </a:defRPr>
            </a:pPr>
            <a:r>
              <a:rPr sz="3600" b="1">
                <a:solidFill>
                  <a:srgbClr val="064F91"/>
                </a:solidFill>
                <a:latin typeface="Calibri"/>
                <a:ea typeface="Calibri"/>
                <a:cs typeface="Calibri"/>
              </a:rPr>
              <a:t>500 Ω</a:t>
            </a:r>
          </a:p>
        </p:txBody>
      </p:sp>
      <p:sp>
        <p:nvSpPr>
          <p:cNvPr id="27" name="Mätaren ser båda vägarna.">
            <a:extLst xmlns:a="http://schemas.openxmlformats.org/drawingml/2006/main">
              <a:ext uri="{FF2B5EF4-FFF2-40B4-BE49-F238E27FC236}">
                <a16:creationId xmlns:a16="http://schemas.microsoft.com/office/drawing/2014/main" id="{AF3BE74B-4E1E-4F81-90E0-1C745186DB34}"/>
              </a:ext>
            </a:extLst>
          </p:cNvPr>
          <p:cNvSpPr>
            <a:spLocks xmlns:a="http://schemas.openxmlformats.org/drawingml/2006/main" noGrp="1"/>
          </p:cNvSpPr>
          <p:nvPr/>
        </p:nvSpPr>
        <p:spPr>
          <a:xfrm xmlns:a="http://schemas.openxmlformats.org/drawingml/2006/main">
            <a:off x="5822156" y="3512344"/>
            <a:ext cx="2678906"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31" b="1">
                <a:solidFill>
                  <a:srgbClr val="111111"/>
                </a:solidFill>
                <a:latin typeface="Calibri"/>
                <a:ea typeface="Calibri"/>
                <a:cs typeface="Calibri"/>
              </a:defRPr>
            </a:pPr>
            <a:r>
              <a:rPr sz="1631" b="1">
                <a:solidFill>
                  <a:srgbClr val="111111"/>
                </a:solidFill>
                <a:latin typeface="Calibri"/>
                <a:ea typeface="Calibri"/>
                <a:cs typeface="Calibri"/>
              </a:rPr>
              <a:t>Mätaren ser båda vägarna.</a:t>
            </a:r>
          </a:p>
        </p:txBody>
      </p:sp>
      <p:sp>
        <p:nvSpPr>
          <p:cNvPr id="28" name="(1 000 Ω · 1 000 Ω) / (1 000 Ω + 1 000 Ω) = 500 Ω">
            <a:extLst xmlns:a="http://schemas.openxmlformats.org/drawingml/2006/main">
              <a:ext uri="{FF2B5EF4-FFF2-40B4-BE49-F238E27FC236}">
                <a16:creationId xmlns:a16="http://schemas.microsoft.com/office/drawing/2014/main" id="{6D3F0487-1A33-4CE2-AC18-ED4DA8D50877}"/>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(1 000 Ω · 1 000 Ω) / (1 000 Ω + 1 000 Ω) = 500 Ω</a:t>
            </a:r>
          </a:p>
        </p:txBody>
      </p:sp>
      <p:sp>
        <p:nvSpPr>
          <p:cNvPr id="9001" name="Facit  Två lika motstånd parallellt">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Facit  Två lika motstånd parallellt</a:t>
            </a:r>
          </a:p>
        </p:txBody>
      </p:sp>
      <p:sp>
        <p:nvSpPr>
          <p:cNvPr id="9002" name="31">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31</a:t>
            </a:r>
          </a:p>
        </p:txBody>
      </p:sp>
    </p:spTree>
    <p:extLst>
      <p:ext uri="{BB962C8B-B14F-4D97-AF65-F5344CB8AC3E}">
        <p14:creationId xmlns:p14="http://schemas.microsoft.com/office/powerpoint/2010/main" val="154662549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En anslutning till R₁ är lossad">
            <a:extLst xmlns:a="http://schemas.openxmlformats.org/drawingml/2006/main">
              <a:ext uri="{FF2B5EF4-FFF2-40B4-BE49-F238E27FC236}">
                <a16:creationId xmlns:a16="http://schemas.microsoft.com/office/drawing/2014/main" id="{B7B05024-8665-4DCF-A5AA-AE4A59C96C1D}"/>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En anslutning till R₁ är lossad</a:t>
            </a:r>
          </a:p>
        </p:txBody>
      </p:sp>
      <p:sp>
        <p:nvSpPr>
          <p:cNvPr id="5" name="Ledning">
            <a:extLst xmlns:a="http://schemas.openxmlformats.org/drawingml/2006/main">
              <a:ext uri="{FF2B5EF4-FFF2-40B4-BE49-F238E27FC236}">
                <a16:creationId xmlns:a16="http://schemas.microsoft.com/office/drawing/2014/main" id="{C14F70AC-5737-4AC1-87B7-3804A55D4C58}"/>
              </a:ext>
            </a:extLst>
          </p:cNvPr>
          <p:cNvSpPr>
            <a:spLocks xmlns:a="http://schemas.openxmlformats.org/drawingml/2006/main" noGrp="1"/>
          </p:cNvSpPr>
          <p:nvPr/>
        </p:nvSpPr>
        <p:spPr>
          <a:xfrm xmlns:a="http://schemas.openxmlformats.org/drawingml/2006/main">
            <a:off x="2143125" y="2476500"/>
            <a:ext cx="857250" cy="715"/>
          </a:xfrm>
          <a:custGeom xmlns:a="http://schemas.openxmlformats.org/drawingml/2006/main">
            <a:pathLst>
              <a:path w="1143000" h="953">
                <a:moveTo>
                  <a:pt x="0" y="0"/>
                </a:moveTo>
                <a:lnTo>
                  <a:pt x="114300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28A49AED-397A-4EF0-B888-10CF0070663C}"/>
              </a:ext>
            </a:extLst>
          </p:cNvPr>
          <p:cNvSpPr>
            <a:spLocks xmlns:a="http://schemas.openxmlformats.org/drawingml/2006/main" noGrp="1"/>
          </p:cNvSpPr>
          <p:nvPr/>
        </p:nvSpPr>
        <p:spPr>
          <a:xfrm xmlns:a="http://schemas.openxmlformats.org/drawingml/2006/main">
            <a:off x="3000375" y="2476500"/>
            <a:ext cx="1607344" cy="715"/>
          </a:xfrm>
          <a:custGeom xmlns:a="http://schemas.openxmlformats.org/drawingml/2006/main">
            <a:pathLst>
              <a:path w="2143125" h="953">
                <a:moveTo>
                  <a:pt x="0" y="0"/>
                </a:moveTo>
                <a:lnTo>
                  <a:pt x="2143125" y="0"/>
                </a:lnTo>
              </a:path>
            </a:pathLst>
          </a:custGeom>
          <a:noFill xmlns:a="http://schemas.openxmlformats.org/drawingml/2006/main"/>
          <a:ln xmlns:a="http://schemas.openxmlformats.org/drawingml/2006/main" w="28575">
            <a:solidFill>
              <a:srgbClr val="111111"/>
            </a:solidFill>
          </a:ln>
        </p:spPr>
      </p:sp>
      <p:sp>
        <p:nvSpPr>
          <p:cNvPr id="7" name="Ledning">
            <a:extLst xmlns:a="http://schemas.openxmlformats.org/drawingml/2006/main">
              <a:ext uri="{FF2B5EF4-FFF2-40B4-BE49-F238E27FC236}">
                <a16:creationId xmlns:a16="http://schemas.microsoft.com/office/drawing/2014/main" id="{6FB46EEA-3846-4077-8B24-C35051658408}"/>
              </a:ext>
            </a:extLst>
          </p:cNvPr>
          <p:cNvSpPr>
            <a:spLocks xmlns:a="http://schemas.openxmlformats.org/drawingml/2006/main" noGrp="1"/>
          </p:cNvSpPr>
          <p:nvPr/>
        </p:nvSpPr>
        <p:spPr>
          <a:xfrm xmlns:a="http://schemas.openxmlformats.org/drawingml/2006/main">
            <a:off x="4607719" y="2476500"/>
            <a:ext cx="715" cy="571500"/>
          </a:xfrm>
          <a:custGeom xmlns:a="http://schemas.openxmlformats.org/drawingml/2006/main">
            <a:pathLst>
              <a:path w="953" h="762000">
                <a:moveTo>
                  <a:pt x="0" y="0"/>
                </a:moveTo>
                <a:lnTo>
                  <a:pt x="0" y="762000"/>
                </a:lnTo>
              </a:path>
            </a:pathLst>
          </a:custGeom>
          <a:noFill xmlns:a="http://schemas.openxmlformats.org/drawingml/2006/main"/>
          <a:ln xmlns:a="http://schemas.openxmlformats.org/drawingml/2006/main" w="28575">
            <a:solidFill>
              <a:srgbClr val="111111"/>
            </a:solidFill>
          </a:ln>
        </p:spPr>
      </p:sp>
      <p:sp>
        <p:nvSpPr>
          <p:cNvPr id="8" name="">
            <a:extLst xmlns:a="http://schemas.openxmlformats.org/drawingml/2006/main">
              <a:ext uri="{FF2B5EF4-FFF2-40B4-BE49-F238E27FC236}">
                <a16:creationId xmlns:a16="http://schemas.microsoft.com/office/drawing/2014/main" id="{43C83AF9-B4B7-493A-809A-93318B583712}"/>
              </a:ext>
            </a:extLst>
          </p:cNvPr>
          <p:cNvSpPr>
            <a:spLocks xmlns:a="http://schemas.openxmlformats.org/drawingml/2006/main" noGrp="1"/>
          </p:cNvSpPr>
          <p:nvPr/>
        </p:nvSpPr>
        <p:spPr>
          <a:xfrm xmlns:a="http://schemas.openxmlformats.org/drawingml/2006/main">
            <a:off x="4464844" y="3048000"/>
            <a:ext cx="285750" cy="714375"/>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9" name="R₂">
            <a:extLst xmlns:a="http://schemas.openxmlformats.org/drawingml/2006/main">
              <a:ext uri="{FF2B5EF4-FFF2-40B4-BE49-F238E27FC236}">
                <a16:creationId xmlns:a16="http://schemas.microsoft.com/office/drawing/2014/main" id="{0CBF7D95-E8FB-470C-9A4B-54A3B6B2EAEF}"/>
              </a:ext>
            </a:extLst>
          </p:cNvPr>
          <p:cNvSpPr>
            <a:spLocks xmlns:a="http://schemas.openxmlformats.org/drawingml/2006/main" noGrp="1"/>
          </p:cNvSpPr>
          <p:nvPr/>
        </p:nvSpPr>
        <p:spPr>
          <a:xfrm xmlns:a="http://schemas.openxmlformats.org/drawingml/2006/main">
            <a:off x="4836319" y="2990850"/>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R₂</a:t>
            </a:r>
          </a:p>
        </p:txBody>
      </p:sp>
      <p:sp>
        <p:nvSpPr>
          <p:cNvPr id="10" name="1 kΩ">
            <a:extLst xmlns:a="http://schemas.openxmlformats.org/drawingml/2006/main">
              <a:ext uri="{FF2B5EF4-FFF2-40B4-BE49-F238E27FC236}">
                <a16:creationId xmlns:a16="http://schemas.microsoft.com/office/drawing/2014/main" id="{71E6DD89-F012-4EBD-B676-E37BE3C28834}"/>
              </a:ext>
            </a:extLst>
          </p:cNvPr>
          <p:cNvSpPr>
            <a:spLocks xmlns:a="http://schemas.openxmlformats.org/drawingml/2006/main" noGrp="1"/>
          </p:cNvSpPr>
          <p:nvPr/>
        </p:nvSpPr>
        <p:spPr>
          <a:xfrm xmlns:a="http://schemas.openxmlformats.org/drawingml/2006/main">
            <a:off x="4836319" y="3269456"/>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kΩ</a:t>
            </a:r>
          </a:p>
        </p:txBody>
      </p:sp>
      <p:sp>
        <p:nvSpPr>
          <p:cNvPr id="11" name="Ledning">
            <a:extLst xmlns:a="http://schemas.openxmlformats.org/drawingml/2006/main">
              <a:ext uri="{FF2B5EF4-FFF2-40B4-BE49-F238E27FC236}">
                <a16:creationId xmlns:a16="http://schemas.microsoft.com/office/drawing/2014/main" id="{E075A744-6E93-4D88-80F3-547062CE939F}"/>
              </a:ext>
            </a:extLst>
          </p:cNvPr>
          <p:cNvSpPr>
            <a:spLocks xmlns:a="http://schemas.openxmlformats.org/drawingml/2006/main" noGrp="1"/>
          </p:cNvSpPr>
          <p:nvPr/>
        </p:nvSpPr>
        <p:spPr>
          <a:xfrm xmlns:a="http://schemas.openxmlformats.org/drawingml/2006/main">
            <a:off x="4607719" y="3762375"/>
            <a:ext cx="715" cy="607219"/>
          </a:xfrm>
          <a:custGeom xmlns:a="http://schemas.openxmlformats.org/drawingml/2006/main">
            <a:pathLst>
              <a:path w="953" h="809625">
                <a:moveTo>
                  <a:pt x="0" y="0"/>
                </a:moveTo>
                <a:lnTo>
                  <a:pt x="0" y="809625"/>
                </a:lnTo>
              </a:path>
            </a:pathLst>
          </a:custGeom>
          <a:noFill xmlns:a="http://schemas.openxmlformats.org/drawingml/2006/main"/>
          <a:ln xmlns:a="http://schemas.openxmlformats.org/drawingml/2006/main" w="28575">
            <a:solidFill>
              <a:srgbClr val="111111"/>
            </a:solidFill>
          </a:ln>
        </p:spPr>
      </p:sp>
      <p:sp>
        <p:nvSpPr>
          <p:cNvPr id="12" name="Ledning">
            <a:extLst xmlns:a="http://schemas.openxmlformats.org/drawingml/2006/main">
              <a:ext uri="{FF2B5EF4-FFF2-40B4-BE49-F238E27FC236}">
                <a16:creationId xmlns:a16="http://schemas.microsoft.com/office/drawing/2014/main" id="{1F0A7FE7-3128-4360-B634-86E4EBBAB040}"/>
              </a:ext>
            </a:extLst>
          </p:cNvPr>
          <p:cNvSpPr>
            <a:spLocks xmlns:a="http://schemas.openxmlformats.org/drawingml/2006/main" noGrp="1"/>
          </p:cNvSpPr>
          <p:nvPr/>
        </p:nvSpPr>
        <p:spPr>
          <a:xfrm xmlns:a="http://schemas.openxmlformats.org/drawingml/2006/main">
            <a:off x="2143125" y="4369594"/>
            <a:ext cx="2464594" cy="715"/>
          </a:xfrm>
          <a:custGeom xmlns:a="http://schemas.openxmlformats.org/drawingml/2006/main">
            <a:pathLst>
              <a:path w="3286125" h="953">
                <a:moveTo>
                  <a:pt x="3286125" y="0"/>
                </a:moveTo>
                <a:lnTo>
                  <a:pt x="0" y="0"/>
                </a:lnTo>
              </a:path>
            </a:pathLst>
          </a:custGeom>
          <a:noFill xmlns:a="http://schemas.openxmlformats.org/drawingml/2006/main"/>
          <a:ln xmlns:a="http://schemas.openxmlformats.org/drawingml/2006/main" w="28575">
            <a:solidFill>
              <a:srgbClr val="111111"/>
            </a:solidFill>
          </a:ln>
        </p:spPr>
      </p:sp>
      <p:sp>
        <p:nvSpPr>
          <p:cNvPr id="13" name="Ledning">
            <a:extLst xmlns:a="http://schemas.openxmlformats.org/drawingml/2006/main">
              <a:ext uri="{FF2B5EF4-FFF2-40B4-BE49-F238E27FC236}">
                <a16:creationId xmlns:a16="http://schemas.microsoft.com/office/drawing/2014/main" id="{1473E5E8-7884-433B-A52A-2CF40774896F}"/>
              </a:ext>
            </a:extLst>
          </p:cNvPr>
          <p:cNvSpPr>
            <a:spLocks xmlns:a="http://schemas.openxmlformats.org/drawingml/2006/main" noGrp="1"/>
          </p:cNvSpPr>
          <p:nvPr/>
        </p:nvSpPr>
        <p:spPr>
          <a:xfrm xmlns:a="http://schemas.openxmlformats.org/drawingml/2006/main">
            <a:off x="3000375" y="2476500"/>
            <a:ext cx="715" cy="264319"/>
          </a:xfrm>
          <a:custGeom xmlns:a="http://schemas.openxmlformats.org/drawingml/2006/main">
            <a:pathLst>
              <a:path w="953" h="352425">
                <a:moveTo>
                  <a:pt x="0" y="0"/>
                </a:moveTo>
                <a:lnTo>
                  <a:pt x="0" y="352425"/>
                </a:lnTo>
              </a:path>
            </a:pathLst>
          </a:custGeom>
          <a:noFill xmlns:a="http://schemas.openxmlformats.org/drawingml/2006/main"/>
          <a:ln xmlns:a="http://schemas.openxmlformats.org/drawingml/2006/main" w="28575">
            <a:solidFill>
              <a:srgbClr val="111111"/>
            </a:solidFill>
          </a:ln>
        </p:spPr>
      </p:sp>
      <p:sp>
        <p:nvSpPr>
          <p:cNvPr id="14" name="">
            <a:extLst xmlns:a="http://schemas.openxmlformats.org/drawingml/2006/main">
              <a:ext uri="{FF2B5EF4-FFF2-40B4-BE49-F238E27FC236}">
                <a16:creationId xmlns:a16="http://schemas.microsoft.com/office/drawing/2014/main" id="{B1D4D96A-DB35-41F5-8F7D-6C86E635D5FF}"/>
              </a:ext>
            </a:extLst>
          </p:cNvPr>
          <p:cNvSpPr>
            <a:spLocks xmlns:a="http://schemas.openxmlformats.org/drawingml/2006/main" noGrp="1"/>
          </p:cNvSpPr>
          <p:nvPr/>
        </p:nvSpPr>
        <p:spPr>
          <a:xfrm xmlns:a="http://schemas.openxmlformats.org/drawingml/2006/main">
            <a:off x="2950369" y="2690812"/>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5" name="">
            <a:extLst xmlns:a="http://schemas.openxmlformats.org/drawingml/2006/main">
              <a:ext uri="{FF2B5EF4-FFF2-40B4-BE49-F238E27FC236}">
                <a16:creationId xmlns:a16="http://schemas.microsoft.com/office/drawing/2014/main" id="{73CFB627-DA32-4D0B-922C-F30E424D657B}"/>
              </a:ext>
            </a:extLst>
          </p:cNvPr>
          <p:cNvSpPr>
            <a:spLocks xmlns:a="http://schemas.openxmlformats.org/drawingml/2006/main" noGrp="1"/>
          </p:cNvSpPr>
          <p:nvPr/>
        </p:nvSpPr>
        <p:spPr>
          <a:xfrm xmlns:a="http://schemas.openxmlformats.org/drawingml/2006/main">
            <a:off x="2950369" y="2947988"/>
            <a:ext cx="100012" cy="100012"/>
          </a:xfrm>
          <a:prstGeom xmlns:a="http://schemas.openxmlformats.org/drawingml/2006/main" prst="ellipse">
            <a:avLst/>
          </a:prstGeom>
          <a:solidFill xmlns:a="http://schemas.openxmlformats.org/drawingml/2006/main">
            <a:srgbClr val="FFFFFF"/>
          </a:solidFill>
          <a:ln xmlns:a="http://schemas.openxmlformats.org/drawingml/2006/main" w="21431">
            <a:solidFill>
              <a:srgbClr val="111111"/>
            </a:solidFill>
          </a:ln>
        </p:spPr>
      </p:sp>
      <p:sp>
        <p:nvSpPr>
          <p:cNvPr id="16" name="Ledning">
            <a:extLst xmlns:a="http://schemas.openxmlformats.org/drawingml/2006/main">
              <a:ext uri="{FF2B5EF4-FFF2-40B4-BE49-F238E27FC236}">
                <a16:creationId xmlns:a16="http://schemas.microsoft.com/office/drawing/2014/main" id="{A5C075F5-78E0-48C9-A26A-5DC520C18DEE}"/>
              </a:ext>
            </a:extLst>
          </p:cNvPr>
          <p:cNvSpPr>
            <a:spLocks xmlns:a="http://schemas.openxmlformats.org/drawingml/2006/main" noGrp="1"/>
          </p:cNvSpPr>
          <p:nvPr/>
        </p:nvSpPr>
        <p:spPr>
          <a:xfrm xmlns:a="http://schemas.openxmlformats.org/drawingml/2006/main">
            <a:off x="3000375" y="2997994"/>
            <a:ext cx="715" cy="50006"/>
          </a:xfrm>
          <a:custGeom xmlns:a="http://schemas.openxmlformats.org/drawingml/2006/main">
            <a:pathLst>
              <a:path w="953" h="66675">
                <a:moveTo>
                  <a:pt x="0" y="0"/>
                </a:moveTo>
                <a:lnTo>
                  <a:pt x="0" y="66675"/>
                </a:lnTo>
              </a:path>
            </a:pathLst>
          </a:custGeom>
          <a:noFill xmlns:a="http://schemas.openxmlformats.org/drawingml/2006/main"/>
          <a:ln xmlns:a="http://schemas.openxmlformats.org/drawingml/2006/main" w="28575">
            <a:solidFill>
              <a:srgbClr val="111111"/>
            </a:solidFill>
          </a:ln>
        </p:spPr>
      </p:sp>
      <p:sp>
        <p:nvSpPr>
          <p:cNvPr id="17" name="">
            <a:extLst xmlns:a="http://schemas.openxmlformats.org/drawingml/2006/main">
              <a:ext uri="{FF2B5EF4-FFF2-40B4-BE49-F238E27FC236}">
                <a16:creationId xmlns:a16="http://schemas.microsoft.com/office/drawing/2014/main" id="{E86871D9-4CF0-4BAC-BB44-03952242681D}"/>
              </a:ext>
            </a:extLst>
          </p:cNvPr>
          <p:cNvSpPr>
            <a:spLocks xmlns:a="http://schemas.openxmlformats.org/drawingml/2006/main" noGrp="1"/>
          </p:cNvSpPr>
          <p:nvPr/>
        </p:nvSpPr>
        <p:spPr>
          <a:xfrm xmlns:a="http://schemas.openxmlformats.org/drawingml/2006/main">
            <a:off x="2857500" y="3048000"/>
            <a:ext cx="285750" cy="714375"/>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18" name="R₁">
            <a:extLst xmlns:a="http://schemas.openxmlformats.org/drawingml/2006/main">
              <a:ext uri="{FF2B5EF4-FFF2-40B4-BE49-F238E27FC236}">
                <a16:creationId xmlns:a16="http://schemas.microsoft.com/office/drawing/2014/main" id="{67D03EF7-D653-4FB9-9FFE-E785B5DF6252}"/>
              </a:ext>
            </a:extLst>
          </p:cNvPr>
          <p:cNvSpPr>
            <a:spLocks xmlns:a="http://schemas.openxmlformats.org/drawingml/2006/main" noGrp="1"/>
          </p:cNvSpPr>
          <p:nvPr/>
        </p:nvSpPr>
        <p:spPr>
          <a:xfrm xmlns:a="http://schemas.openxmlformats.org/drawingml/2006/main">
            <a:off x="3228975" y="2990850"/>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R₁</a:t>
            </a:r>
          </a:p>
        </p:txBody>
      </p:sp>
      <p:sp>
        <p:nvSpPr>
          <p:cNvPr id="19" name="1 kΩ">
            <a:extLst xmlns:a="http://schemas.openxmlformats.org/drawingml/2006/main">
              <a:ext uri="{FF2B5EF4-FFF2-40B4-BE49-F238E27FC236}">
                <a16:creationId xmlns:a16="http://schemas.microsoft.com/office/drawing/2014/main" id="{F4085FD6-405B-433B-85EA-D11DACD7860E}"/>
              </a:ext>
            </a:extLst>
          </p:cNvPr>
          <p:cNvSpPr>
            <a:spLocks xmlns:a="http://schemas.openxmlformats.org/drawingml/2006/main" noGrp="1"/>
          </p:cNvSpPr>
          <p:nvPr/>
        </p:nvSpPr>
        <p:spPr>
          <a:xfrm xmlns:a="http://schemas.openxmlformats.org/drawingml/2006/main">
            <a:off x="3228975" y="3269456"/>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kΩ</a:t>
            </a:r>
          </a:p>
        </p:txBody>
      </p:sp>
      <p:sp>
        <p:nvSpPr>
          <p:cNvPr id="20" name="Ledning">
            <a:extLst xmlns:a="http://schemas.openxmlformats.org/drawingml/2006/main">
              <a:ext uri="{FF2B5EF4-FFF2-40B4-BE49-F238E27FC236}">
                <a16:creationId xmlns:a16="http://schemas.microsoft.com/office/drawing/2014/main" id="{909EAB0E-E223-43CA-9C19-72896CCABE6B}"/>
              </a:ext>
            </a:extLst>
          </p:cNvPr>
          <p:cNvSpPr>
            <a:spLocks xmlns:a="http://schemas.openxmlformats.org/drawingml/2006/main" noGrp="1"/>
          </p:cNvSpPr>
          <p:nvPr/>
        </p:nvSpPr>
        <p:spPr>
          <a:xfrm xmlns:a="http://schemas.openxmlformats.org/drawingml/2006/main">
            <a:off x="3000375" y="3762375"/>
            <a:ext cx="715" cy="607219"/>
          </a:xfrm>
          <a:custGeom xmlns:a="http://schemas.openxmlformats.org/drawingml/2006/main">
            <a:pathLst>
              <a:path w="953" h="809625">
                <a:moveTo>
                  <a:pt x="0" y="0"/>
                </a:moveTo>
                <a:lnTo>
                  <a:pt x="0" y="809625"/>
                </a:lnTo>
              </a:path>
            </a:pathLst>
          </a:custGeom>
          <a:noFill xmlns:a="http://schemas.openxmlformats.org/drawingml/2006/main"/>
          <a:ln xmlns:a="http://schemas.openxmlformats.org/drawingml/2006/main" w="28575">
            <a:solidFill>
              <a:srgbClr val="111111"/>
            </a:solidFill>
          </a:ln>
        </p:spPr>
      </p:sp>
      <p:sp>
        <p:nvSpPr>
          <p:cNvPr id="21" name="">
            <a:extLst xmlns:a="http://schemas.openxmlformats.org/drawingml/2006/main">
              <a:ext uri="{FF2B5EF4-FFF2-40B4-BE49-F238E27FC236}">
                <a16:creationId xmlns:a16="http://schemas.microsoft.com/office/drawing/2014/main" id="{316353B9-A26D-4124-8443-4DC7ED8BD20B}"/>
              </a:ext>
            </a:extLst>
          </p:cNvPr>
          <p:cNvSpPr>
            <a:spLocks xmlns:a="http://schemas.openxmlformats.org/drawingml/2006/main" noGrp="1"/>
          </p:cNvSpPr>
          <p:nvPr/>
        </p:nvSpPr>
        <p:spPr>
          <a:xfrm xmlns:a="http://schemas.openxmlformats.org/drawingml/2006/main">
            <a:off x="2964656" y="2440781"/>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2" name="">
            <a:extLst xmlns:a="http://schemas.openxmlformats.org/drawingml/2006/main">
              <a:ext uri="{FF2B5EF4-FFF2-40B4-BE49-F238E27FC236}">
                <a16:creationId xmlns:a16="http://schemas.microsoft.com/office/drawing/2014/main" id="{EB5FF933-8E5E-4BC6-B403-1BE1A7843B99}"/>
              </a:ext>
            </a:extLst>
          </p:cNvPr>
          <p:cNvSpPr>
            <a:spLocks xmlns:a="http://schemas.openxmlformats.org/drawingml/2006/main" noGrp="1"/>
          </p:cNvSpPr>
          <p:nvPr/>
        </p:nvSpPr>
        <p:spPr>
          <a:xfrm xmlns:a="http://schemas.openxmlformats.org/drawingml/2006/main">
            <a:off x="2964656" y="4333875"/>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3" name="">
            <a:extLst xmlns:a="http://schemas.openxmlformats.org/drawingml/2006/main">
              <a:ext uri="{FF2B5EF4-FFF2-40B4-BE49-F238E27FC236}">
                <a16:creationId xmlns:a16="http://schemas.microsoft.com/office/drawing/2014/main" id="{DF1B2B83-8D83-4359-A928-5D4B25AC7982}"/>
              </a:ext>
            </a:extLst>
          </p:cNvPr>
          <p:cNvSpPr>
            <a:spLocks xmlns:a="http://schemas.openxmlformats.org/drawingml/2006/main" noGrp="1"/>
          </p:cNvSpPr>
          <p:nvPr/>
        </p:nvSpPr>
        <p:spPr>
          <a:xfrm xmlns:a="http://schemas.openxmlformats.org/drawingml/2006/main">
            <a:off x="1571625" y="3069431"/>
            <a:ext cx="785812" cy="785812"/>
          </a:xfrm>
          <a:prstGeom xmlns:a="http://schemas.openxmlformats.org/drawingml/2006/main" prst="ellipse">
            <a:avLst/>
          </a:prstGeom>
          <a:solidFill xmlns:a="http://schemas.openxmlformats.org/drawingml/2006/main">
            <a:srgbClr val="FFFFFF"/>
          </a:solidFill>
          <a:ln xmlns:a="http://schemas.openxmlformats.org/drawingml/2006/main" w="28575">
            <a:solidFill>
              <a:srgbClr val="064F91"/>
            </a:solidFill>
          </a:ln>
        </p:spPr>
      </p:sp>
      <p:sp>
        <p:nvSpPr>
          <p:cNvPr id="24" name="Ω">
            <a:extLst xmlns:a="http://schemas.openxmlformats.org/drawingml/2006/main">
              <a:ext uri="{FF2B5EF4-FFF2-40B4-BE49-F238E27FC236}">
                <a16:creationId xmlns:a16="http://schemas.microsoft.com/office/drawing/2014/main" id="{8BE00551-A118-4333-80B6-B6CF4F3E2418}"/>
              </a:ext>
            </a:extLst>
          </p:cNvPr>
          <p:cNvSpPr>
            <a:spLocks xmlns:a="http://schemas.openxmlformats.org/drawingml/2006/main" noGrp="1"/>
          </p:cNvSpPr>
          <p:nvPr/>
        </p:nvSpPr>
        <p:spPr>
          <a:xfrm xmlns:a="http://schemas.openxmlformats.org/drawingml/2006/main">
            <a:off x="1678781" y="3155156"/>
            <a:ext cx="571500" cy="5357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56" b="1">
                <a:solidFill>
                  <a:srgbClr val="064F91"/>
                </a:solidFill>
                <a:latin typeface="Calibri"/>
                <a:ea typeface="Calibri"/>
                <a:cs typeface="Calibri"/>
              </a:defRPr>
            </a:pPr>
            <a:r>
              <a:rPr sz="2756" b="1">
                <a:solidFill>
                  <a:srgbClr val="064F91"/>
                </a:solidFill>
                <a:latin typeface="Calibri"/>
                <a:ea typeface="Calibri"/>
                <a:cs typeface="Calibri"/>
              </a:rPr>
              <a:t>Ω</a:t>
            </a:r>
          </a:p>
        </p:txBody>
      </p:sp>
      <p:sp>
        <p:nvSpPr>
          <p:cNvPr id="25" name="Ledning">
            <a:extLst xmlns:a="http://schemas.openxmlformats.org/drawingml/2006/main">
              <a:ext uri="{FF2B5EF4-FFF2-40B4-BE49-F238E27FC236}">
                <a16:creationId xmlns:a16="http://schemas.microsoft.com/office/drawing/2014/main" id="{E412F0C3-3F48-4FFE-B8A0-3CA8664C016D}"/>
              </a:ext>
            </a:extLst>
          </p:cNvPr>
          <p:cNvSpPr>
            <a:spLocks xmlns:a="http://schemas.openxmlformats.org/drawingml/2006/main" noGrp="1"/>
          </p:cNvSpPr>
          <p:nvPr/>
        </p:nvSpPr>
        <p:spPr>
          <a:xfrm xmlns:a="http://schemas.openxmlformats.org/drawingml/2006/main">
            <a:off x="1964531" y="2476500"/>
            <a:ext cx="715" cy="592931"/>
          </a:xfrm>
          <a:custGeom xmlns:a="http://schemas.openxmlformats.org/drawingml/2006/main">
            <a:pathLst>
              <a:path w="953" h="790575">
                <a:moveTo>
                  <a:pt x="0" y="0"/>
                </a:moveTo>
                <a:lnTo>
                  <a:pt x="0" y="790575"/>
                </a:lnTo>
              </a:path>
            </a:pathLst>
          </a:custGeom>
          <a:noFill xmlns:a="http://schemas.openxmlformats.org/drawingml/2006/main"/>
          <a:ln xmlns:a="http://schemas.openxmlformats.org/drawingml/2006/main" w="28575">
            <a:solidFill>
              <a:srgbClr val="111111"/>
            </a:solidFill>
          </a:ln>
        </p:spPr>
      </p:sp>
      <p:sp>
        <p:nvSpPr>
          <p:cNvPr id="26" name="Ledning">
            <a:extLst xmlns:a="http://schemas.openxmlformats.org/drawingml/2006/main">
              <a:ext uri="{FF2B5EF4-FFF2-40B4-BE49-F238E27FC236}">
                <a16:creationId xmlns:a16="http://schemas.microsoft.com/office/drawing/2014/main" id="{F87EA159-3E72-4D19-A536-138817DF70B1}"/>
              </a:ext>
            </a:extLst>
          </p:cNvPr>
          <p:cNvSpPr>
            <a:spLocks xmlns:a="http://schemas.openxmlformats.org/drawingml/2006/main" noGrp="1"/>
          </p:cNvSpPr>
          <p:nvPr/>
        </p:nvSpPr>
        <p:spPr>
          <a:xfrm xmlns:a="http://schemas.openxmlformats.org/drawingml/2006/main">
            <a:off x="1964531" y="3855244"/>
            <a:ext cx="715" cy="514350"/>
          </a:xfrm>
          <a:custGeom xmlns:a="http://schemas.openxmlformats.org/drawingml/2006/main">
            <a:pathLst>
              <a:path w="953" h="685800">
                <a:moveTo>
                  <a:pt x="0" y="0"/>
                </a:moveTo>
                <a:lnTo>
                  <a:pt x="0" y="685800"/>
                </a:lnTo>
              </a:path>
            </a:pathLst>
          </a:custGeom>
          <a:noFill xmlns:a="http://schemas.openxmlformats.org/drawingml/2006/main"/>
          <a:ln xmlns:a="http://schemas.openxmlformats.org/drawingml/2006/main" w="28575">
            <a:solidFill>
              <a:srgbClr val="111111"/>
            </a:solidFill>
          </a:ln>
        </p:spPr>
      </p:sp>
      <p:sp>
        <p:nvSpPr>
          <p:cNvPr id="27" name="Ledning">
            <a:extLst xmlns:a="http://schemas.openxmlformats.org/drawingml/2006/main">
              <a:ext uri="{FF2B5EF4-FFF2-40B4-BE49-F238E27FC236}">
                <a16:creationId xmlns:a16="http://schemas.microsoft.com/office/drawing/2014/main" id="{988030AA-7073-4F47-BE4F-0C016D96D1B5}"/>
              </a:ext>
            </a:extLst>
          </p:cNvPr>
          <p:cNvSpPr>
            <a:spLocks xmlns:a="http://schemas.openxmlformats.org/drawingml/2006/main" noGrp="1"/>
          </p:cNvSpPr>
          <p:nvPr/>
        </p:nvSpPr>
        <p:spPr>
          <a:xfrm xmlns:a="http://schemas.openxmlformats.org/drawingml/2006/main">
            <a:off x="1964531" y="2476500"/>
            <a:ext cx="178594" cy="715"/>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28575">
            <a:solidFill>
              <a:srgbClr val="111111"/>
            </a:solidFill>
          </a:ln>
        </p:spPr>
      </p:sp>
      <p:sp>
        <p:nvSpPr>
          <p:cNvPr id="28" name="Ledning">
            <a:extLst xmlns:a="http://schemas.openxmlformats.org/drawingml/2006/main">
              <a:ext uri="{FF2B5EF4-FFF2-40B4-BE49-F238E27FC236}">
                <a16:creationId xmlns:a16="http://schemas.microsoft.com/office/drawing/2014/main" id="{17816843-E05B-4AEC-AD3B-900AD3DA65CE}"/>
              </a:ext>
            </a:extLst>
          </p:cNvPr>
          <p:cNvSpPr>
            <a:spLocks xmlns:a="http://schemas.openxmlformats.org/drawingml/2006/main" noGrp="1"/>
          </p:cNvSpPr>
          <p:nvPr/>
        </p:nvSpPr>
        <p:spPr>
          <a:xfrm xmlns:a="http://schemas.openxmlformats.org/drawingml/2006/main">
            <a:off x="1964531" y="4369594"/>
            <a:ext cx="178594" cy="715"/>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28575">
            <a:solidFill>
              <a:srgbClr val="111111"/>
            </a:solidFill>
          </a:ln>
        </p:spPr>
      </p:sp>
      <p:sp>
        <p:nvSpPr>
          <p:cNvPr id="29" name="1 000 Ω">
            <a:extLst xmlns:a="http://schemas.openxmlformats.org/drawingml/2006/main">
              <a:ext uri="{FF2B5EF4-FFF2-40B4-BE49-F238E27FC236}">
                <a16:creationId xmlns:a16="http://schemas.microsoft.com/office/drawing/2014/main" id="{9281D1C1-855B-4880-BEE6-492B713EB999}"/>
              </a:ext>
            </a:extLst>
          </p:cNvPr>
          <p:cNvSpPr>
            <a:spLocks xmlns:a="http://schemas.openxmlformats.org/drawingml/2006/main" noGrp="1"/>
          </p:cNvSpPr>
          <p:nvPr/>
        </p:nvSpPr>
        <p:spPr>
          <a:xfrm xmlns:a="http://schemas.openxmlformats.org/drawingml/2006/main">
            <a:off x="5929312" y="2726531"/>
            <a:ext cx="2464594"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064F91"/>
                </a:solidFill>
                <a:latin typeface="Calibri"/>
                <a:ea typeface="Calibri"/>
                <a:cs typeface="Calibri"/>
              </a:defRPr>
            </a:pPr>
            <a:r>
              <a:rPr sz="3600" b="1">
                <a:solidFill>
                  <a:srgbClr val="064F91"/>
                </a:solidFill>
                <a:latin typeface="Calibri"/>
                <a:ea typeface="Calibri"/>
                <a:cs typeface="Calibri"/>
              </a:rPr>
              <a:t>1 000 Ω</a:t>
            </a:r>
          </a:p>
        </p:txBody>
      </p:sp>
      <p:sp>
        <p:nvSpPr>
          <p:cNvPr id="30" name="En mätväg återstår.">
            <a:extLst xmlns:a="http://schemas.openxmlformats.org/drawingml/2006/main">
              <a:ext uri="{FF2B5EF4-FFF2-40B4-BE49-F238E27FC236}">
                <a16:creationId xmlns:a16="http://schemas.microsoft.com/office/drawing/2014/main" id="{E4459CF5-1223-427B-957C-294932D0CCE4}"/>
              </a:ext>
            </a:extLst>
          </p:cNvPr>
          <p:cNvSpPr>
            <a:spLocks xmlns:a="http://schemas.openxmlformats.org/drawingml/2006/main" noGrp="1"/>
          </p:cNvSpPr>
          <p:nvPr/>
        </p:nvSpPr>
        <p:spPr>
          <a:xfrm xmlns:a="http://schemas.openxmlformats.org/drawingml/2006/main">
            <a:off x="5822156" y="3512344"/>
            <a:ext cx="2678906"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31" b="1">
                <a:solidFill>
                  <a:srgbClr val="111111"/>
                </a:solidFill>
                <a:latin typeface="Calibri"/>
                <a:ea typeface="Calibri"/>
                <a:cs typeface="Calibri"/>
              </a:defRPr>
            </a:pPr>
            <a:r>
              <a:rPr sz="1631" b="1">
                <a:solidFill>
                  <a:srgbClr val="111111"/>
                </a:solidFill>
                <a:latin typeface="Calibri"/>
                <a:ea typeface="Calibri"/>
                <a:cs typeface="Calibri"/>
              </a:rPr>
              <a:t>En mätväg återstår.</a:t>
            </a:r>
          </a:p>
        </p:txBody>
      </p:sp>
      <p:sp>
        <p:nvSpPr>
          <p:cNvPr id="31" name="Isolering tar bort en parallell mätväg.">
            <a:extLst xmlns:a="http://schemas.openxmlformats.org/drawingml/2006/main">
              <a:ext uri="{FF2B5EF4-FFF2-40B4-BE49-F238E27FC236}">
                <a16:creationId xmlns:a16="http://schemas.microsoft.com/office/drawing/2014/main" id="{8E7CA529-FC71-4A7A-A374-0C7EC30524CE}"/>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Isolering tar bort en parallell mätväg.</a:t>
            </a:r>
          </a:p>
        </p:txBody>
      </p:sp>
      <p:sp>
        <p:nvSpPr>
          <p:cNvPr id="9001" name="Resistans  En gren lossas">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Resistans  En gren lossas</a:t>
            </a:r>
          </a:p>
        </p:txBody>
      </p:sp>
      <p:sp>
        <p:nvSpPr>
          <p:cNvPr id="9002" name="32">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32</a:t>
            </a:r>
          </a:p>
        </p:txBody>
      </p:sp>
    </p:spTree>
    <p:extLst>
      <p:ext uri="{BB962C8B-B14F-4D97-AF65-F5344CB8AC3E}">
        <p14:creationId xmlns:p14="http://schemas.microsoft.com/office/powerpoint/2010/main" val="191136138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4"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eceb9b569c8341d1"/>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En spänningstopp är en kort och snabb ökning av spännin">
            <a:extLst xmlns:a="http://schemas.openxmlformats.org/drawingml/2006/main">
              <a:ext uri="{FF2B5EF4-FFF2-40B4-BE49-F238E27FC236}">
                <a16:creationId xmlns:a16="http://schemas.microsoft.com/office/drawing/2014/main" id="{BAF63051-6B12-4295-B19F-0C490E555ABE}"/>
              </a:ext>
            </a:extLst>
          </p:cNvPr>
          <p:cNvSpPr>
            <a:spLocks xmlns:a="http://schemas.openxmlformats.org/drawingml/2006/main" noGrp="1"/>
          </p:cNvSpPr>
          <p:nvPr/>
        </p:nvSpPr>
        <p:spPr>
          <a:xfrm xmlns:a="http://schemas.openxmlformats.org/drawingml/2006/main">
            <a:off x="500063" y="1857375"/>
            <a:ext cx="8072438"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13" b="0">
                <a:solidFill>
                  <a:srgbClr val="111111"/>
                </a:solidFill>
                <a:latin typeface="Calibri"/>
                <a:ea typeface="Calibri"/>
                <a:cs typeface="Calibri"/>
              </a:defRPr>
            </a:pPr>
            <a:r>
              <a:rPr sz="1913" b="0">
                <a:solidFill>
                  <a:srgbClr val="111111"/>
                </a:solidFill>
                <a:latin typeface="Calibri"/>
                <a:ea typeface="Calibri"/>
                <a:cs typeface="Calibri"/>
              </a:rPr>
              <a:t>En transient är en mycket kort spänningstopp,</a:t>
            </a:r>
          </a:p>
          <a:p xmlns:a="http://schemas.openxmlformats.org/drawingml/2006/main">
            <a:pPr algn="l">
              <a:buNone/>
              <a:defRPr sz="1913" b="0">
                <a:solidFill>
                  <a:srgbClr val="111111"/>
                </a:solidFill>
                <a:latin typeface="Calibri"/>
                <a:ea typeface="Calibri"/>
                <a:cs typeface="Calibri"/>
              </a:defRPr>
            </a:pPr>
            <a:r>
              <a:rPr sz="1913" b="0">
                <a:solidFill>
                  <a:srgbClr val="111111"/>
                </a:solidFill>
                <a:latin typeface="Calibri"/>
                <a:ea typeface="Calibri"/>
                <a:cs typeface="Calibri"/>
              </a:rPr>
              <a:t>till exempel när en motor kopplas från.</a:t>
            </a:r>
          </a:p>
        </p:txBody>
      </p:sp>
      <p:sp>
        <p:nvSpPr>
          <p:cNvPr id="5" name="CAT beskriver mätmiljön som instrumentet är provat för.">
            <a:extLst xmlns:a="http://schemas.openxmlformats.org/drawingml/2006/main">
              <a:ext uri="{FF2B5EF4-FFF2-40B4-BE49-F238E27FC236}">
                <a16:creationId xmlns:a16="http://schemas.microsoft.com/office/drawing/2014/main" id="{186B7525-BAFE-4A9C-9BCA-6247D8E4E2DD}"/>
              </a:ext>
            </a:extLst>
          </p:cNvPr>
          <p:cNvSpPr>
            <a:spLocks xmlns:a="http://schemas.openxmlformats.org/drawingml/2006/main" noGrp="1"/>
          </p:cNvSpPr>
          <p:nvPr/>
        </p:nvSpPr>
        <p:spPr>
          <a:xfrm xmlns:a="http://schemas.openxmlformats.org/drawingml/2006/main">
            <a:off x="500063" y="2924175"/>
            <a:ext cx="8072438"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13" b="0">
                <a:solidFill>
                  <a:srgbClr val="111111"/>
                </a:solidFill>
                <a:latin typeface="Calibri"/>
                <a:ea typeface="Calibri"/>
                <a:cs typeface="Calibri"/>
              </a:defRPr>
            </a:pPr>
            <a:r>
              <a:rPr sz="1913" b="0">
                <a:solidFill>
                  <a:srgbClr val="111111"/>
                </a:solidFill>
                <a:latin typeface="Calibri"/>
                <a:ea typeface="Calibri"/>
                <a:cs typeface="Calibri"/>
              </a:rPr>
              <a:t>Ett isolationsgenomslag kan bli en kortslutning.</a:t>
            </a:r>
          </a:p>
          <a:p xmlns:a="http://schemas.openxmlformats.org/drawingml/2006/main">
            <a:pPr algn="l">
              <a:buNone/>
              <a:defRPr sz="1913" b="0">
                <a:solidFill>
                  <a:srgbClr val="111111"/>
                </a:solidFill>
                <a:latin typeface="Calibri"/>
                <a:ea typeface="Calibri"/>
                <a:cs typeface="Calibri"/>
              </a:defRPr>
            </a:pPr>
            <a:r>
              <a:rPr sz="1913" b="0">
                <a:solidFill>
                  <a:srgbClr val="111111"/>
                </a:solidFill>
                <a:latin typeface="Calibri"/>
                <a:ea typeface="Calibri"/>
                <a:cs typeface="Calibri"/>
              </a:rPr>
              <a:t>Kretsen kan då mata en farlig ljusbåge.</a:t>
            </a:r>
          </a:p>
        </p:txBody>
      </p:sp>
      <p:sp>
        <p:nvSpPr>
          <p:cNvPr id="6" name="Läs både CAT-kategori och märkspänning på mätare och sl">
            <a:extLst xmlns:a="http://schemas.openxmlformats.org/drawingml/2006/main">
              <a:ext uri="{FF2B5EF4-FFF2-40B4-BE49-F238E27FC236}">
                <a16:creationId xmlns:a16="http://schemas.microsoft.com/office/drawing/2014/main" id="{B83221B6-E90B-4AD2-A7D4-3EEF7CE67834}"/>
              </a:ext>
            </a:extLst>
          </p:cNvPr>
          <p:cNvSpPr>
            <a:spLocks xmlns:a="http://schemas.openxmlformats.org/drawingml/2006/main" noGrp="1"/>
          </p:cNvSpPr>
          <p:nvPr/>
        </p:nvSpPr>
        <p:spPr>
          <a:xfrm xmlns:a="http://schemas.openxmlformats.org/drawingml/2006/main">
            <a:off x="500063" y="3990975"/>
            <a:ext cx="8072438"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13" b="0">
                <a:solidFill>
                  <a:srgbClr val="111111"/>
                </a:solidFill>
                <a:latin typeface="Calibri"/>
                <a:ea typeface="Calibri"/>
                <a:cs typeface="Calibri"/>
              </a:defRPr>
            </a:pPr>
            <a:r>
              <a:rPr sz="1913" b="0">
                <a:solidFill>
                  <a:srgbClr val="111111"/>
                </a:solidFill>
                <a:latin typeface="Calibri"/>
                <a:ea typeface="Calibri"/>
                <a:cs typeface="Calibri"/>
              </a:rPr>
              <a:t>CAT beskriver den elektriska mätmiljö som</a:t>
            </a:r>
          </a:p>
          <a:p xmlns:a="http://schemas.openxmlformats.org/drawingml/2006/main">
            <a:pPr algn="l">
              <a:buNone/>
              <a:defRPr sz="1913" b="0">
                <a:solidFill>
                  <a:srgbClr val="111111"/>
                </a:solidFill>
                <a:latin typeface="Calibri"/>
                <a:ea typeface="Calibri"/>
                <a:cs typeface="Calibri"/>
              </a:defRPr>
            </a:pPr>
            <a:r>
              <a:rPr sz="1913" b="0">
                <a:solidFill>
                  <a:srgbClr val="111111"/>
                </a:solidFill>
                <a:latin typeface="Calibri"/>
                <a:ea typeface="Calibri"/>
                <a:cs typeface="Calibri"/>
              </a:rPr>
              <a:t>instrumentets skydd har provats för.</a:t>
            </a:r>
          </a:p>
        </p:txBody>
      </p:sp>
      <p:sp>
        <p:nvSpPr>
          <p:cNvPr id="7" name="Den del som har lägst relevant märkning begränsar utrus">
            <a:extLst xmlns:a="http://schemas.openxmlformats.org/drawingml/2006/main">
              <a:ext uri="{FF2B5EF4-FFF2-40B4-BE49-F238E27FC236}">
                <a16:creationId xmlns:a16="http://schemas.microsoft.com/office/drawing/2014/main" id="{3CE22913-4286-4876-8B84-B56E8705096A}"/>
              </a:ext>
            </a:extLst>
          </p:cNvPr>
          <p:cNvSpPr>
            <a:spLocks xmlns:a="http://schemas.openxmlformats.org/drawingml/2006/main" noGrp="1"/>
          </p:cNvSpPr>
          <p:nvPr/>
        </p:nvSpPr>
        <p:spPr>
          <a:xfrm xmlns:a="http://schemas.openxmlformats.org/drawingml/2006/main">
            <a:off x="400050" y="5286375"/>
            <a:ext cx="8358188"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785" b="1">
                <a:solidFill>
                  <a:srgbClr val="111111"/>
                </a:solidFill>
                <a:latin typeface="Calibri"/>
                <a:ea typeface="Calibri"/>
                <a:cs typeface="Calibri"/>
              </a:defRPr>
            </a:pPr>
            <a:r>
              <a:rPr sz="1785" b="1">
                <a:solidFill>
                  <a:srgbClr val="111111"/>
                </a:solidFill>
                <a:latin typeface="Calibri"/>
                <a:ea typeface="Calibri"/>
                <a:cs typeface="Calibri"/>
              </a:rPr>
              <a:t>Samma driftspänning kan kräva olika CAT-kategori.</a:t>
            </a:r>
          </a:p>
        </p:txBody>
      </p:sp>
      <p:sp>
        <p:nvSpPr>
          <p:cNvPr id="9001" name="CAT och korta spänningstoppar">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CAT och riskerna vid mätning</a:t>
            </a:r>
          </a:p>
        </p:txBody>
      </p:sp>
      <p:sp>
        <p:nvSpPr>
          <p:cNvPr id="9002" name="33">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33</a:t>
            </a:r>
          </a:p>
        </p:txBody>
      </p:sp>
    </p:spTree>
    <p:extLst>
      <p:ext uri="{BB962C8B-B14F-4D97-AF65-F5344CB8AC3E}">
        <p14:creationId xmlns:p14="http://schemas.microsoft.com/office/powerpoint/2010/main" val="190526456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Givet krav i arbetsplanen: CAT III 600 V">
            <a:extLst xmlns:a="http://schemas.openxmlformats.org/drawingml/2006/main">
              <a:ext uri="{FF2B5EF4-FFF2-40B4-BE49-F238E27FC236}">
                <a16:creationId xmlns:a16="http://schemas.microsoft.com/office/drawing/2014/main" id="{3E05020E-EAED-4828-84BC-B0229C6D4185}"/>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Givet krav i arbetsplanen: CAT III 600 V</a:t>
            </a:r>
          </a:p>
        </p:txBody>
      </p:sp>
      <p:graphicFrame>
        <p:nvGraphicFramePr>
          <p:cNvPr id="11" name=""/>
          <p:cNvGraphicFramePr/>
          <p:nvPr/>
        </p:nvGraphicFramePr>
        <p:xfrm>
          <a:off xmlns:a="http://schemas.openxmlformats.org/drawingml/2006/main" x="400050" y="2333625"/>
          <a:ext xmlns:a="http://schemas.openxmlformats.org/drawingml/2006/main" cx="8343900" cy="1857375"/>
        </p:xfrm>
        <a:graphic xmlns:a="http://schemas.openxmlformats.org/drawingml/2006/main">
          <a:graphicData uri="http://schemas.openxmlformats.org/drawingml/2006/table">
            <a:tbl>
              <a:tblPr/>
              <a:tblGrid>
                <a:gridCol w="4171950"/>
                <a:gridCol w="4171950"/>
              </a:tblGrid>
              <a:tr h="928688">
                <a:tc>
                  <a:txBody>
                    <a:bodyPr lIns="85725" tIns="71438" rIns="85725" bIns="71438"/>
                    <a:lstStyle/>
                    <a:p>
                      <a:r>
                        <a:rPr sz="2194" b="1">
                          <a:solidFill>
                            <a:srgbClr val="111111"/>
                          </a:solidFill>
                          <a:latin typeface="Calibri"/>
                          <a:ea typeface="Calibri"/>
                          <a:cs typeface="Calibri"/>
                        </a:rPr>
                        <a:t>Instrument A</a:t>
                      </a:r>
                    </a:p>
                  </a:txBody>
                  <a:tcPr marL="68580" marR="68580" marT="34290" marB="34290" anchor="ctr">
                    <a:solidFill>
                      <a:srgbClr val="EAF1F7"/>
                    </a:solidFill>
                  </a:tcPr>
                </a:tc>
                <a:tc>
                  <a:txBody>
                    <a:bodyPr lIns="85725" tIns="71438" rIns="85725" bIns="71438"/>
                    <a:lstStyle/>
                    <a:p>
                      <a:r>
                        <a:rPr sz="2194" b="1">
                          <a:solidFill>
                            <a:srgbClr val="111111"/>
                          </a:solidFill>
                          <a:latin typeface="Calibri"/>
                          <a:ea typeface="Calibri"/>
                          <a:cs typeface="Calibri"/>
                        </a:rPr>
                        <a:t>Instrument B</a:t>
                      </a:r>
                    </a:p>
                  </a:txBody>
                  <a:tcPr marL="68580" marR="68580" marT="34290" marB="34290" anchor="ctr">
                    <a:solidFill>
                      <a:srgbClr val="EAF1F7"/>
                    </a:solidFill>
                  </a:tcPr>
                </a:tc>
              </a:tr>
              <a:tr h="928688">
                <a:tc>
                  <a:txBody>
                    <a:bodyPr lIns="85725" tIns="71438" rIns="85725" bIns="71438"/>
                    <a:lstStyle/>
                    <a:p>
                      <a:r>
                        <a:rPr sz="2194" b="0">
                          <a:solidFill>
                            <a:srgbClr val="111111"/>
                          </a:solidFill>
                          <a:latin typeface="Calibri"/>
                          <a:ea typeface="Calibri"/>
                          <a:cs typeface="Calibri"/>
                        </a:rPr>
                        <a:t>CAT II 1 000 V</a:t>
                      </a:r>
                    </a:p>
                  </a:txBody>
                  <a:tcPr marL="68580" marR="68580" marT="34290" marB="34290" anchor="ctr">
                    <a:solidFill>
                      <a:srgbClr val="FFFFFF"/>
                    </a:solidFill>
                  </a:tcPr>
                </a:tc>
                <a:tc>
                  <a:txBody>
                    <a:bodyPr lIns="85725" tIns="71438" rIns="85725" bIns="71438"/>
                    <a:lstStyle/>
                    <a:p>
                      <a:r>
                        <a:rPr sz="2194" b="0">
                          <a:solidFill>
                            <a:srgbClr val="111111"/>
                          </a:solidFill>
                          <a:latin typeface="Calibri"/>
                          <a:ea typeface="Calibri"/>
                          <a:cs typeface="Calibri"/>
                        </a:rPr>
                        <a:t>CAT III 600 V</a:t>
                      </a:r>
                    </a:p>
                  </a:txBody>
                  <a:tcPr marL="68580" marR="68580" marT="34290" marB="34290" anchor="ctr">
                    <a:solidFill>
                      <a:srgbClr val="FFFFFF"/>
                    </a:solidFill>
                  </a:tcPr>
                </a:tc>
              </a:tr>
            </a:tbl>
          </a:graphicData>
        </a:graphic>
      </p:graphicFrame>
      <p:sp>
        <p:nvSpPr>
          <p:cNvPr id="6" name="Vilket instrument uppfyller det givna märkningskravet?">
            <a:extLst xmlns:a="http://schemas.openxmlformats.org/drawingml/2006/main">
              <a:ext uri="{FF2B5EF4-FFF2-40B4-BE49-F238E27FC236}">
                <a16:creationId xmlns:a16="http://schemas.microsoft.com/office/drawing/2014/main" id="{9EA8B68B-CFDA-4F7D-949A-0054BE890480}"/>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Vilket instrument uppfyller det givna märkningskravet?</a:t>
            </a:r>
          </a:p>
        </p:txBody>
      </p:sp>
      <p:sp>
        <p:nvSpPr>
          <p:cNvPr id="9001" name="Övning 5  Vilken märkning räcker">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Övning 5  Vilken märkning räcker</a:t>
            </a:r>
          </a:p>
        </p:txBody>
      </p:sp>
      <p:sp>
        <p:nvSpPr>
          <p:cNvPr id="9002" name="34">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38</a:t>
            </a:r>
          </a:p>
        </p:txBody>
      </p:sp>
    </p:spTree>
    <p:extLst>
      <p:ext uri="{BB962C8B-B14F-4D97-AF65-F5344CB8AC3E}">
        <p14:creationId xmlns:p14="http://schemas.microsoft.com/office/powerpoint/2010/main" val="161818028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B">
            <a:extLst xmlns:a="http://schemas.openxmlformats.org/drawingml/2006/main">
              <a:ext uri="{FF2B5EF4-FFF2-40B4-BE49-F238E27FC236}">
                <a16:creationId xmlns:a16="http://schemas.microsoft.com/office/drawing/2014/main" id="{9B3A7068-E2A0-4262-AEF6-155C71632AE1}"/>
              </a:ext>
            </a:extLst>
          </p:cNvPr>
          <p:cNvSpPr>
            <a:spLocks xmlns:a="http://schemas.openxmlformats.org/drawingml/2006/main" noGrp="1"/>
          </p:cNvSpPr>
          <p:nvPr/>
        </p:nvSpPr>
        <p:spPr>
          <a:xfrm xmlns:a="http://schemas.openxmlformats.org/drawingml/2006/main">
            <a:off x="642938" y="2155031"/>
            <a:ext cx="2000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000" b="1">
                <a:solidFill>
                  <a:srgbClr val="064F91"/>
                </a:solidFill>
                <a:latin typeface="Calibri"/>
                <a:ea typeface="Calibri"/>
                <a:cs typeface="Calibri"/>
              </a:defRPr>
            </a:pPr>
            <a:r>
              <a:rPr sz="9000" b="1">
                <a:solidFill>
                  <a:srgbClr val="064F91"/>
                </a:solidFill>
                <a:latin typeface="Calibri"/>
                <a:ea typeface="Calibri"/>
                <a:cs typeface="Calibri"/>
              </a:rPr>
              <a:t>B</a:t>
            </a:r>
          </a:p>
        </p:txBody>
      </p:sp>
      <p:sp>
        <p:nvSpPr>
          <p:cNvPr id="5" name="CAT III 600 V">
            <a:extLst xmlns:a="http://schemas.openxmlformats.org/drawingml/2006/main">
              <a:ext uri="{FF2B5EF4-FFF2-40B4-BE49-F238E27FC236}">
                <a16:creationId xmlns:a16="http://schemas.microsoft.com/office/drawing/2014/main" id="{60682519-D76E-4E9C-969A-D74B01E3579D}"/>
              </a:ext>
            </a:extLst>
          </p:cNvPr>
          <p:cNvSpPr>
            <a:spLocks xmlns:a="http://schemas.openxmlformats.org/drawingml/2006/main" noGrp="1"/>
          </p:cNvSpPr>
          <p:nvPr/>
        </p:nvSpPr>
        <p:spPr>
          <a:xfrm xmlns:a="http://schemas.openxmlformats.org/drawingml/2006/main">
            <a:off x="3250406" y="2405062"/>
            <a:ext cx="5000625" cy="785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62" b="1">
                <a:solidFill>
                  <a:srgbClr val="064F91"/>
                </a:solidFill>
                <a:latin typeface="Calibri"/>
                <a:ea typeface="Calibri"/>
                <a:cs typeface="Calibri"/>
              </a:defRPr>
            </a:pPr>
            <a:r>
              <a:rPr sz="3262" b="1">
                <a:solidFill>
                  <a:srgbClr val="064F91"/>
                </a:solidFill>
                <a:latin typeface="Calibri"/>
                <a:ea typeface="Calibri"/>
                <a:cs typeface="Calibri"/>
              </a:rPr>
              <a:t>CAT III 600 V</a:t>
            </a:r>
          </a:p>
        </p:txBody>
      </p:sp>
      <p:sp>
        <p:nvSpPr>
          <p:cNvPr id="6" name="B uppfyller båda delarna av kravet.&#10;CAT II 1 000 V ersä">
            <a:extLst xmlns:a="http://schemas.openxmlformats.org/drawingml/2006/main">
              <a:ext uri="{FF2B5EF4-FFF2-40B4-BE49-F238E27FC236}">
                <a16:creationId xmlns:a16="http://schemas.microsoft.com/office/drawing/2014/main" id="{E241A1D0-634A-4FB1-BEA1-F7FB1712FC9F}"/>
              </a:ext>
            </a:extLst>
          </p:cNvPr>
          <p:cNvSpPr>
            <a:spLocks xmlns:a="http://schemas.openxmlformats.org/drawingml/2006/main" noGrp="1"/>
          </p:cNvSpPr>
          <p:nvPr/>
        </p:nvSpPr>
        <p:spPr>
          <a:xfrm xmlns:a="http://schemas.openxmlformats.org/drawingml/2006/main">
            <a:off x="3250406" y="3512344"/>
            <a:ext cx="4929188" cy="10215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76" b="0">
                <a:solidFill>
                  <a:srgbClr val="111111"/>
                </a:solidFill>
                <a:latin typeface="Calibri"/>
                <a:ea typeface="Calibri"/>
                <a:cs typeface="Calibri"/>
              </a:defRPr>
            </a:pPr>
            <a:r>
              <a:rPr sz="1976" b="0">
                <a:solidFill>
                  <a:srgbClr val="111111"/>
                </a:solidFill>
                <a:latin typeface="Calibri"/>
                <a:ea typeface="Calibri"/>
                <a:cs typeface="Calibri"/>
              </a:rPr>
              <a:t>B uppfyller båda delarna av kravet.</a:t>
            </a:r>
          </a:p>
          <a:p xmlns:a="http://schemas.openxmlformats.org/drawingml/2006/main">
            <a:pPr algn="l">
              <a:defRPr sz="1976" b="0">
                <a:solidFill>
                  <a:srgbClr val="111111"/>
                </a:solidFill>
                <a:latin typeface="Calibri"/>
                <a:ea typeface="Calibri"/>
                <a:cs typeface="Calibri"/>
              </a:defRPr>
            </a:pPr>
            <a:r>
              <a:rPr sz="1976" b="0">
                <a:solidFill>
                  <a:srgbClr val="111111"/>
                </a:solidFill>
                <a:latin typeface="Calibri"/>
                <a:ea typeface="Calibri"/>
                <a:cs typeface="Calibri"/>
              </a:rPr>
              <a:t>CAT II 1 000 V ersätter inte CAT III 600 V.</a:t>
            </a:r>
          </a:p>
        </p:txBody>
      </p:sp>
      <p:sp>
        <p:nvSpPr>
          <p:cNvPr id="7" name="Mätare och mätsladdar måste båda uppfylla kravet.">
            <a:extLst xmlns:a="http://schemas.openxmlformats.org/drawingml/2006/main">
              <a:ext uri="{FF2B5EF4-FFF2-40B4-BE49-F238E27FC236}">
                <a16:creationId xmlns:a16="http://schemas.microsoft.com/office/drawing/2014/main" id="{6A4BCF10-4FEA-4F74-997B-6D0A33015F46}"/>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Mätare och mätsladdar måste båda uppfylla kravet.</a:t>
            </a:r>
          </a:p>
        </p:txBody>
      </p:sp>
      <p:sp>
        <p:nvSpPr>
          <p:cNvPr id="9001" name="Facit  Instrument B uppfyller kravet">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Facit  Instrument B uppfyller kravet</a:t>
            </a:r>
          </a:p>
        </p:txBody>
      </p:sp>
      <p:sp>
        <p:nvSpPr>
          <p:cNvPr id="9002" name="35">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39</a:t>
            </a:r>
          </a:p>
        </p:txBody>
      </p:sp>
    </p:spTree>
    <p:extLst>
      <p:ext uri="{BB962C8B-B14F-4D97-AF65-F5344CB8AC3E}">
        <p14:creationId xmlns:p14="http://schemas.microsoft.com/office/powerpoint/2010/main" val="35237556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graphicFrame>
        <p:nvGraphicFramePr>
          <p:cNvPr id="9" name=""/>
          <p:cNvGraphicFramePr/>
          <p:nvPr/>
        </p:nvGraphicFramePr>
        <p:xfrm>
          <a:off xmlns:a="http://schemas.openxmlformats.org/drawingml/2006/main" x="400050" y="2083594"/>
          <a:ext xmlns:a="http://schemas.openxmlformats.org/drawingml/2006/main" cx="8343900" cy="2643188"/>
        </p:xfrm>
        <a:graphic xmlns:a="http://schemas.openxmlformats.org/drawingml/2006/main">
          <a:graphicData uri="http://schemas.openxmlformats.org/drawingml/2006/table">
            <a:tbl>
              <a:tblPr/>
              <a:tblGrid>
                <a:gridCol w="1157288"/>
                <a:gridCol w="1235869"/>
                <a:gridCol w="1800225"/>
                <a:gridCol w="2021681"/>
                <a:gridCol w="2128838"/>
              </a:tblGrid>
              <a:tr h="528638">
                <a:tc>
                  <a:txBody>
                    <a:bodyPr lIns="85725" tIns="71438" rIns="85725" bIns="71438"/>
                    <a:lstStyle/>
                    <a:p>
                      <a:r>
                        <a:rPr sz="1294" b="1">
                          <a:solidFill>
                            <a:srgbClr val="111111"/>
                          </a:solidFill>
                          <a:latin typeface="Calibri"/>
                          <a:ea typeface="Calibri"/>
                          <a:cs typeface="Calibri"/>
                        </a:rPr>
                        <a:t>Storhet</a:t>
                      </a:r>
                    </a:p>
                  </a:txBody>
                  <a:tcPr marL="68580" marR="68580" marT="34290" marB="34290" anchor="ctr">
                    <a:solidFill>
                      <a:srgbClr val="EAF1F7"/>
                    </a:solidFill>
                  </a:tcPr>
                </a:tc>
                <a:tc>
                  <a:txBody>
                    <a:bodyPr lIns="85725" tIns="71438" rIns="85725" bIns="71438"/>
                    <a:lstStyle/>
                    <a:p>
                      <a:r>
                        <a:rPr sz="1294" b="1">
                          <a:solidFill>
                            <a:srgbClr val="111111"/>
                          </a:solidFill>
                          <a:latin typeface="Calibri"/>
                          <a:ea typeface="Calibri"/>
                          <a:cs typeface="Calibri"/>
                        </a:rPr>
                        <a:t>Läge</a:t>
                      </a:r>
                    </a:p>
                  </a:txBody>
                  <a:tcPr marL="68580" marR="68580" marT="34290" marB="34290" anchor="ctr">
                    <a:solidFill>
                      <a:srgbClr val="EAF1F7"/>
                    </a:solidFill>
                  </a:tcPr>
                </a:tc>
                <a:tc>
                  <a:txBody>
                    <a:bodyPr lIns="85725" tIns="71438" rIns="85725" bIns="71438"/>
                    <a:lstStyle/>
                    <a:p>
                      <a:r>
                        <a:rPr sz="1294" b="1">
                          <a:solidFill>
                            <a:srgbClr val="111111"/>
                          </a:solidFill>
                          <a:latin typeface="Calibri"/>
                          <a:ea typeface="Calibri"/>
                          <a:cs typeface="Calibri"/>
                        </a:rPr>
                        <a:t>Uttag</a:t>
                      </a:r>
                    </a:p>
                  </a:txBody>
                  <a:tcPr marL="68580" marR="68580" marT="34290" marB="34290" anchor="ctr">
                    <a:solidFill>
                      <a:srgbClr val="EAF1F7"/>
                    </a:solidFill>
                  </a:tcPr>
                </a:tc>
                <a:tc>
                  <a:txBody>
                    <a:bodyPr lIns="85725" tIns="71438" rIns="85725" bIns="71438"/>
                    <a:lstStyle/>
                    <a:p>
                      <a:r>
                        <a:rPr sz="1294" b="1">
                          <a:solidFill>
                            <a:srgbClr val="111111"/>
                          </a:solidFill>
                          <a:latin typeface="Calibri"/>
                          <a:ea typeface="Calibri"/>
                          <a:cs typeface="Calibri"/>
                        </a:rPr>
                        <a:t>Koppling</a:t>
                      </a:r>
                    </a:p>
                  </a:txBody>
                  <a:tcPr marL="68580" marR="68580" marT="34290" marB="34290" anchor="ctr">
                    <a:solidFill>
                      <a:srgbClr val="EAF1F7"/>
                    </a:solidFill>
                  </a:tcPr>
                </a:tc>
                <a:tc>
                  <a:txBody>
                    <a:bodyPr lIns="85725" tIns="71438" rIns="85725" bIns="71438"/>
                    <a:lstStyle/>
                    <a:p>
                      <a:r>
                        <a:rPr sz="1294" b="1">
                          <a:solidFill>
                            <a:srgbClr val="111111"/>
                          </a:solidFill>
                          <a:latin typeface="Calibri"/>
                          <a:ea typeface="Calibri"/>
                          <a:cs typeface="Calibri"/>
                        </a:rPr>
                        <a:t>Matning</a:t>
                      </a:r>
                    </a:p>
                  </a:txBody>
                  <a:tcPr marL="68580" marR="68580" marT="34290" marB="34290" anchor="ctr">
                    <a:solidFill>
                      <a:srgbClr val="EAF1F7"/>
                    </a:solidFill>
                  </a:tcPr>
                </a:tc>
              </a:tr>
              <a:tr h="528638">
                <a:tc>
                  <a:txBody>
                    <a:bodyPr lIns="85725" tIns="71438" rIns="85725" bIns="71438"/>
                    <a:lstStyle/>
                    <a:p>
                      <a:r>
                        <a:rPr sz="1294" b="0">
                          <a:solidFill>
                            <a:srgbClr val="111111"/>
                          </a:solidFill>
                          <a:latin typeface="Calibri"/>
                          <a:ea typeface="Calibri"/>
                          <a:cs typeface="Calibri"/>
                        </a:rPr>
                        <a:t>Spänning</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V DC / AC</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COM + VΩ</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Över två punkter</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Av vid omkoppling.</a:t>
                      </a:r>
                    </a:p>
                    <a:p>
                      <a:r>
                        <a:rPr sz="1294" b="0">
                          <a:solidFill>
                            <a:srgbClr val="111111"/>
                          </a:solidFill>
                          <a:latin typeface="Calibri"/>
                          <a:ea typeface="Calibri"/>
                          <a:cs typeface="Calibri"/>
                        </a:rPr>
                        <a:t>På vid avläsning.</a:t>
                      </a:r>
                    </a:p>
                  </a:txBody>
                  <a:tcPr marL="68580" marR="68580" marT="34290" marB="34290" anchor="ctr">
                    <a:solidFill>
                      <a:srgbClr val="FFFFFF"/>
                    </a:solidFill>
                  </a:tcPr>
                </a:tc>
              </a:tr>
              <a:tr h="528638">
                <a:tc>
                  <a:txBody>
                    <a:bodyPr lIns="85725" tIns="71438" rIns="85725" bIns="71438"/>
                    <a:lstStyle/>
                    <a:p>
                      <a:r>
                        <a:rPr sz="1294" b="0">
                          <a:solidFill>
                            <a:srgbClr val="111111"/>
                          </a:solidFill>
                          <a:latin typeface="Calibri"/>
                          <a:ea typeface="Calibri"/>
                          <a:cs typeface="Calibri"/>
                        </a:rPr>
                        <a:t>Ström</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A DC / AC</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COM + rätt A-ingång</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I öppnad strömväg</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Av vid omkoppling.</a:t>
                      </a:r>
                    </a:p>
                    <a:p>
                      <a:r>
                        <a:rPr sz="1294" b="0">
                          <a:solidFill>
                            <a:srgbClr val="111111"/>
                          </a:solidFill>
                          <a:latin typeface="Calibri"/>
                          <a:ea typeface="Calibri"/>
                          <a:cs typeface="Calibri"/>
                        </a:rPr>
                        <a:t>På vid avläsning.</a:t>
                      </a:r>
                    </a:p>
                  </a:txBody>
                  <a:tcPr marL="68580" marR="68580" marT="34290" marB="34290" anchor="ctr">
                    <a:solidFill>
                      <a:srgbClr val="FFFFFF"/>
                    </a:solidFill>
                  </a:tcPr>
                </a:tc>
              </a:tr>
              <a:tr h="528638">
                <a:tc>
                  <a:txBody>
                    <a:bodyPr lIns="85725" tIns="71438" rIns="85725" bIns="71438"/>
                    <a:lstStyle/>
                    <a:p>
                      <a:r>
                        <a:rPr sz="1294" b="0">
                          <a:solidFill>
                            <a:srgbClr val="111111"/>
                          </a:solidFill>
                          <a:latin typeface="Calibri"/>
                          <a:ea typeface="Calibri"/>
                          <a:cs typeface="Calibri"/>
                        </a:rPr>
                        <a:t>Resistans</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Ω</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COM + VΩ</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Över isolerad del</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Frånskild, urladdad</a:t>
                      </a:r>
                    </a:p>
                  </a:txBody>
                  <a:tcPr marL="68580" marR="68580" marT="34290" marB="34290" anchor="ctr">
                    <a:solidFill>
                      <a:srgbClr val="FFFFFF"/>
                    </a:solidFill>
                  </a:tcPr>
                </a:tc>
              </a:tr>
              <a:tr h="528638">
                <a:tc>
                  <a:txBody>
                    <a:bodyPr lIns="85725" tIns="71438" rIns="85725" bIns="71438"/>
                    <a:lstStyle/>
                    <a:p>
                      <a:r>
                        <a:rPr sz="1294" b="0">
                          <a:solidFill>
                            <a:srgbClr val="111111"/>
                          </a:solidFill>
                          <a:latin typeface="Calibri"/>
                          <a:ea typeface="Calibri"/>
                          <a:cs typeface="Calibri"/>
                        </a:rPr>
                        <a:t>Kontinuitet</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Summer (pip)</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COM + VΩ</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Över säkring/ledning</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Frånskild, urladdad</a:t>
                      </a:r>
                    </a:p>
                  </a:txBody>
                  <a:tcPr marL="68580" marR="68580" marT="34290" marB="34290" anchor="ctr">
                    <a:solidFill>
                      <a:srgbClr val="FFFFFF"/>
                    </a:solidFill>
                  </a:tcPr>
                </a:tc>
              </a:tr>
            </a:tbl>
          </a:graphicData>
        </a:graphic>
      </p:graphicFrame>
      <p:sp>
        <p:nvSpPr>
          <p:cNvPr id="5" name="Mätläge, uttag och anslutning måste stämma överens.">
            <a:extLst xmlns:a="http://schemas.openxmlformats.org/drawingml/2006/main">
              <a:ext uri="{FF2B5EF4-FFF2-40B4-BE49-F238E27FC236}">
                <a16:creationId xmlns:a16="http://schemas.microsoft.com/office/drawing/2014/main" id="{DF6E9465-4014-4A53-9464-4756743D0AD1}"/>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Mätläge, uttag och anslutning måste stämma överens.</a:t>
            </a:r>
          </a:p>
        </p:txBody>
      </p:sp>
      <p:sp>
        <p:nvSpPr>
          <p:cNvPr id="9001" name="Kontrollpunkt  Koppling och matning">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Kontrollpunkt  Koppling och matning</a:t>
            </a:r>
          </a:p>
        </p:txBody>
      </p:sp>
      <p:sp>
        <p:nvSpPr>
          <p:cNvPr id="9002" name="36">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40</a:t>
            </a:r>
          </a:p>
        </p:txBody>
      </p:sp>
    </p:spTree>
    <p:extLst>
      <p:ext uri="{BB962C8B-B14F-4D97-AF65-F5344CB8AC3E}">
        <p14:creationId xmlns:p14="http://schemas.microsoft.com/office/powerpoint/2010/main" val="1308337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Upplösning: minsta steget på skärmen.">
            <a:extLst xmlns:a="http://schemas.openxmlformats.org/drawingml/2006/main">
              <a:ext uri="{FF2B5EF4-FFF2-40B4-BE49-F238E27FC236}">
                <a16:creationId xmlns:a16="http://schemas.microsoft.com/office/drawing/2014/main" id="{4CEEC121-E806-4F2A-A096-903BD8FFA6FB}"/>
              </a:ext>
            </a:extLst>
          </p:cNvPr>
          <p:cNvSpPr>
            <a:spLocks xmlns:a="http://schemas.openxmlformats.org/drawingml/2006/main" noGrp="1"/>
          </p:cNvSpPr>
          <p:nvPr/>
        </p:nvSpPr>
        <p:spPr>
          <a:xfrm xmlns:a="http://schemas.openxmlformats.org/drawingml/2006/main">
            <a:off x="500062" y="2226469"/>
            <a:ext cx="8072438" cy="83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Upplösning: minsta steget på skärmen.</a:t>
            </a:r>
          </a:p>
        </p:txBody>
      </p:sp>
      <p:sp>
        <p:nvSpPr>
          <p:cNvPr id="5" name="Felgräns: instrumentets angivna högsta avvikelse.">
            <a:extLst xmlns:a="http://schemas.openxmlformats.org/drawingml/2006/main">
              <a:ext uri="{FF2B5EF4-FFF2-40B4-BE49-F238E27FC236}">
                <a16:creationId xmlns:a16="http://schemas.microsoft.com/office/drawing/2014/main" id="{111BBBD9-63CC-4E7F-ACFB-30362F2865C6}"/>
              </a:ext>
            </a:extLst>
          </p:cNvPr>
          <p:cNvSpPr>
            <a:spLocks xmlns:a="http://schemas.openxmlformats.org/drawingml/2006/main" noGrp="1"/>
          </p:cNvSpPr>
          <p:nvPr/>
        </p:nvSpPr>
        <p:spPr>
          <a:xfrm xmlns:a="http://schemas.openxmlformats.org/drawingml/2006/main">
            <a:off x="500062" y="3083719"/>
            <a:ext cx="8072438" cy="83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Felgräns: instrumentets angivna högsta avvikelse.</a:t>
            </a:r>
          </a:p>
        </p:txBody>
      </p:sp>
      <p:sp>
        <p:nvSpPr>
          <p:cNvPr id="6" name="Tolerans: det tillåtna området för utrustningen.">
            <a:extLst xmlns:a="http://schemas.openxmlformats.org/drawingml/2006/main">
              <a:ext uri="{FF2B5EF4-FFF2-40B4-BE49-F238E27FC236}">
                <a16:creationId xmlns:a16="http://schemas.microsoft.com/office/drawing/2014/main" id="{EF22596C-AA23-4BF3-8521-92BA42CF2119}"/>
              </a:ext>
            </a:extLst>
          </p:cNvPr>
          <p:cNvSpPr>
            <a:spLocks xmlns:a="http://schemas.openxmlformats.org/drawingml/2006/main" noGrp="1"/>
          </p:cNvSpPr>
          <p:nvPr/>
        </p:nvSpPr>
        <p:spPr>
          <a:xfrm xmlns:a="http://schemas.openxmlformats.org/drawingml/2006/main">
            <a:off x="500062" y="3940969"/>
            <a:ext cx="8072438" cy="83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Tolerans: det tillåtna området för utrustningen.</a:t>
            </a:r>
          </a:p>
        </p:txBody>
      </p:sp>
      <p:sp>
        <p:nvSpPr>
          <p:cNvPr id="7" name="De tre begreppen svarar på olika frågor.">
            <a:extLst xmlns:a="http://schemas.openxmlformats.org/drawingml/2006/main">
              <a:ext uri="{FF2B5EF4-FFF2-40B4-BE49-F238E27FC236}">
                <a16:creationId xmlns:a16="http://schemas.microsoft.com/office/drawing/2014/main" id="{AE165B48-DBAE-4F1B-8ACC-36EB1AFAF269}"/>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De tre begreppen svarar på olika frågor.</a:t>
            </a:r>
          </a:p>
        </p:txBody>
      </p:sp>
      <p:sp>
        <p:nvSpPr>
          <p:cNvPr id="9001" name="Hur tillförlitligt är mätvärdet">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Hur tillförlitligt är mätvärdet</a:t>
            </a:r>
          </a:p>
        </p:txBody>
      </p:sp>
      <p:sp>
        <p:nvSpPr>
          <p:cNvPr id="9002" name="37">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41</a:t>
            </a:r>
          </a:p>
        </p:txBody>
      </p:sp>
    </p:spTree>
    <p:extLst>
      <p:ext uri="{BB962C8B-B14F-4D97-AF65-F5344CB8AC3E}">
        <p14:creationId xmlns:p14="http://schemas.microsoft.com/office/powerpoint/2010/main" val="48613582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12,0">
            <a:extLst xmlns:a="http://schemas.openxmlformats.org/drawingml/2006/main">
              <a:ext uri="{FF2B5EF4-FFF2-40B4-BE49-F238E27FC236}">
                <a16:creationId xmlns:a16="http://schemas.microsoft.com/office/drawing/2014/main" id="{E126F974-E10A-4947-95F6-F93E0A88EA5C}"/>
              </a:ext>
            </a:extLst>
          </p:cNvPr>
          <p:cNvSpPr>
            <a:spLocks xmlns:a="http://schemas.openxmlformats.org/drawingml/2006/main" noGrp="1"/>
          </p:cNvSpPr>
          <p:nvPr/>
        </p:nvSpPr>
        <p:spPr>
          <a:xfrm xmlns:a="http://schemas.openxmlformats.org/drawingml/2006/main">
            <a:off x="750094" y="2405062"/>
            <a:ext cx="1857375"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4950" b="1">
                <a:solidFill>
                  <a:srgbClr val="111111"/>
                </a:solidFill>
                <a:latin typeface="Calibri"/>
                <a:ea typeface="Calibri"/>
                <a:cs typeface="Calibri"/>
              </a:defRPr>
            </a:pPr>
            <a:r>
              <a:rPr sz="4950" b="1">
                <a:solidFill>
                  <a:srgbClr val="111111"/>
                </a:solidFill>
                <a:latin typeface="Calibri"/>
                <a:ea typeface="Calibri"/>
                <a:cs typeface="Calibri"/>
              </a:rPr>
              <a:t>12,0</a:t>
            </a:r>
          </a:p>
        </p:txBody>
      </p:sp>
      <p:sp>
        <p:nvSpPr>
          <p:cNvPr id="5" name="0">
            <a:extLst xmlns:a="http://schemas.openxmlformats.org/drawingml/2006/main">
              <a:ext uri="{FF2B5EF4-FFF2-40B4-BE49-F238E27FC236}">
                <a16:creationId xmlns:a16="http://schemas.microsoft.com/office/drawing/2014/main" id="{76D95B6D-E8B9-423F-8666-A1E59C054CD4}"/>
              </a:ext>
            </a:extLst>
          </p:cNvPr>
          <p:cNvSpPr>
            <a:spLocks xmlns:a="http://schemas.openxmlformats.org/drawingml/2006/main" noGrp="1"/>
          </p:cNvSpPr>
          <p:nvPr/>
        </p:nvSpPr>
        <p:spPr>
          <a:xfrm xmlns:a="http://schemas.openxmlformats.org/drawingml/2006/main">
            <a:off x="2500312" y="2405062"/>
            <a:ext cx="500062"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950" b="1">
                <a:solidFill>
                  <a:srgbClr val="111111"/>
                </a:solidFill>
                <a:latin typeface="Calibri"/>
                <a:ea typeface="Calibri"/>
                <a:cs typeface="Calibri"/>
              </a:defRPr>
            </a:pPr>
            <a:r>
              <a:rPr sz="4950" b="1">
                <a:solidFill>
                  <a:srgbClr val="111111"/>
                </a:solidFill>
                <a:latin typeface="Calibri"/>
                <a:ea typeface="Calibri"/>
                <a:cs typeface="Calibri"/>
              </a:rPr>
              <a:t>0</a:t>
            </a:r>
          </a:p>
        </p:txBody>
      </p:sp>
      <p:sp>
        <p:nvSpPr>
          <p:cNvPr id="6" name="V">
            <a:extLst xmlns:a="http://schemas.openxmlformats.org/drawingml/2006/main">
              <a:ext uri="{FF2B5EF4-FFF2-40B4-BE49-F238E27FC236}">
                <a16:creationId xmlns:a16="http://schemas.microsoft.com/office/drawing/2014/main" id="{FA20CE5B-445E-48DE-AE0E-2F9D6F2F6806}"/>
              </a:ext>
            </a:extLst>
          </p:cNvPr>
          <p:cNvSpPr>
            <a:spLocks xmlns:a="http://schemas.openxmlformats.org/drawingml/2006/main" noGrp="1"/>
          </p:cNvSpPr>
          <p:nvPr/>
        </p:nvSpPr>
        <p:spPr>
          <a:xfrm xmlns:a="http://schemas.openxmlformats.org/drawingml/2006/main">
            <a:off x="3357562" y="2405062"/>
            <a:ext cx="642938"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950" b="1">
                <a:solidFill>
                  <a:srgbClr val="111111"/>
                </a:solidFill>
                <a:latin typeface="Calibri"/>
                <a:ea typeface="Calibri"/>
                <a:cs typeface="Calibri"/>
              </a:defRPr>
            </a:pPr>
            <a:r>
              <a:rPr sz="4950" b="1">
                <a:solidFill>
                  <a:srgbClr val="111111"/>
                </a:solidFill>
                <a:latin typeface="Calibri"/>
                <a:ea typeface="Calibri"/>
                <a:cs typeface="Calibri"/>
              </a:rPr>
              <a:t>V</a:t>
            </a:r>
          </a:p>
        </p:txBody>
      </p:sp>
      <p:sp>
        <p:nvSpPr>
          <p:cNvPr id="7" name="12,0">
            <a:extLst xmlns:a="http://schemas.openxmlformats.org/drawingml/2006/main">
              <a:ext uri="{FF2B5EF4-FFF2-40B4-BE49-F238E27FC236}">
                <a16:creationId xmlns:a16="http://schemas.microsoft.com/office/drawing/2014/main" id="{B89B1292-FF44-4C6E-B810-78821295E240}"/>
              </a:ext>
            </a:extLst>
          </p:cNvPr>
          <p:cNvSpPr>
            <a:spLocks xmlns:a="http://schemas.openxmlformats.org/drawingml/2006/main" noGrp="1"/>
          </p:cNvSpPr>
          <p:nvPr/>
        </p:nvSpPr>
        <p:spPr>
          <a:xfrm xmlns:a="http://schemas.openxmlformats.org/drawingml/2006/main">
            <a:off x="5072062" y="2405062"/>
            <a:ext cx="1857375"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4950" b="1">
                <a:solidFill>
                  <a:srgbClr val="064F91"/>
                </a:solidFill>
                <a:latin typeface="Calibri"/>
                <a:ea typeface="Calibri"/>
                <a:cs typeface="Calibri"/>
              </a:defRPr>
            </a:pPr>
            <a:r>
              <a:rPr sz="4950" b="1">
                <a:solidFill>
                  <a:srgbClr val="064F91"/>
                </a:solidFill>
                <a:latin typeface="Calibri"/>
                <a:ea typeface="Calibri"/>
                <a:cs typeface="Calibri"/>
              </a:rPr>
              <a:t>12,0</a:t>
            </a:r>
          </a:p>
        </p:txBody>
      </p:sp>
      <p:sp>
        <p:nvSpPr>
          <p:cNvPr id="8" name="1">
            <a:extLst xmlns:a="http://schemas.openxmlformats.org/drawingml/2006/main">
              <a:ext uri="{FF2B5EF4-FFF2-40B4-BE49-F238E27FC236}">
                <a16:creationId xmlns:a16="http://schemas.microsoft.com/office/drawing/2014/main" id="{28757EE5-CF7D-46AF-A040-AFADF5C87210}"/>
              </a:ext>
            </a:extLst>
          </p:cNvPr>
          <p:cNvSpPr>
            <a:spLocks xmlns:a="http://schemas.openxmlformats.org/drawingml/2006/main" noGrp="1"/>
          </p:cNvSpPr>
          <p:nvPr/>
        </p:nvSpPr>
        <p:spPr>
          <a:xfrm xmlns:a="http://schemas.openxmlformats.org/drawingml/2006/main">
            <a:off x="6822281" y="2405062"/>
            <a:ext cx="500062"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950" b="1">
                <a:solidFill>
                  <a:srgbClr val="064F91"/>
                </a:solidFill>
                <a:latin typeface="Calibri"/>
                <a:ea typeface="Calibri"/>
                <a:cs typeface="Calibri"/>
              </a:defRPr>
            </a:pPr>
            <a:r>
              <a:rPr sz="4950" b="1">
                <a:solidFill>
                  <a:srgbClr val="064F91"/>
                </a:solidFill>
                <a:latin typeface="Calibri"/>
                <a:ea typeface="Calibri"/>
                <a:cs typeface="Calibri"/>
              </a:rPr>
              <a:t>1</a:t>
            </a:r>
          </a:p>
        </p:txBody>
      </p:sp>
      <p:sp>
        <p:nvSpPr>
          <p:cNvPr id="9" name="V">
            <a:extLst xmlns:a="http://schemas.openxmlformats.org/drawingml/2006/main">
              <a:ext uri="{FF2B5EF4-FFF2-40B4-BE49-F238E27FC236}">
                <a16:creationId xmlns:a16="http://schemas.microsoft.com/office/drawing/2014/main" id="{4FFC554C-1D0D-43C3-A992-3A3545675C6B}"/>
              </a:ext>
            </a:extLst>
          </p:cNvPr>
          <p:cNvSpPr>
            <a:spLocks xmlns:a="http://schemas.openxmlformats.org/drawingml/2006/main" noGrp="1"/>
          </p:cNvSpPr>
          <p:nvPr/>
        </p:nvSpPr>
        <p:spPr>
          <a:xfrm xmlns:a="http://schemas.openxmlformats.org/drawingml/2006/main">
            <a:off x="7679531" y="2405062"/>
            <a:ext cx="642938" cy="928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950" b="1">
                <a:solidFill>
                  <a:srgbClr val="064F91"/>
                </a:solidFill>
                <a:latin typeface="Calibri"/>
                <a:ea typeface="Calibri"/>
                <a:cs typeface="Calibri"/>
              </a:defRPr>
            </a:pPr>
            <a:r>
              <a:rPr sz="4950" b="1">
                <a:solidFill>
                  <a:srgbClr val="064F91"/>
                </a:solidFill>
                <a:latin typeface="Calibri"/>
                <a:ea typeface="Calibri"/>
                <a:cs typeface="Calibri"/>
              </a:rPr>
              <a:t>V</a:t>
            </a:r>
          </a:p>
        </p:txBody>
      </p:sp>
      <p:sp>
        <p:nvSpPr>
          <p:cNvPr id="10" name="Ledning">
            <a:extLst xmlns:a="http://schemas.openxmlformats.org/drawingml/2006/main">
              <a:ext uri="{FF2B5EF4-FFF2-40B4-BE49-F238E27FC236}">
                <a16:creationId xmlns:a16="http://schemas.microsoft.com/office/drawing/2014/main" id="{F319C1EA-3212-4E0C-866E-0B55D5D7AF9E}"/>
              </a:ext>
            </a:extLst>
          </p:cNvPr>
          <p:cNvSpPr>
            <a:spLocks xmlns:a="http://schemas.openxmlformats.org/drawingml/2006/main" noGrp="1"/>
          </p:cNvSpPr>
          <p:nvPr/>
        </p:nvSpPr>
        <p:spPr>
          <a:xfrm xmlns:a="http://schemas.openxmlformats.org/drawingml/2006/main">
            <a:off x="2550319" y="3340894"/>
            <a:ext cx="400050" cy="715"/>
          </a:xfrm>
          <a:custGeom xmlns:a="http://schemas.openxmlformats.org/drawingml/2006/main">
            <a:pathLst>
              <a:path w="533400" h="953">
                <a:moveTo>
                  <a:pt x="0" y="0"/>
                </a:moveTo>
                <a:lnTo>
                  <a:pt x="533400" y="0"/>
                </a:lnTo>
              </a:path>
            </a:pathLst>
          </a:custGeom>
          <a:noFill xmlns:a="http://schemas.openxmlformats.org/drawingml/2006/main"/>
          <a:ln xmlns:a="http://schemas.openxmlformats.org/drawingml/2006/main" w="50006">
            <a:solidFill>
              <a:srgbClr val="AD2929"/>
            </a:solidFill>
          </a:ln>
        </p:spPr>
      </p:sp>
      <p:sp>
        <p:nvSpPr>
          <p:cNvPr id="11" name="Ledning">
            <a:extLst xmlns:a="http://schemas.openxmlformats.org/drawingml/2006/main">
              <a:ext uri="{FF2B5EF4-FFF2-40B4-BE49-F238E27FC236}">
                <a16:creationId xmlns:a16="http://schemas.microsoft.com/office/drawing/2014/main" id="{C3164C1C-C59A-4475-9A8D-F52E504585DF}"/>
              </a:ext>
            </a:extLst>
          </p:cNvPr>
          <p:cNvSpPr>
            <a:spLocks xmlns:a="http://schemas.openxmlformats.org/drawingml/2006/main" noGrp="1"/>
          </p:cNvSpPr>
          <p:nvPr/>
        </p:nvSpPr>
        <p:spPr>
          <a:xfrm xmlns:a="http://schemas.openxmlformats.org/drawingml/2006/main">
            <a:off x="6872288" y="3340894"/>
            <a:ext cx="400050" cy="715"/>
          </a:xfrm>
          <a:custGeom xmlns:a="http://schemas.openxmlformats.org/drawingml/2006/main">
            <a:pathLst>
              <a:path w="533400" h="953">
                <a:moveTo>
                  <a:pt x="0" y="0"/>
                </a:moveTo>
                <a:lnTo>
                  <a:pt x="533400" y="0"/>
                </a:lnTo>
              </a:path>
            </a:pathLst>
          </a:custGeom>
          <a:noFill xmlns:a="http://schemas.openxmlformats.org/drawingml/2006/main"/>
          <a:ln xmlns:a="http://schemas.openxmlformats.org/drawingml/2006/main" w="50006">
            <a:solidFill>
              <a:srgbClr val="AD2929"/>
            </a:solidFill>
          </a:ln>
        </p:spPr>
      </p:sp>
      <p:sp>
        <p:nvSpPr>
          <p:cNvPr id="12" name="Skillnaden är 0,01 V">
            <a:extLst xmlns:a="http://schemas.openxmlformats.org/drawingml/2006/main">
              <a:ext uri="{FF2B5EF4-FFF2-40B4-BE49-F238E27FC236}">
                <a16:creationId xmlns:a16="http://schemas.microsoft.com/office/drawing/2014/main" id="{B502DB02-BF86-4C53-A860-5E83750B6982}"/>
              </a:ext>
            </a:extLst>
          </p:cNvPr>
          <p:cNvSpPr>
            <a:spLocks xmlns:a="http://schemas.openxmlformats.org/drawingml/2006/main" noGrp="1"/>
          </p:cNvSpPr>
          <p:nvPr/>
        </p:nvSpPr>
        <p:spPr>
          <a:xfrm xmlns:a="http://schemas.openxmlformats.org/drawingml/2006/main">
            <a:off x="2000250" y="3905250"/>
            <a:ext cx="5286375" cy="746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419" b="1">
                <a:solidFill>
                  <a:srgbClr val="064F91"/>
                </a:solidFill>
                <a:latin typeface="Calibri"/>
                <a:ea typeface="Calibri"/>
                <a:cs typeface="Calibri"/>
              </a:defRPr>
            </a:pPr>
            <a:r>
              <a:rPr sz="2419" b="1">
                <a:solidFill>
                  <a:srgbClr val="064F91"/>
                </a:solidFill>
                <a:latin typeface="Calibri"/>
                <a:ea typeface="Calibri"/>
                <a:cs typeface="Calibri"/>
              </a:rPr>
              <a:t>Skillnaden är 0,01 V</a:t>
            </a:r>
          </a:p>
        </p:txBody>
      </p:sp>
      <p:sp>
        <p:nvSpPr>
          <p:cNvPr id="13" name="Ett steg i sista siffran är 0,01 V i detta mätområde.">
            <a:extLst xmlns:a="http://schemas.openxmlformats.org/drawingml/2006/main">
              <a:ext uri="{FF2B5EF4-FFF2-40B4-BE49-F238E27FC236}">
                <a16:creationId xmlns:a16="http://schemas.microsoft.com/office/drawing/2014/main" id="{07139008-0D0C-41C1-A878-E305B666FD12}"/>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Ett steg i sista siffran är 0,01 V i detta mätområde.</a:t>
            </a:r>
          </a:p>
        </p:txBody>
      </p:sp>
      <p:sp>
        <p:nvSpPr>
          <p:cNvPr id="9001" name="Upplösning  Sista visade decimalen">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Upplösning  Sista visade decimalen</a:t>
            </a:r>
          </a:p>
        </p:txBody>
      </p:sp>
      <p:sp>
        <p:nvSpPr>
          <p:cNvPr id="9002" name="38">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42</a:t>
            </a:r>
          </a:p>
        </p:txBody>
      </p:sp>
    </p:spTree>
    <p:extLst>
      <p:ext uri="{BB962C8B-B14F-4D97-AF65-F5344CB8AC3E}">
        <p14:creationId xmlns:p14="http://schemas.microsoft.com/office/powerpoint/2010/main" val="15148010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Visning 12,00 V. Specifikation ±(0,5 % av visning + 2 s">
            <a:extLst xmlns:a="http://schemas.openxmlformats.org/drawingml/2006/main">
              <a:ext uri="{FF2B5EF4-FFF2-40B4-BE49-F238E27FC236}">
                <a16:creationId xmlns:a16="http://schemas.microsoft.com/office/drawing/2014/main" id="{E7B5EA2A-0639-4855-94FF-1BC4A38B1B44}"/>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Visning 12,00 V. Specifikation ±(0,5 % av visning + 2 siffror).</a:t>
            </a:r>
          </a:p>
        </p:txBody>
      </p:sp>
      <p:sp>
        <p:nvSpPr>
          <p:cNvPr id="5" name="0,5 % = 0,005">
            <a:extLst xmlns:a="http://schemas.openxmlformats.org/drawingml/2006/main">
              <a:ext uri="{FF2B5EF4-FFF2-40B4-BE49-F238E27FC236}">
                <a16:creationId xmlns:a16="http://schemas.microsoft.com/office/drawing/2014/main" id="{11C5246F-C02A-4491-9CAA-E075936EFFA0}"/>
              </a:ext>
            </a:extLst>
          </p:cNvPr>
          <p:cNvSpPr>
            <a:spLocks xmlns:a="http://schemas.openxmlformats.org/drawingml/2006/main" noGrp="1"/>
          </p:cNvSpPr>
          <p:nvPr/>
        </p:nvSpPr>
        <p:spPr>
          <a:xfrm xmlns:a="http://schemas.openxmlformats.org/drawingml/2006/main">
            <a:off x="714375" y="2440781"/>
            <a:ext cx="7715250" cy="7072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94" b="1">
                <a:solidFill>
                  <a:srgbClr val="064F91"/>
                </a:solidFill>
                <a:latin typeface="Calibri"/>
                <a:ea typeface="Calibri"/>
                <a:cs typeface="Calibri"/>
              </a:defRPr>
            </a:pPr>
            <a:r>
              <a:rPr sz="3094" b="1">
                <a:solidFill>
                  <a:srgbClr val="064F91"/>
                </a:solidFill>
                <a:latin typeface="Calibri"/>
                <a:ea typeface="Calibri"/>
                <a:cs typeface="Calibri"/>
              </a:rPr>
              <a:t>0,5 % = 0,005</a:t>
            </a:r>
          </a:p>
        </p:txBody>
      </p:sp>
      <p:sp>
        <p:nvSpPr>
          <p:cNvPr id="6" name="0,005 · 12,00 V = 0,06 V">
            <a:extLst xmlns:a="http://schemas.openxmlformats.org/drawingml/2006/main">
              <a:ext uri="{FF2B5EF4-FFF2-40B4-BE49-F238E27FC236}">
                <a16:creationId xmlns:a16="http://schemas.microsoft.com/office/drawing/2014/main" id="{384CF86A-385E-4076-A6AA-FD3D023D0F8A}"/>
              </a:ext>
            </a:extLst>
          </p:cNvPr>
          <p:cNvSpPr>
            <a:spLocks xmlns:a="http://schemas.openxmlformats.org/drawingml/2006/main" noGrp="1"/>
          </p:cNvSpPr>
          <p:nvPr/>
        </p:nvSpPr>
        <p:spPr>
          <a:xfrm xmlns:a="http://schemas.openxmlformats.org/drawingml/2006/main">
            <a:off x="714375" y="3490912"/>
            <a:ext cx="7715250" cy="785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38" b="1">
                <a:solidFill>
                  <a:srgbClr val="111111"/>
                </a:solidFill>
                <a:latin typeface="Calibri"/>
                <a:ea typeface="Calibri"/>
                <a:cs typeface="Calibri"/>
              </a:defRPr>
            </a:pPr>
            <a:r>
              <a:rPr sz="3038" b="1">
                <a:solidFill>
                  <a:srgbClr val="111111"/>
                </a:solidFill>
                <a:latin typeface="Calibri"/>
                <a:ea typeface="Calibri"/>
                <a:cs typeface="Calibri"/>
              </a:rPr>
              <a:t>0,005 · 12,00 V = 0,06 V</a:t>
            </a:r>
          </a:p>
        </p:txBody>
      </p:sp>
      <p:sp>
        <p:nvSpPr>
          <p:cNvPr id="7" name="Procentdelen beräknas på avläsningens belopp.">
            <a:extLst xmlns:a="http://schemas.openxmlformats.org/drawingml/2006/main">
              <a:ext uri="{FF2B5EF4-FFF2-40B4-BE49-F238E27FC236}">
                <a16:creationId xmlns:a16="http://schemas.microsoft.com/office/drawing/2014/main" id="{14A6F4C8-296A-4FAE-9E1D-01D06D2263F5}"/>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Procentdelen beräknas på avläsningens belopp.</a:t>
            </a:r>
          </a:p>
        </p:txBody>
      </p:sp>
      <p:sp>
        <p:nvSpPr>
          <p:cNvPr id="9001" name="Felgräns  Procentdelen">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Felgräns  Procentdelen</a:t>
            </a:r>
          </a:p>
        </p:txBody>
      </p:sp>
      <p:sp>
        <p:nvSpPr>
          <p:cNvPr id="9002" name="39">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43</a:t>
            </a:r>
          </a:p>
        </p:txBody>
      </p:sp>
    </p:spTree>
    <p:extLst>
      <p:ext uri="{BB962C8B-B14F-4D97-AF65-F5344CB8AC3E}">
        <p14:creationId xmlns:p14="http://schemas.microsoft.com/office/powerpoint/2010/main" val="126290962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I specifikationen: 2 siffror (digits) = 2 steg à 0,01 V">
            <a:extLst xmlns:a="http://schemas.openxmlformats.org/drawingml/2006/main">
              <a:ext uri="{FF2B5EF4-FFF2-40B4-BE49-F238E27FC236}">
                <a16:creationId xmlns:a16="http://schemas.microsoft.com/office/drawing/2014/main" id="{5BF8A4BB-5E18-430C-B239-D5FA19CC5E5C}"/>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I specifikationen: 2 siffror (digits) = 2 steg à 0,01 V</a:t>
            </a:r>
          </a:p>
        </p:txBody>
      </p:sp>
      <p:sp>
        <p:nvSpPr>
          <p:cNvPr id="5" name="12,00">
            <a:extLst xmlns:a="http://schemas.openxmlformats.org/drawingml/2006/main">
              <a:ext uri="{FF2B5EF4-FFF2-40B4-BE49-F238E27FC236}">
                <a16:creationId xmlns:a16="http://schemas.microsoft.com/office/drawing/2014/main" id="{0D7F5CFB-C11B-4FF3-8404-5139DFA4DE97}"/>
              </a:ext>
            </a:extLst>
          </p:cNvPr>
          <p:cNvSpPr>
            <a:spLocks xmlns:a="http://schemas.openxmlformats.org/drawingml/2006/main" noGrp="1"/>
          </p:cNvSpPr>
          <p:nvPr/>
        </p:nvSpPr>
        <p:spPr>
          <a:xfrm xmlns:a="http://schemas.openxmlformats.org/drawingml/2006/main">
            <a:off x="585788" y="2369344"/>
            <a:ext cx="2357438"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881" b="1">
                <a:solidFill>
                  <a:srgbClr val="111111"/>
                </a:solidFill>
                <a:latin typeface="Calibri"/>
                <a:ea typeface="Calibri"/>
                <a:cs typeface="Calibri"/>
              </a:defRPr>
            </a:pPr>
            <a:r>
              <a:rPr sz="3881" b="1">
                <a:solidFill>
                  <a:srgbClr val="111111"/>
                </a:solidFill>
                <a:latin typeface="Calibri"/>
                <a:ea typeface="Calibri"/>
                <a:cs typeface="Calibri"/>
              </a:rPr>
              <a:t>12,00</a:t>
            </a:r>
          </a:p>
        </p:txBody>
      </p:sp>
      <p:sp>
        <p:nvSpPr>
          <p:cNvPr id="6" name="12,01">
            <a:extLst xmlns:a="http://schemas.openxmlformats.org/drawingml/2006/main">
              <a:ext uri="{FF2B5EF4-FFF2-40B4-BE49-F238E27FC236}">
                <a16:creationId xmlns:a16="http://schemas.microsoft.com/office/drawing/2014/main" id="{BB4C89E4-4752-44E6-87FB-D1EB9F89431D}"/>
              </a:ext>
            </a:extLst>
          </p:cNvPr>
          <p:cNvSpPr>
            <a:spLocks xmlns:a="http://schemas.openxmlformats.org/drawingml/2006/main" noGrp="1"/>
          </p:cNvSpPr>
          <p:nvPr/>
        </p:nvSpPr>
        <p:spPr>
          <a:xfrm xmlns:a="http://schemas.openxmlformats.org/drawingml/2006/main">
            <a:off x="3414712" y="2369344"/>
            <a:ext cx="2357438"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881" b="1">
                <a:solidFill>
                  <a:srgbClr val="111111"/>
                </a:solidFill>
                <a:latin typeface="Calibri"/>
                <a:ea typeface="Calibri"/>
                <a:cs typeface="Calibri"/>
              </a:defRPr>
            </a:pPr>
            <a:r>
              <a:rPr sz="3881" b="1">
                <a:solidFill>
                  <a:srgbClr val="111111"/>
                </a:solidFill>
                <a:latin typeface="Calibri"/>
                <a:ea typeface="Calibri"/>
                <a:cs typeface="Calibri"/>
              </a:rPr>
              <a:t>12,01</a:t>
            </a:r>
          </a:p>
        </p:txBody>
      </p:sp>
      <p:sp>
        <p:nvSpPr>
          <p:cNvPr id="7" name="12,02">
            <a:extLst xmlns:a="http://schemas.openxmlformats.org/drawingml/2006/main">
              <a:ext uri="{FF2B5EF4-FFF2-40B4-BE49-F238E27FC236}">
                <a16:creationId xmlns:a16="http://schemas.microsoft.com/office/drawing/2014/main" id="{92F8173A-1576-4352-B4BF-4276507C7CA2}"/>
              </a:ext>
            </a:extLst>
          </p:cNvPr>
          <p:cNvSpPr>
            <a:spLocks xmlns:a="http://schemas.openxmlformats.org/drawingml/2006/main" noGrp="1"/>
          </p:cNvSpPr>
          <p:nvPr/>
        </p:nvSpPr>
        <p:spPr>
          <a:xfrm xmlns:a="http://schemas.openxmlformats.org/drawingml/2006/main">
            <a:off x="6257925" y="2369344"/>
            <a:ext cx="2357438" cy="678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881" b="1">
                <a:solidFill>
                  <a:srgbClr val="064F91"/>
                </a:solidFill>
                <a:latin typeface="Calibri"/>
                <a:ea typeface="Calibri"/>
                <a:cs typeface="Calibri"/>
              </a:defRPr>
            </a:pPr>
            <a:r>
              <a:rPr sz="3881" b="1">
                <a:solidFill>
                  <a:srgbClr val="064F91"/>
                </a:solidFill>
                <a:latin typeface="Calibri"/>
                <a:ea typeface="Calibri"/>
                <a:cs typeface="Calibri"/>
              </a:rPr>
              <a:t>12,02</a:t>
            </a:r>
          </a:p>
        </p:txBody>
      </p:sp>
      <p:sp>
        <p:nvSpPr>
          <p:cNvPr id="8" name="0,01 V">
            <a:extLst xmlns:a="http://schemas.openxmlformats.org/drawingml/2006/main">
              <a:ext uri="{FF2B5EF4-FFF2-40B4-BE49-F238E27FC236}">
                <a16:creationId xmlns:a16="http://schemas.microsoft.com/office/drawing/2014/main" id="{DD18653C-C1F9-4E7C-8F41-FFBDB8A7ECF1}"/>
              </a:ext>
            </a:extLst>
          </p:cNvPr>
          <p:cNvSpPr>
            <a:spLocks xmlns:a="http://schemas.openxmlformats.org/drawingml/2006/main" noGrp="1"/>
          </p:cNvSpPr>
          <p:nvPr/>
        </p:nvSpPr>
        <p:spPr>
          <a:xfrm xmlns:a="http://schemas.openxmlformats.org/drawingml/2006/main">
            <a:off x="1928812" y="3319462"/>
            <a:ext cx="2428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505864"/>
                </a:solidFill>
                <a:latin typeface="Calibri"/>
                <a:ea typeface="Calibri"/>
                <a:cs typeface="Calibri"/>
              </a:defRPr>
            </a:pPr>
            <a:r>
              <a:rPr sz="2025" b="1">
                <a:solidFill>
                  <a:srgbClr val="505864"/>
                </a:solidFill>
                <a:latin typeface="Calibri"/>
                <a:ea typeface="Calibri"/>
                <a:cs typeface="Calibri"/>
              </a:rPr>
              <a:t>0,01 V</a:t>
            </a:r>
          </a:p>
        </p:txBody>
      </p:sp>
      <p:sp>
        <p:nvSpPr>
          <p:cNvPr id="9" name="0,01 V">
            <a:extLst xmlns:a="http://schemas.openxmlformats.org/drawingml/2006/main">
              <a:ext uri="{FF2B5EF4-FFF2-40B4-BE49-F238E27FC236}">
                <a16:creationId xmlns:a16="http://schemas.microsoft.com/office/drawing/2014/main" id="{ECE06BAD-ECE4-46CA-80A6-284668B01C45}"/>
              </a:ext>
            </a:extLst>
          </p:cNvPr>
          <p:cNvSpPr>
            <a:spLocks xmlns:a="http://schemas.openxmlformats.org/drawingml/2006/main" noGrp="1"/>
          </p:cNvSpPr>
          <p:nvPr/>
        </p:nvSpPr>
        <p:spPr>
          <a:xfrm xmlns:a="http://schemas.openxmlformats.org/drawingml/2006/main">
            <a:off x="4786312" y="3319462"/>
            <a:ext cx="2428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505864"/>
                </a:solidFill>
                <a:latin typeface="Calibri"/>
                <a:ea typeface="Calibri"/>
                <a:cs typeface="Calibri"/>
              </a:defRPr>
            </a:pPr>
            <a:r>
              <a:rPr sz="2025" b="1">
                <a:solidFill>
                  <a:srgbClr val="505864"/>
                </a:solidFill>
                <a:latin typeface="Calibri"/>
                <a:ea typeface="Calibri"/>
                <a:cs typeface="Calibri"/>
              </a:rPr>
              <a:t>0,01 V</a:t>
            </a:r>
          </a:p>
        </p:txBody>
      </p:sp>
      <p:sp>
        <p:nvSpPr>
          <p:cNvPr id="10" name="2 · 0,01 V = 0,02 V">
            <a:extLst xmlns:a="http://schemas.openxmlformats.org/drawingml/2006/main">
              <a:ext uri="{FF2B5EF4-FFF2-40B4-BE49-F238E27FC236}">
                <a16:creationId xmlns:a16="http://schemas.microsoft.com/office/drawing/2014/main" id="{060EDCB4-993E-402B-AE39-24FA704BE4AC}"/>
              </a:ext>
            </a:extLst>
          </p:cNvPr>
          <p:cNvSpPr>
            <a:spLocks xmlns:a="http://schemas.openxmlformats.org/drawingml/2006/main" noGrp="1"/>
          </p:cNvSpPr>
          <p:nvPr/>
        </p:nvSpPr>
        <p:spPr>
          <a:xfrm xmlns:a="http://schemas.openxmlformats.org/drawingml/2006/main">
            <a:off x="1285875" y="4140994"/>
            <a:ext cx="6572250" cy="6679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925" b="1">
                <a:solidFill>
                  <a:srgbClr val="064F91"/>
                </a:solidFill>
                <a:latin typeface="Calibri"/>
                <a:ea typeface="Calibri"/>
                <a:cs typeface="Calibri"/>
              </a:defRPr>
            </a:pPr>
            <a:r>
              <a:rPr sz="2925" b="1">
                <a:solidFill>
                  <a:srgbClr val="064F91"/>
                </a:solidFill>
                <a:latin typeface="Calibri"/>
                <a:ea typeface="Calibri"/>
                <a:cs typeface="Calibri"/>
              </a:rPr>
              <a:t>2 · 0,01 V = 0,02 V</a:t>
            </a:r>
          </a:p>
        </p:txBody>
      </p:sp>
      <p:sp>
        <p:nvSpPr>
          <p:cNvPr id="11" name="Det andra bidraget är 0,02 V.">
            <a:extLst xmlns:a="http://schemas.openxmlformats.org/drawingml/2006/main">
              <a:ext uri="{FF2B5EF4-FFF2-40B4-BE49-F238E27FC236}">
                <a16:creationId xmlns:a16="http://schemas.microsoft.com/office/drawing/2014/main" id="{CF706FD5-DE6C-4B54-8ED2-C0DBC72A93F5}"/>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Det andra bidraget är 0,02 V.</a:t>
            </a:r>
          </a:p>
        </p:txBody>
      </p:sp>
      <p:sp>
        <p:nvSpPr>
          <p:cNvPr id="9001" name="Felgräns  Två steg i sista siffran">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Felgräns  Två steg i sista siffran</a:t>
            </a:r>
          </a:p>
        </p:txBody>
      </p:sp>
      <p:sp>
        <p:nvSpPr>
          <p:cNvPr id="9002" name="40">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44</a:t>
            </a:r>
          </a:p>
        </p:txBody>
      </p:sp>
    </p:spTree>
    <p:extLst>
      <p:ext uri="{BB962C8B-B14F-4D97-AF65-F5344CB8AC3E}">
        <p14:creationId xmlns:p14="http://schemas.microsoft.com/office/powerpoint/2010/main" val="179711342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0,06 V + 0,02 V">
            <a:extLst xmlns:a="http://schemas.openxmlformats.org/drawingml/2006/main">
              <a:ext uri="{FF2B5EF4-FFF2-40B4-BE49-F238E27FC236}">
                <a16:creationId xmlns:a16="http://schemas.microsoft.com/office/drawing/2014/main" id="{8B13159A-0D2A-49F1-A67A-AAEA81A0F2EA}"/>
              </a:ext>
            </a:extLst>
          </p:cNvPr>
          <p:cNvSpPr>
            <a:spLocks xmlns:a="http://schemas.openxmlformats.org/drawingml/2006/main" noGrp="1"/>
          </p:cNvSpPr>
          <p:nvPr/>
        </p:nvSpPr>
        <p:spPr>
          <a:xfrm xmlns:a="http://schemas.openxmlformats.org/drawingml/2006/main">
            <a:off x="928688" y="2333625"/>
            <a:ext cx="7215188"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00" b="1">
                <a:solidFill>
                  <a:srgbClr val="111111"/>
                </a:solidFill>
                <a:latin typeface="Calibri"/>
                <a:ea typeface="Calibri"/>
                <a:cs typeface="Calibri"/>
              </a:defRPr>
            </a:pPr>
            <a:r>
              <a:rPr sz="3600" b="1">
                <a:solidFill>
                  <a:srgbClr val="111111"/>
                </a:solidFill>
                <a:latin typeface="Calibri"/>
                <a:ea typeface="Calibri"/>
                <a:cs typeface="Calibri"/>
              </a:rPr>
              <a:t>0,06 V + 0,02 V</a:t>
            </a:r>
          </a:p>
        </p:txBody>
      </p:sp>
      <p:sp>
        <p:nvSpPr>
          <p:cNvPr id="5" name="±0,08 V">
            <a:extLst xmlns:a="http://schemas.openxmlformats.org/drawingml/2006/main">
              <a:ext uri="{FF2B5EF4-FFF2-40B4-BE49-F238E27FC236}">
                <a16:creationId xmlns:a16="http://schemas.microsoft.com/office/drawing/2014/main" id="{467C300E-6CDF-40DC-89D3-239B17E9DE6C}"/>
              </a:ext>
            </a:extLst>
          </p:cNvPr>
          <p:cNvSpPr>
            <a:spLocks xmlns:a="http://schemas.openxmlformats.org/drawingml/2006/main" noGrp="1"/>
          </p:cNvSpPr>
          <p:nvPr/>
        </p:nvSpPr>
        <p:spPr>
          <a:xfrm xmlns:a="http://schemas.openxmlformats.org/drawingml/2006/main">
            <a:off x="1714500" y="3562350"/>
            <a:ext cx="5715000" cy="10215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781" b="1">
                <a:solidFill>
                  <a:srgbClr val="064F91"/>
                </a:solidFill>
                <a:latin typeface="Calibri"/>
                <a:ea typeface="Calibri"/>
                <a:cs typeface="Calibri"/>
              </a:defRPr>
            </a:pPr>
            <a:r>
              <a:rPr sz="4781" b="1">
                <a:solidFill>
                  <a:srgbClr val="064F91"/>
                </a:solidFill>
                <a:latin typeface="Calibri"/>
                <a:ea typeface="Calibri"/>
                <a:cs typeface="Calibri"/>
              </a:rPr>
              <a:t>±0,08 V</a:t>
            </a:r>
          </a:p>
        </p:txBody>
      </p:sp>
      <p:sp>
        <p:nvSpPr>
          <p:cNvPr id="6" name="Felgränsen gäller när tillverkarens villkor är uppfylld">
            <a:extLst xmlns:a="http://schemas.openxmlformats.org/drawingml/2006/main">
              <a:ext uri="{FF2B5EF4-FFF2-40B4-BE49-F238E27FC236}">
                <a16:creationId xmlns:a16="http://schemas.microsoft.com/office/drawing/2014/main" id="{03AB2DFE-377B-47B3-9387-BB2F7CB417B0}"/>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Felgränsen gäller när tillverkarens villkor är uppfyllda.</a:t>
            </a:r>
          </a:p>
        </p:txBody>
      </p:sp>
      <p:sp>
        <p:nvSpPr>
          <p:cNvPr id="9001" name="Felgräns  Bidragen läggs ihop">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Felgräns  Bidragen läggs ihop</a:t>
            </a:r>
          </a:p>
        </p:txBody>
      </p:sp>
      <p:sp>
        <p:nvSpPr>
          <p:cNvPr id="9002" name="41">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45</a:t>
            </a:r>
          </a:p>
        </p:txBody>
      </p:sp>
    </p:spTree>
    <p:extLst>
      <p:ext uri="{BB962C8B-B14F-4D97-AF65-F5344CB8AC3E}">
        <p14:creationId xmlns:p14="http://schemas.microsoft.com/office/powerpoint/2010/main" val="197725124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12,00 V ±0,08 V">
            <a:extLst xmlns:a="http://schemas.openxmlformats.org/drawingml/2006/main">
              <a:ext uri="{FF2B5EF4-FFF2-40B4-BE49-F238E27FC236}">
                <a16:creationId xmlns:a16="http://schemas.microsoft.com/office/drawing/2014/main" id="{18728937-7F66-474E-A7EB-E9B3D48172B6}"/>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12,00 V ±0,08 V</a:t>
            </a:r>
          </a:p>
        </p:txBody>
      </p:sp>
      <p:sp>
        <p:nvSpPr>
          <p:cNvPr id="5" name="Ledning">
            <a:extLst xmlns:a="http://schemas.openxmlformats.org/drawingml/2006/main">
              <a:ext uri="{FF2B5EF4-FFF2-40B4-BE49-F238E27FC236}">
                <a16:creationId xmlns:a16="http://schemas.microsoft.com/office/drawing/2014/main" id="{3E72870B-268C-48CD-9B1E-A8CD06761C0E}"/>
              </a:ext>
            </a:extLst>
          </p:cNvPr>
          <p:cNvSpPr>
            <a:spLocks xmlns:a="http://schemas.openxmlformats.org/drawingml/2006/main" noGrp="1"/>
          </p:cNvSpPr>
          <p:nvPr/>
        </p:nvSpPr>
        <p:spPr>
          <a:xfrm xmlns:a="http://schemas.openxmlformats.org/drawingml/2006/main">
            <a:off x="1035844" y="4333875"/>
            <a:ext cx="7108031" cy="787"/>
          </a:xfrm>
          <a:custGeom xmlns:a="http://schemas.openxmlformats.org/drawingml/2006/main">
            <a:pathLst>
              <a:path w="9477375" h="953">
                <a:moveTo>
                  <a:pt x="0" y="0"/>
                </a:moveTo>
                <a:lnTo>
                  <a:pt x="9477375" y="0"/>
                </a:lnTo>
              </a:path>
            </a:pathLst>
          </a:custGeom>
          <a:noFill xmlns:a="http://schemas.openxmlformats.org/drawingml/2006/main"/>
          <a:ln xmlns:a="http://schemas.openxmlformats.org/drawingml/2006/main" w="21431">
            <a:solidFill>
              <a:srgbClr val="505864"/>
            </a:solidFill>
          </a:ln>
        </p:spPr>
      </p:sp>
      <p:sp>
        <p:nvSpPr>
          <p:cNvPr id="6" name="Ledning">
            <a:extLst xmlns:a="http://schemas.openxmlformats.org/drawingml/2006/main">
              <a:ext uri="{FF2B5EF4-FFF2-40B4-BE49-F238E27FC236}">
                <a16:creationId xmlns:a16="http://schemas.microsoft.com/office/drawing/2014/main" id="{A97AD9A2-E458-4B50-8F1B-02C2A0CAF4CA}"/>
              </a:ext>
            </a:extLst>
          </p:cNvPr>
          <p:cNvSpPr>
            <a:spLocks xmlns:a="http://schemas.openxmlformats.org/drawingml/2006/main" noGrp="1"/>
          </p:cNvSpPr>
          <p:nvPr/>
        </p:nvSpPr>
        <p:spPr>
          <a:xfrm xmlns:a="http://schemas.openxmlformats.org/drawingml/2006/main">
            <a:off x="1035844"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7" name="11,90">
            <a:extLst xmlns:a="http://schemas.openxmlformats.org/drawingml/2006/main">
              <a:ext uri="{FF2B5EF4-FFF2-40B4-BE49-F238E27FC236}">
                <a16:creationId xmlns:a16="http://schemas.microsoft.com/office/drawing/2014/main" id="{83D1F991-8635-4003-9C96-9F8280EF4BDB}"/>
              </a:ext>
            </a:extLst>
          </p:cNvPr>
          <p:cNvSpPr>
            <a:spLocks xmlns:a="http://schemas.openxmlformats.org/drawingml/2006/main" noGrp="1"/>
          </p:cNvSpPr>
          <p:nvPr/>
        </p:nvSpPr>
        <p:spPr>
          <a:xfrm xmlns:a="http://schemas.openxmlformats.org/drawingml/2006/main">
            <a:off x="714375"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11,90</a:t>
            </a:r>
          </a:p>
        </p:txBody>
      </p:sp>
      <p:sp>
        <p:nvSpPr>
          <p:cNvPr id="8" name="Ledning">
            <a:extLst xmlns:a="http://schemas.openxmlformats.org/drawingml/2006/main">
              <a:ext uri="{FF2B5EF4-FFF2-40B4-BE49-F238E27FC236}">
                <a16:creationId xmlns:a16="http://schemas.microsoft.com/office/drawing/2014/main" id="{4725AC03-FFB0-4AA8-9862-A7592B973B7E}"/>
              </a:ext>
            </a:extLst>
          </p:cNvPr>
          <p:cNvSpPr>
            <a:spLocks xmlns:a="http://schemas.openxmlformats.org/drawingml/2006/main" noGrp="1"/>
          </p:cNvSpPr>
          <p:nvPr/>
        </p:nvSpPr>
        <p:spPr>
          <a:xfrm xmlns:a="http://schemas.openxmlformats.org/drawingml/2006/main">
            <a:off x="1746646"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9" name="11,92">
            <a:extLst xmlns:a="http://schemas.openxmlformats.org/drawingml/2006/main">
              <a:ext uri="{FF2B5EF4-FFF2-40B4-BE49-F238E27FC236}">
                <a16:creationId xmlns:a16="http://schemas.microsoft.com/office/drawing/2014/main" id="{54C37697-674B-420E-800C-0064356FE171}"/>
              </a:ext>
            </a:extLst>
          </p:cNvPr>
          <p:cNvSpPr>
            <a:spLocks xmlns:a="http://schemas.openxmlformats.org/drawingml/2006/main" noGrp="1"/>
          </p:cNvSpPr>
          <p:nvPr/>
        </p:nvSpPr>
        <p:spPr>
          <a:xfrm xmlns:a="http://schemas.openxmlformats.org/drawingml/2006/main">
            <a:off x="1425178"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11,92</a:t>
            </a:r>
          </a:p>
        </p:txBody>
      </p:sp>
      <p:sp>
        <p:nvSpPr>
          <p:cNvPr id="10" name="Ledning">
            <a:extLst xmlns:a="http://schemas.openxmlformats.org/drawingml/2006/main">
              <a:ext uri="{FF2B5EF4-FFF2-40B4-BE49-F238E27FC236}">
                <a16:creationId xmlns:a16="http://schemas.microsoft.com/office/drawing/2014/main" id="{ED08EE4F-67EF-425F-B512-4DD1F623A328}"/>
              </a:ext>
            </a:extLst>
          </p:cNvPr>
          <p:cNvSpPr>
            <a:spLocks xmlns:a="http://schemas.openxmlformats.org/drawingml/2006/main" noGrp="1"/>
          </p:cNvSpPr>
          <p:nvPr/>
        </p:nvSpPr>
        <p:spPr>
          <a:xfrm xmlns:a="http://schemas.openxmlformats.org/drawingml/2006/main">
            <a:off x="4589860"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11" name="12,00">
            <a:extLst xmlns:a="http://schemas.openxmlformats.org/drawingml/2006/main">
              <a:ext uri="{FF2B5EF4-FFF2-40B4-BE49-F238E27FC236}">
                <a16:creationId xmlns:a16="http://schemas.microsoft.com/office/drawing/2014/main" id="{61447F41-0DD4-491C-9136-44B44863E984}"/>
              </a:ext>
            </a:extLst>
          </p:cNvPr>
          <p:cNvSpPr>
            <a:spLocks xmlns:a="http://schemas.openxmlformats.org/drawingml/2006/main" noGrp="1"/>
          </p:cNvSpPr>
          <p:nvPr/>
        </p:nvSpPr>
        <p:spPr>
          <a:xfrm xmlns:a="http://schemas.openxmlformats.org/drawingml/2006/main">
            <a:off x="4268391"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12,00</a:t>
            </a:r>
          </a:p>
        </p:txBody>
      </p:sp>
      <p:sp>
        <p:nvSpPr>
          <p:cNvPr id="12" name="Ledning">
            <a:extLst xmlns:a="http://schemas.openxmlformats.org/drawingml/2006/main">
              <a:ext uri="{FF2B5EF4-FFF2-40B4-BE49-F238E27FC236}">
                <a16:creationId xmlns:a16="http://schemas.microsoft.com/office/drawing/2014/main" id="{DAE80A4E-51B1-476E-9A52-E91A182B9308}"/>
              </a:ext>
            </a:extLst>
          </p:cNvPr>
          <p:cNvSpPr>
            <a:spLocks xmlns:a="http://schemas.openxmlformats.org/drawingml/2006/main" noGrp="1"/>
          </p:cNvSpPr>
          <p:nvPr/>
        </p:nvSpPr>
        <p:spPr>
          <a:xfrm xmlns:a="http://schemas.openxmlformats.org/drawingml/2006/main">
            <a:off x="7433072"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13" name="12,08">
            <a:extLst xmlns:a="http://schemas.openxmlformats.org/drawingml/2006/main">
              <a:ext uri="{FF2B5EF4-FFF2-40B4-BE49-F238E27FC236}">
                <a16:creationId xmlns:a16="http://schemas.microsoft.com/office/drawing/2014/main" id="{072F0CDA-F30B-42A4-93BA-BE3C95430485}"/>
              </a:ext>
            </a:extLst>
          </p:cNvPr>
          <p:cNvSpPr>
            <a:spLocks xmlns:a="http://schemas.openxmlformats.org/drawingml/2006/main" noGrp="1"/>
          </p:cNvSpPr>
          <p:nvPr/>
        </p:nvSpPr>
        <p:spPr>
          <a:xfrm xmlns:a="http://schemas.openxmlformats.org/drawingml/2006/main">
            <a:off x="7111604"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12,08</a:t>
            </a:r>
          </a:p>
        </p:txBody>
      </p:sp>
      <p:sp>
        <p:nvSpPr>
          <p:cNvPr id="14" name="Ledning">
            <a:extLst xmlns:a="http://schemas.openxmlformats.org/drawingml/2006/main">
              <a:ext uri="{FF2B5EF4-FFF2-40B4-BE49-F238E27FC236}">
                <a16:creationId xmlns:a16="http://schemas.microsoft.com/office/drawing/2014/main" id="{EBD75971-8B32-4708-B345-287EFACAA9B4}"/>
              </a:ext>
            </a:extLst>
          </p:cNvPr>
          <p:cNvSpPr>
            <a:spLocks xmlns:a="http://schemas.openxmlformats.org/drawingml/2006/main" noGrp="1"/>
          </p:cNvSpPr>
          <p:nvPr/>
        </p:nvSpPr>
        <p:spPr>
          <a:xfrm xmlns:a="http://schemas.openxmlformats.org/drawingml/2006/main">
            <a:off x="8143875"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15" name="12,10">
            <a:extLst xmlns:a="http://schemas.openxmlformats.org/drawingml/2006/main">
              <a:ext uri="{FF2B5EF4-FFF2-40B4-BE49-F238E27FC236}">
                <a16:creationId xmlns:a16="http://schemas.microsoft.com/office/drawing/2014/main" id="{A92754AC-91A8-479C-B0BE-FEF5F1445568}"/>
              </a:ext>
            </a:extLst>
          </p:cNvPr>
          <p:cNvSpPr>
            <a:spLocks xmlns:a="http://schemas.openxmlformats.org/drawingml/2006/main" noGrp="1"/>
          </p:cNvSpPr>
          <p:nvPr/>
        </p:nvSpPr>
        <p:spPr>
          <a:xfrm xmlns:a="http://schemas.openxmlformats.org/drawingml/2006/main">
            <a:off x="7822406"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12,10</a:t>
            </a:r>
          </a:p>
        </p:txBody>
      </p:sp>
      <p:sp>
        <p:nvSpPr>
          <p:cNvPr id="16" name="Ledning">
            <a:extLst xmlns:a="http://schemas.openxmlformats.org/drawingml/2006/main">
              <a:ext uri="{FF2B5EF4-FFF2-40B4-BE49-F238E27FC236}">
                <a16:creationId xmlns:a16="http://schemas.microsoft.com/office/drawing/2014/main" id="{3490027F-49ED-4E81-9823-B63068BAC965}"/>
              </a:ext>
            </a:extLst>
          </p:cNvPr>
          <p:cNvSpPr>
            <a:spLocks xmlns:a="http://schemas.openxmlformats.org/drawingml/2006/main" noGrp="1"/>
          </p:cNvSpPr>
          <p:nvPr/>
        </p:nvSpPr>
        <p:spPr>
          <a:xfrm xmlns:a="http://schemas.openxmlformats.org/drawingml/2006/main">
            <a:off x="1746646" y="3512344"/>
            <a:ext cx="5686425" cy="787"/>
          </a:xfrm>
          <a:custGeom xmlns:a="http://schemas.openxmlformats.org/drawingml/2006/main">
            <a:pathLst>
              <a:path w="7581900" h="953">
                <a:moveTo>
                  <a:pt x="0" y="0"/>
                </a:moveTo>
                <a:lnTo>
                  <a:pt x="7581900" y="0"/>
                </a:lnTo>
              </a:path>
            </a:pathLst>
          </a:custGeom>
          <a:noFill xmlns:a="http://schemas.openxmlformats.org/drawingml/2006/main"/>
          <a:ln xmlns:a="http://schemas.openxmlformats.org/drawingml/2006/main" w="100012">
            <a:solidFill>
              <a:srgbClr val="064F91"/>
            </a:solidFill>
          </a:ln>
        </p:spPr>
      </p:sp>
      <p:sp>
        <p:nvSpPr>
          <p:cNvPr id="17" name="">
            <a:extLst xmlns:a="http://schemas.openxmlformats.org/drawingml/2006/main">
              <a:ext uri="{FF2B5EF4-FFF2-40B4-BE49-F238E27FC236}">
                <a16:creationId xmlns:a16="http://schemas.microsoft.com/office/drawing/2014/main" id="{D6929651-8DE6-4918-9618-4E0E8F77B93F}"/>
              </a:ext>
            </a:extLst>
          </p:cNvPr>
          <p:cNvSpPr>
            <a:spLocks xmlns:a="http://schemas.openxmlformats.org/drawingml/2006/main" noGrp="1"/>
          </p:cNvSpPr>
          <p:nvPr/>
        </p:nvSpPr>
        <p:spPr>
          <a:xfrm xmlns:a="http://schemas.openxmlformats.org/drawingml/2006/main">
            <a:off x="4518422" y="3440906"/>
            <a:ext cx="142875" cy="142875"/>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18" name="11,92–12,08 V">
            <a:extLst xmlns:a="http://schemas.openxmlformats.org/drawingml/2006/main">
              <a:ext uri="{FF2B5EF4-FFF2-40B4-BE49-F238E27FC236}">
                <a16:creationId xmlns:a16="http://schemas.microsoft.com/office/drawing/2014/main" id="{757E219B-EAA8-4109-84F7-B8981CC95F7D}"/>
              </a:ext>
            </a:extLst>
          </p:cNvPr>
          <p:cNvSpPr>
            <a:spLocks xmlns:a="http://schemas.openxmlformats.org/drawingml/2006/main" noGrp="1"/>
          </p:cNvSpPr>
          <p:nvPr/>
        </p:nvSpPr>
        <p:spPr>
          <a:xfrm xmlns:a="http://schemas.openxmlformats.org/drawingml/2006/main">
            <a:off x="3071812" y="2655094"/>
            <a:ext cx="32861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064F91"/>
                </a:solidFill>
                <a:latin typeface="Calibri"/>
                <a:ea typeface="Calibri"/>
                <a:cs typeface="Calibri"/>
              </a:defRPr>
            </a:pPr>
            <a:r>
              <a:rPr sz="2700" b="1">
                <a:solidFill>
                  <a:srgbClr val="064F91"/>
                </a:solidFill>
                <a:latin typeface="Calibri"/>
                <a:ea typeface="Calibri"/>
                <a:cs typeface="Calibri"/>
              </a:rPr>
              <a:t>11,92–12,08 V</a:t>
            </a:r>
          </a:p>
        </p:txBody>
      </p:sp>
      <p:sp>
        <p:nvSpPr>
          <p:cNvPr id="19" name="Detta intervall omfattar bara den angivna instrumentfel">
            <a:extLst xmlns:a="http://schemas.openxmlformats.org/drawingml/2006/main">
              <a:ext uri="{FF2B5EF4-FFF2-40B4-BE49-F238E27FC236}">
                <a16:creationId xmlns:a16="http://schemas.microsoft.com/office/drawing/2014/main" id="{23ADDC05-E6E6-40A1-8486-113BC9968A3D}"/>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Detta intervall omfattar bara den angivna instrumentfelgränsen.</a:t>
            </a:r>
          </a:p>
        </p:txBody>
      </p:sp>
      <p:sp>
        <p:nvSpPr>
          <p:cNvPr id="9001" name="Felgräns  Intervallet runt avläsningen">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Felgräns  Intervallet runt avläsningen</a:t>
            </a:r>
          </a:p>
        </p:txBody>
      </p:sp>
      <p:sp>
        <p:nvSpPr>
          <p:cNvPr id="9002" name="42">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46</a:t>
            </a:r>
          </a:p>
        </p:txBody>
      </p:sp>
    </p:spTree>
    <p:extLst>
      <p:ext uri="{BB962C8B-B14F-4D97-AF65-F5344CB8AC3E}">
        <p14:creationId xmlns:p14="http://schemas.microsoft.com/office/powerpoint/2010/main" val="66652171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ad7459d6900409f"/>
          <a:stretch xmlns:a="http://schemas.openxmlformats.org/drawingml/2006/main"/>
        </p:blipFill>
        <p:spPr>
          <a:xfrm xmlns:a="http://schemas.openxmlformats.org/drawingml/2006/main">
            <a:off x="750094" y="1905000"/>
            <a:ext cx="2143125" cy="3214688"/>
          </a:xfrm>
          <a:prstGeom xmlns:a="http://schemas.openxmlformats.org/drawingml/2006/main" prst="rect">
            <a:avLst/>
          </a:prstGeom>
        </p:spPr>
      </p:pic>
      <p:sp>
        <p:nvSpPr>
          <p:cNvPr id="5" name="10 A">
            <a:extLst xmlns:a="http://schemas.openxmlformats.org/drawingml/2006/main">
              <a:ext uri="{FF2B5EF4-FFF2-40B4-BE49-F238E27FC236}">
                <a16:creationId xmlns:a16="http://schemas.microsoft.com/office/drawing/2014/main" id="{D8D97E86-93EA-40EF-93D9-91D4CE792F6F}"/>
              </a:ext>
            </a:extLst>
          </p:cNvPr>
          <p:cNvSpPr>
            <a:spLocks xmlns:a="http://schemas.openxmlformats.org/drawingml/2006/main" noGrp="1"/>
          </p:cNvSpPr>
          <p:nvPr/>
        </p:nvSpPr>
        <p:spPr>
          <a:xfrm xmlns:a="http://schemas.openxmlformats.org/drawingml/2006/main">
            <a:off x="1075849" y="4290298"/>
            <a:ext cx="385762" cy="176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46" b="1">
                <a:solidFill>
                  <a:srgbClr val="111111"/>
                </a:solidFill>
                <a:latin typeface="Calibri"/>
                <a:ea typeface="Calibri"/>
                <a:cs typeface="Calibri"/>
              </a:defRPr>
            </a:pPr>
            <a:r>
              <a:rPr sz="1046" b="1">
                <a:solidFill>
                  <a:srgbClr val="111111"/>
                </a:solidFill>
                <a:latin typeface="Calibri"/>
                <a:ea typeface="Calibri"/>
                <a:cs typeface="Calibri"/>
              </a:rPr>
              <a:t>10 A</a:t>
            </a:r>
          </a:p>
        </p:txBody>
      </p:sp>
      <p:sp>
        <p:nvSpPr>
          <p:cNvPr id="6" name="mA">
            <a:extLst xmlns:a="http://schemas.openxmlformats.org/drawingml/2006/main">
              <a:ext uri="{FF2B5EF4-FFF2-40B4-BE49-F238E27FC236}">
                <a16:creationId xmlns:a16="http://schemas.microsoft.com/office/drawing/2014/main" id="{65DC695F-11DA-4758-831E-44B195124005}"/>
              </a:ext>
            </a:extLst>
          </p:cNvPr>
          <p:cNvSpPr>
            <a:spLocks xmlns:a="http://schemas.openxmlformats.org/drawingml/2006/main" noGrp="1"/>
          </p:cNvSpPr>
          <p:nvPr/>
        </p:nvSpPr>
        <p:spPr>
          <a:xfrm xmlns:a="http://schemas.openxmlformats.org/drawingml/2006/main">
            <a:off x="1444466" y="4290298"/>
            <a:ext cx="385762" cy="176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46" b="1">
                <a:solidFill>
                  <a:srgbClr val="111111"/>
                </a:solidFill>
                <a:latin typeface="Calibri"/>
                <a:ea typeface="Calibri"/>
                <a:cs typeface="Calibri"/>
              </a:defRPr>
            </a:pPr>
            <a:r>
              <a:rPr sz="1046" b="1">
                <a:solidFill>
                  <a:srgbClr val="111111"/>
                </a:solidFill>
                <a:latin typeface="Calibri"/>
                <a:ea typeface="Calibri"/>
                <a:cs typeface="Calibri"/>
              </a:rPr>
              <a:t>mA</a:t>
            </a:r>
          </a:p>
        </p:txBody>
      </p:sp>
      <p:sp>
        <p:nvSpPr>
          <p:cNvPr id="7" name="COM">
            <a:extLst xmlns:a="http://schemas.openxmlformats.org/drawingml/2006/main">
              <a:ext uri="{FF2B5EF4-FFF2-40B4-BE49-F238E27FC236}">
                <a16:creationId xmlns:a16="http://schemas.microsoft.com/office/drawing/2014/main" id="{094C4415-F5F1-43DE-BEDF-366303E65088}"/>
              </a:ext>
            </a:extLst>
          </p:cNvPr>
          <p:cNvSpPr>
            <a:spLocks xmlns:a="http://schemas.openxmlformats.org/drawingml/2006/main" noGrp="1"/>
          </p:cNvSpPr>
          <p:nvPr/>
        </p:nvSpPr>
        <p:spPr>
          <a:xfrm xmlns:a="http://schemas.openxmlformats.org/drawingml/2006/main">
            <a:off x="1813084" y="4290298"/>
            <a:ext cx="385762" cy="176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46" b="1">
                <a:solidFill>
                  <a:srgbClr val="111111"/>
                </a:solidFill>
                <a:latin typeface="Calibri"/>
                <a:ea typeface="Calibri"/>
                <a:cs typeface="Calibri"/>
              </a:defRPr>
            </a:pPr>
            <a:r>
              <a:rPr sz="1046" b="1">
                <a:solidFill>
                  <a:srgbClr val="111111"/>
                </a:solidFill>
                <a:latin typeface="Calibri"/>
                <a:ea typeface="Calibri"/>
                <a:cs typeface="Calibri"/>
              </a:rPr>
              <a:t>COM</a:t>
            </a:r>
          </a:p>
        </p:txBody>
      </p:sp>
      <p:sp>
        <p:nvSpPr>
          <p:cNvPr id="8" name="VΩ">
            <a:extLst xmlns:a="http://schemas.openxmlformats.org/drawingml/2006/main">
              <a:ext uri="{FF2B5EF4-FFF2-40B4-BE49-F238E27FC236}">
                <a16:creationId xmlns:a16="http://schemas.microsoft.com/office/drawing/2014/main" id="{7B568513-0D3C-4CF1-98E2-7728CF3231E1}"/>
              </a:ext>
            </a:extLst>
          </p:cNvPr>
          <p:cNvSpPr>
            <a:spLocks xmlns:a="http://schemas.openxmlformats.org/drawingml/2006/main" noGrp="1"/>
          </p:cNvSpPr>
          <p:nvPr/>
        </p:nvSpPr>
        <p:spPr>
          <a:xfrm xmlns:a="http://schemas.openxmlformats.org/drawingml/2006/main">
            <a:off x="2181701" y="4290298"/>
            <a:ext cx="385762" cy="176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46" b="1">
                <a:solidFill>
                  <a:srgbClr val="111111"/>
                </a:solidFill>
                <a:latin typeface="Calibri"/>
                <a:ea typeface="Calibri"/>
                <a:cs typeface="Calibri"/>
              </a:defRPr>
            </a:pPr>
            <a:r>
              <a:rPr sz="1046" b="1">
                <a:solidFill>
                  <a:srgbClr val="111111"/>
                </a:solidFill>
                <a:latin typeface="Calibri"/>
                <a:ea typeface="Calibri"/>
                <a:cs typeface="Calibri"/>
              </a:rPr>
              <a:t>VΩ</a:t>
            </a:r>
          </a:p>
        </p:txBody>
      </p:sp>
      <p:sp>
        <p:nvSpPr>
          <p:cNvPr id="9" name="24,00 V">
            <a:extLst xmlns:a="http://schemas.openxmlformats.org/drawingml/2006/main">
              <a:ext uri="{FF2B5EF4-FFF2-40B4-BE49-F238E27FC236}">
                <a16:creationId xmlns:a16="http://schemas.microsoft.com/office/drawing/2014/main" id="{50BEFC18-F848-4F37-98A9-542E837B5AD9}"/>
              </a:ext>
            </a:extLst>
          </p:cNvPr>
          <p:cNvSpPr>
            <a:spLocks xmlns:a="http://schemas.openxmlformats.org/drawingml/2006/main" noGrp="1"/>
          </p:cNvSpPr>
          <p:nvPr/>
        </p:nvSpPr>
        <p:spPr>
          <a:xfrm xmlns:a="http://schemas.openxmlformats.org/drawingml/2006/main">
            <a:off x="1178719" y="2290762"/>
            <a:ext cx="1285875" cy="3536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941" b="1">
                <a:solidFill>
                  <a:srgbClr val="111111"/>
                </a:solidFill>
                <a:latin typeface="Calibri"/>
                <a:ea typeface="Calibri"/>
                <a:cs typeface="Calibri"/>
              </a:defRPr>
            </a:pPr>
            <a:r>
              <a:rPr sz="1941" b="1">
                <a:solidFill>
                  <a:srgbClr val="111111"/>
                </a:solidFill>
                <a:latin typeface="Calibri"/>
                <a:ea typeface="Calibri"/>
                <a:cs typeface="Calibri"/>
              </a:rPr>
              <a:t>24,00 V</a:t>
            </a:r>
          </a:p>
        </p:txBody>
      </p:sp>
      <p:sp>
        <p:nvSpPr>
          <p:cNvPr id="10" name="V DC">
            <a:extLst xmlns:a="http://schemas.openxmlformats.org/drawingml/2006/main">
              <a:ext uri="{FF2B5EF4-FFF2-40B4-BE49-F238E27FC236}">
                <a16:creationId xmlns:a16="http://schemas.microsoft.com/office/drawing/2014/main" id="{54A48F1B-63ED-416F-83E5-88F76DC961FC}"/>
              </a:ext>
            </a:extLst>
          </p:cNvPr>
          <p:cNvSpPr>
            <a:spLocks xmlns:a="http://schemas.openxmlformats.org/drawingml/2006/main" noGrp="1"/>
          </p:cNvSpPr>
          <p:nvPr/>
        </p:nvSpPr>
        <p:spPr>
          <a:xfrm xmlns:a="http://schemas.openxmlformats.org/drawingml/2006/main">
            <a:off x="1221581" y="2647593"/>
            <a:ext cx="1200150" cy="1253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95" b="1">
                <a:solidFill>
                  <a:srgbClr val="111111"/>
                </a:solidFill>
                <a:latin typeface="Calibri"/>
                <a:ea typeface="Calibri"/>
                <a:cs typeface="Calibri"/>
              </a:defRPr>
            </a:pPr>
            <a:r>
              <a:rPr sz="995" b="1">
                <a:solidFill>
                  <a:srgbClr val="111111"/>
                </a:solidFill>
                <a:latin typeface="Calibri"/>
                <a:ea typeface="Calibri"/>
                <a:cs typeface="Calibri"/>
              </a:rPr>
              <a:t>V DC</a:t>
            </a:r>
          </a:p>
        </p:txBody>
      </p:sp>
      <p:sp>
        <p:nvSpPr>
          <p:cNvPr id="11" name="V DC">
            <a:extLst xmlns:a="http://schemas.openxmlformats.org/drawingml/2006/main">
              <a:ext uri="{FF2B5EF4-FFF2-40B4-BE49-F238E27FC236}">
                <a16:creationId xmlns:a16="http://schemas.microsoft.com/office/drawing/2014/main" id="{743C1235-3DD2-44AE-8BAA-1B447F013D08}"/>
              </a:ext>
            </a:extLst>
          </p:cNvPr>
          <p:cNvSpPr>
            <a:spLocks xmlns:a="http://schemas.openxmlformats.org/drawingml/2006/main" noGrp="1"/>
          </p:cNvSpPr>
          <p:nvPr/>
        </p:nvSpPr>
        <p:spPr>
          <a:xfrm xmlns:a="http://schemas.openxmlformats.org/drawingml/2006/main">
            <a:off x="1628775" y="2885480"/>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1">
                <a:solidFill>
                  <a:srgbClr val="064F91"/>
                </a:solidFill>
                <a:latin typeface="Calibri"/>
                <a:ea typeface="Calibri"/>
                <a:cs typeface="Calibri"/>
              </a:defRPr>
            </a:pPr>
            <a:r>
              <a:rPr sz="928" b="1">
                <a:solidFill>
                  <a:srgbClr val="064F91"/>
                </a:solidFill>
                <a:latin typeface="Calibri"/>
                <a:ea typeface="Calibri"/>
                <a:cs typeface="Calibri"/>
              </a:rPr>
              <a:t>V DC</a:t>
            </a:r>
          </a:p>
        </p:txBody>
      </p:sp>
      <p:sp>
        <p:nvSpPr>
          <p:cNvPr id="12" name="V AC">
            <a:extLst xmlns:a="http://schemas.openxmlformats.org/drawingml/2006/main">
              <a:ext uri="{FF2B5EF4-FFF2-40B4-BE49-F238E27FC236}">
                <a16:creationId xmlns:a16="http://schemas.microsoft.com/office/drawing/2014/main" id="{5F195824-4864-4B7A-A8E4-82DE5FE9C9B5}"/>
              </a:ext>
            </a:extLst>
          </p:cNvPr>
          <p:cNvSpPr>
            <a:spLocks xmlns:a="http://schemas.openxmlformats.org/drawingml/2006/main" noGrp="1"/>
          </p:cNvSpPr>
          <p:nvPr/>
        </p:nvSpPr>
        <p:spPr>
          <a:xfrm xmlns:a="http://schemas.openxmlformats.org/drawingml/2006/main">
            <a:off x="2102055" y="3158728"/>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V AC</a:t>
            </a:r>
          </a:p>
        </p:txBody>
      </p:sp>
      <p:sp>
        <p:nvSpPr>
          <p:cNvPr id="13" name="A DC">
            <a:extLst xmlns:a="http://schemas.openxmlformats.org/drawingml/2006/main">
              <a:ext uri="{FF2B5EF4-FFF2-40B4-BE49-F238E27FC236}">
                <a16:creationId xmlns:a16="http://schemas.microsoft.com/office/drawing/2014/main" id="{DE571CDA-6958-4160-8C68-C294C6EB1658}"/>
              </a:ext>
            </a:extLst>
          </p:cNvPr>
          <p:cNvSpPr>
            <a:spLocks xmlns:a="http://schemas.openxmlformats.org/drawingml/2006/main" noGrp="1"/>
          </p:cNvSpPr>
          <p:nvPr/>
        </p:nvSpPr>
        <p:spPr>
          <a:xfrm xmlns:a="http://schemas.openxmlformats.org/drawingml/2006/main">
            <a:off x="2102055" y="3705225"/>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A DC</a:t>
            </a:r>
          </a:p>
        </p:txBody>
      </p:sp>
      <p:sp>
        <p:nvSpPr>
          <p:cNvPr id="14" name="Ω">
            <a:extLst xmlns:a="http://schemas.openxmlformats.org/drawingml/2006/main">
              <a:ext uri="{FF2B5EF4-FFF2-40B4-BE49-F238E27FC236}">
                <a16:creationId xmlns:a16="http://schemas.microsoft.com/office/drawing/2014/main" id="{139C8D29-5FB6-4D82-BBAC-4AB2F431DB74}"/>
              </a:ext>
            </a:extLst>
          </p:cNvPr>
          <p:cNvSpPr>
            <a:spLocks xmlns:a="http://schemas.openxmlformats.org/drawingml/2006/main" noGrp="1"/>
          </p:cNvSpPr>
          <p:nvPr/>
        </p:nvSpPr>
        <p:spPr>
          <a:xfrm xmlns:a="http://schemas.openxmlformats.org/drawingml/2006/main">
            <a:off x="1628775" y="3978473"/>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Ω</a:t>
            </a:r>
          </a:p>
        </p:txBody>
      </p:sp>
      <p:sp>
        <p:nvSpPr>
          <p:cNvPr id="15" name="PIP">
            <a:extLst xmlns:a="http://schemas.openxmlformats.org/drawingml/2006/main">
              <a:ext uri="{FF2B5EF4-FFF2-40B4-BE49-F238E27FC236}">
                <a16:creationId xmlns:a16="http://schemas.microsoft.com/office/drawing/2014/main" id="{F97F5DD9-99DC-4439-A533-68FFC74DF5BF}"/>
              </a:ext>
            </a:extLst>
          </p:cNvPr>
          <p:cNvSpPr>
            <a:spLocks xmlns:a="http://schemas.openxmlformats.org/drawingml/2006/main" noGrp="1"/>
          </p:cNvSpPr>
          <p:nvPr/>
        </p:nvSpPr>
        <p:spPr>
          <a:xfrm xmlns:a="http://schemas.openxmlformats.org/drawingml/2006/main">
            <a:off x="1155495" y="3705225"/>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PIP</a:t>
            </a:r>
          </a:p>
        </p:txBody>
      </p:sp>
      <p:sp>
        <p:nvSpPr>
          <p:cNvPr id="16" name="OFF">
            <a:extLst xmlns:a="http://schemas.openxmlformats.org/drawingml/2006/main">
              <a:ext uri="{FF2B5EF4-FFF2-40B4-BE49-F238E27FC236}">
                <a16:creationId xmlns:a16="http://schemas.microsoft.com/office/drawing/2014/main" id="{AAE6D9BB-249B-4B49-A5F9-D02391EE6562}"/>
              </a:ext>
            </a:extLst>
          </p:cNvPr>
          <p:cNvSpPr>
            <a:spLocks xmlns:a="http://schemas.openxmlformats.org/drawingml/2006/main" noGrp="1"/>
          </p:cNvSpPr>
          <p:nvPr/>
        </p:nvSpPr>
        <p:spPr>
          <a:xfrm xmlns:a="http://schemas.openxmlformats.org/drawingml/2006/main">
            <a:off x="1155495" y="3158728"/>
            <a:ext cx="385762" cy="1607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928" b="0">
                <a:solidFill>
                  <a:srgbClr val="111111"/>
                </a:solidFill>
                <a:latin typeface="Calibri"/>
                <a:ea typeface="Calibri"/>
                <a:cs typeface="Calibri"/>
              </a:defRPr>
            </a:pPr>
            <a:r>
              <a:rPr sz="928" b="0">
                <a:solidFill>
                  <a:srgbClr val="111111"/>
                </a:solidFill>
                <a:latin typeface="Calibri"/>
                <a:ea typeface="Calibri"/>
                <a:cs typeface="Calibri"/>
              </a:rPr>
              <a:t>OFF</a:t>
            </a:r>
          </a:p>
        </p:txBody>
      </p:sp>
      <p:sp>
        <p:nvSpPr>
          <p:cNvPr id="17" name="Ledning">
            <a:extLst xmlns:a="http://schemas.openxmlformats.org/drawingml/2006/main">
              <a:ext uri="{FF2B5EF4-FFF2-40B4-BE49-F238E27FC236}">
                <a16:creationId xmlns:a16="http://schemas.microsoft.com/office/drawing/2014/main" id="{C9F9D750-B3E1-42B9-886B-87036CC12DEE}"/>
              </a:ext>
            </a:extLst>
          </p:cNvPr>
          <p:cNvSpPr>
            <a:spLocks xmlns:a="http://schemas.openxmlformats.org/drawingml/2006/main" noGrp="1"/>
          </p:cNvSpPr>
          <p:nvPr/>
        </p:nvSpPr>
        <p:spPr>
          <a:xfrm xmlns:a="http://schemas.openxmlformats.org/drawingml/2006/main">
            <a:off x="1821656" y="3190875"/>
            <a:ext cx="715" cy="321469"/>
          </a:xfrm>
          <a:custGeom xmlns:a="http://schemas.openxmlformats.org/drawingml/2006/main">
            <a:pathLst>
              <a:path w="953" h="428625">
                <a:moveTo>
                  <a:pt x="0" y="428625"/>
                </a:moveTo>
                <a:lnTo>
                  <a:pt x="0" y="0"/>
                </a:lnTo>
              </a:path>
            </a:pathLst>
          </a:custGeom>
          <a:noFill xmlns:a="http://schemas.openxmlformats.org/drawingml/2006/main"/>
          <a:ln xmlns:a="http://schemas.openxmlformats.org/drawingml/2006/main" w="42862">
            <a:solidFill>
              <a:srgbClr val="064F91"/>
            </a:solidFill>
          </a:ln>
        </p:spPr>
      </p:sp>
      <p:sp>
        <p:nvSpPr>
          <p:cNvPr id="18" name="">
            <a:extLst xmlns:a="http://schemas.openxmlformats.org/drawingml/2006/main">
              <a:ext uri="{FF2B5EF4-FFF2-40B4-BE49-F238E27FC236}">
                <a16:creationId xmlns:a16="http://schemas.microsoft.com/office/drawing/2014/main" id="{4196BD73-E7CF-4BB0-8EB5-F51706D03708}"/>
              </a:ext>
            </a:extLst>
          </p:cNvPr>
          <p:cNvSpPr>
            <a:spLocks xmlns:a="http://schemas.openxmlformats.org/drawingml/2006/main" noGrp="1"/>
          </p:cNvSpPr>
          <p:nvPr/>
        </p:nvSpPr>
        <p:spPr>
          <a:xfrm xmlns:a="http://schemas.openxmlformats.org/drawingml/2006/main">
            <a:off x="1785938" y="3476625"/>
            <a:ext cx="71438" cy="71438"/>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19" name="Specifikation:&#10;±(0,5 % av visningen + 2 siffror)">
            <a:extLst xmlns:a="http://schemas.openxmlformats.org/drawingml/2006/main">
              <a:ext uri="{FF2B5EF4-FFF2-40B4-BE49-F238E27FC236}">
                <a16:creationId xmlns:a16="http://schemas.microsoft.com/office/drawing/2014/main" id="{1D59A52D-8B0A-456C-AF29-E79BF1FB5C01}"/>
              </a:ext>
            </a:extLst>
          </p:cNvPr>
          <p:cNvSpPr>
            <a:spLocks xmlns:a="http://schemas.openxmlformats.org/drawingml/2006/main" noGrp="1"/>
          </p:cNvSpPr>
          <p:nvPr/>
        </p:nvSpPr>
        <p:spPr>
          <a:xfrm xmlns:a="http://schemas.openxmlformats.org/drawingml/2006/main">
            <a:off x="3714750" y="1714500"/>
            <a:ext cx="5000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12" b="0">
                <a:solidFill>
                  <a:srgbClr val="111111"/>
                </a:solidFill>
                <a:latin typeface="Calibri"/>
                <a:ea typeface="Calibri"/>
                <a:cs typeface="Calibri"/>
              </a:defRPr>
            </a:pPr>
            <a:r>
              <a:rPr sz="1912" b="0">
                <a:solidFill>
                  <a:srgbClr val="111111"/>
                </a:solidFill>
                <a:latin typeface="Calibri"/>
                <a:ea typeface="Calibri"/>
                <a:cs typeface="Calibri"/>
              </a:rPr>
              <a:t>Noggrannhet enligt specifikationen:</a:t>
            </a:r>
          </a:p>
          <a:p xmlns:a="http://schemas.openxmlformats.org/drawingml/2006/main">
            <a:pPr algn="l">
              <a:buNone/>
              <a:defRPr sz="1912" b="0">
                <a:solidFill>
                  <a:srgbClr val="111111"/>
                </a:solidFill>
                <a:latin typeface="Calibri"/>
                <a:ea typeface="Calibri"/>
                <a:cs typeface="Calibri"/>
              </a:defRPr>
            </a:pPr>
            <a:r>
              <a:rPr sz="1912" b="0">
                <a:solidFill>
                  <a:srgbClr val="111111"/>
                </a:solidFill>
                <a:latin typeface="Calibri"/>
                <a:ea typeface="Calibri"/>
                <a:cs typeface="Calibri"/>
              </a:rPr>
              <a:t>±(0,5 % av avläst värde + 2 siffror)</a:t>
            </a:r>
          </a:p>
        </p:txBody>
      </p:sp>
      <p:sp>
        <p:nvSpPr>
          <p:cNvPr id="20" name="Upplösning: 0,01 V">
            <a:extLst xmlns:a="http://schemas.openxmlformats.org/drawingml/2006/main">
              <a:ext uri="{FF2B5EF4-FFF2-40B4-BE49-F238E27FC236}">
                <a16:creationId xmlns:a16="http://schemas.microsoft.com/office/drawing/2014/main" id="{9C6AAFBB-F1CD-47A3-B306-36F05D0D70F7}"/>
              </a:ext>
            </a:extLst>
          </p:cNvPr>
          <p:cNvSpPr>
            <a:spLocks xmlns:a="http://schemas.openxmlformats.org/drawingml/2006/main" noGrp="1"/>
          </p:cNvSpPr>
          <p:nvPr/>
        </p:nvSpPr>
        <p:spPr>
          <a:xfrm xmlns:a="http://schemas.openxmlformats.org/drawingml/2006/main">
            <a:off x="3714750" y="2609850"/>
            <a:ext cx="5000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12" b="0">
                <a:solidFill>
                  <a:srgbClr val="111111"/>
                </a:solidFill>
                <a:latin typeface="Calibri"/>
                <a:ea typeface="Calibri"/>
                <a:cs typeface="Calibri"/>
              </a:defRPr>
            </a:pPr>
            <a:r>
              <a:rPr sz="1912" b="0">
                <a:solidFill>
                  <a:srgbClr val="111111"/>
                </a:solidFill>
                <a:latin typeface="Calibri"/>
                <a:ea typeface="Calibri"/>
                <a:cs typeface="Calibri"/>
              </a:rPr>
              <a:t>Upplösning: 0,01 V</a:t>
            </a:r>
          </a:p>
          <a:p xmlns:a="http://schemas.openxmlformats.org/drawingml/2006/main">
            <a:pPr algn="l">
              <a:buNone/>
              <a:defRPr sz="1912" b="0">
                <a:solidFill>
                  <a:srgbClr val="111111"/>
                </a:solidFill>
                <a:latin typeface="Calibri"/>
                <a:ea typeface="Calibri"/>
                <a:cs typeface="Calibri"/>
              </a:defRPr>
            </a:pPr>
            <a:r>
              <a:rPr sz="1912" b="0">
                <a:solidFill>
                  <a:srgbClr val="111111"/>
                </a:solidFill>
                <a:latin typeface="Calibri"/>
                <a:ea typeface="Calibri"/>
                <a:cs typeface="Calibri"/>
              </a:rPr>
              <a:t>”2 siffror” = två steg i sista siffran.</a:t>
            </a:r>
          </a:p>
        </p:txBody>
      </p:sp>
      <p:sp>
        <p:nvSpPr>
          <p:cNvPr id="21" name="Beräkna bidragen och intervallet.">
            <a:extLst xmlns:a="http://schemas.openxmlformats.org/drawingml/2006/main">
              <a:ext uri="{FF2B5EF4-FFF2-40B4-BE49-F238E27FC236}">
                <a16:creationId xmlns:a16="http://schemas.microsoft.com/office/drawing/2014/main" id="{97B9072E-4D8C-4AA0-8529-4974C72C2CD3}"/>
              </a:ext>
            </a:extLst>
          </p:cNvPr>
          <p:cNvSpPr>
            <a:spLocks xmlns:a="http://schemas.openxmlformats.org/drawingml/2006/main" noGrp="1"/>
          </p:cNvSpPr>
          <p:nvPr/>
        </p:nvSpPr>
        <p:spPr>
          <a:xfrm xmlns:a="http://schemas.openxmlformats.org/drawingml/2006/main">
            <a:off x="3714750" y="3505200"/>
            <a:ext cx="5000625"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1. Beräkna procentdelen i volt.</a:t>
            </a:r>
          </a:p>
          <a:p xmlns:a="http://schemas.openxmlformats.org/drawingml/2006/main">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2. Beräkna två steg i sista siffran i volt.</a:t>
            </a:r>
          </a:p>
          <a:p xmlns:a="http://schemas.openxmlformats.org/drawingml/2006/main">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3. Addera delarna till en felgräns.</a:t>
            </a:r>
          </a:p>
          <a:p xmlns:a="http://schemas.openxmlformats.org/drawingml/2006/main">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    Beräkna intervallets lägsta och</a:t>
            </a:r>
          </a:p>
          <a:p xmlns:a="http://schemas.openxmlformats.org/drawingml/2006/main">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    högsta spänning.</a:t>
            </a:r>
          </a:p>
        </p:txBody>
      </p:sp>
      <p:sp>
        <p:nvSpPr>
          <p:cNvPr id="22" name="Skriv enheten i varje beräkningssteg.">
            <a:extLst xmlns:a="http://schemas.openxmlformats.org/drawingml/2006/main">
              <a:ext uri="{FF2B5EF4-FFF2-40B4-BE49-F238E27FC236}">
                <a16:creationId xmlns:a16="http://schemas.microsoft.com/office/drawing/2014/main" id="{4689A7B8-31E9-44AB-82FF-D404266815C7}"/>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Skriv enheten i varje beräkningssteg.</a:t>
            </a:r>
          </a:p>
        </p:txBody>
      </p:sp>
      <p:sp>
        <p:nvSpPr>
          <p:cNvPr id="9001" name="Övning 6  Manöverpanelen visar 24,00 V">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Övning 6  Multimetern visar 24,00 V</a:t>
            </a:r>
          </a:p>
        </p:txBody>
      </p:sp>
      <p:sp>
        <p:nvSpPr>
          <p:cNvPr id="9002" name="43">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47</a:t>
            </a:r>
          </a:p>
        </p:txBody>
      </p:sp>
    </p:spTree>
    <p:extLst>
      <p:ext uri="{BB962C8B-B14F-4D97-AF65-F5344CB8AC3E}">
        <p14:creationId xmlns:p14="http://schemas.microsoft.com/office/powerpoint/2010/main" val="168295050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Procentdel: 0,005 · 24,00 V = 0,12 V">
            <a:extLst xmlns:a="http://schemas.openxmlformats.org/drawingml/2006/main">
              <a:ext uri="{FF2B5EF4-FFF2-40B4-BE49-F238E27FC236}">
                <a16:creationId xmlns:a16="http://schemas.microsoft.com/office/drawing/2014/main" id="{F9779924-5B02-4E37-83D5-E2701CEE1F1B}"/>
              </a:ext>
            </a:extLst>
          </p:cNvPr>
          <p:cNvSpPr>
            <a:spLocks xmlns:a="http://schemas.openxmlformats.org/drawingml/2006/main" noGrp="1"/>
          </p:cNvSpPr>
          <p:nvPr/>
        </p:nvSpPr>
        <p:spPr>
          <a:xfrm xmlns:a="http://schemas.openxmlformats.org/drawingml/2006/main">
            <a:off x="607219" y="2047875"/>
            <a:ext cx="7929562" cy="7700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68" b="0">
                <a:solidFill>
                  <a:srgbClr val="111111"/>
                </a:solidFill>
                <a:latin typeface="Calibri"/>
                <a:ea typeface="Calibri"/>
                <a:cs typeface="Calibri"/>
              </a:defRPr>
            </a:pPr>
            <a:r>
              <a:rPr sz="2168" b="0">
                <a:solidFill>
                  <a:srgbClr val="111111"/>
                </a:solidFill>
                <a:latin typeface="Calibri"/>
                <a:ea typeface="Calibri"/>
                <a:cs typeface="Calibri"/>
              </a:rPr>
              <a:t>Procentdel: 0,005 · 24,00 V = 0,12 V</a:t>
            </a:r>
          </a:p>
        </p:txBody>
      </p:sp>
      <p:sp>
        <p:nvSpPr>
          <p:cNvPr id="5" name="Sifferdel: 2 · 0,01 V = 0,02 V">
            <a:extLst xmlns:a="http://schemas.openxmlformats.org/drawingml/2006/main">
              <a:ext uri="{FF2B5EF4-FFF2-40B4-BE49-F238E27FC236}">
                <a16:creationId xmlns:a16="http://schemas.microsoft.com/office/drawing/2014/main" id="{F108B556-89C0-4CD4-8C7F-26F13A5C02FF}"/>
              </a:ext>
            </a:extLst>
          </p:cNvPr>
          <p:cNvSpPr>
            <a:spLocks xmlns:a="http://schemas.openxmlformats.org/drawingml/2006/main" noGrp="1"/>
          </p:cNvSpPr>
          <p:nvPr/>
        </p:nvSpPr>
        <p:spPr>
          <a:xfrm xmlns:a="http://schemas.openxmlformats.org/drawingml/2006/main">
            <a:off x="607219" y="2847975"/>
            <a:ext cx="7929562" cy="7700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68" b="0">
                <a:solidFill>
                  <a:srgbClr val="111111"/>
                </a:solidFill>
                <a:latin typeface="Calibri"/>
                <a:ea typeface="Calibri"/>
                <a:cs typeface="Calibri"/>
              </a:defRPr>
            </a:pPr>
            <a:r>
              <a:rPr sz="2168" b="0">
                <a:solidFill>
                  <a:srgbClr val="111111"/>
                </a:solidFill>
                <a:latin typeface="Calibri"/>
                <a:ea typeface="Calibri"/>
                <a:cs typeface="Calibri"/>
              </a:rPr>
              <a:t>Två steg i sista siffran:</a:t>
            </a:r>
          </a:p>
          <a:p xmlns:a="http://schemas.openxmlformats.org/drawingml/2006/main">
            <a:pPr algn="l">
              <a:buNone/>
              <a:defRPr sz="2168" b="0">
                <a:solidFill>
                  <a:srgbClr val="111111"/>
                </a:solidFill>
                <a:latin typeface="Calibri"/>
                <a:ea typeface="Calibri"/>
                <a:cs typeface="Calibri"/>
              </a:defRPr>
            </a:pPr>
            <a:r>
              <a:rPr sz="2168" b="0">
                <a:solidFill>
                  <a:srgbClr val="111111"/>
                </a:solidFill>
                <a:latin typeface="Calibri"/>
                <a:ea typeface="Calibri"/>
                <a:cs typeface="Calibri"/>
              </a:rPr>
              <a:t>2 · 0,01 V = 0,02 V</a:t>
            </a:r>
          </a:p>
        </p:txBody>
      </p:sp>
      <p:sp>
        <p:nvSpPr>
          <p:cNvPr id="6" name="Felgräns: ±(0,12 V + 0,02 V) = ±0,14 V">
            <a:extLst xmlns:a="http://schemas.openxmlformats.org/drawingml/2006/main">
              <a:ext uri="{FF2B5EF4-FFF2-40B4-BE49-F238E27FC236}">
                <a16:creationId xmlns:a16="http://schemas.microsoft.com/office/drawing/2014/main" id="{93DD5640-8A7F-4775-A68A-854B6E3BAE00}"/>
              </a:ext>
            </a:extLst>
          </p:cNvPr>
          <p:cNvSpPr>
            <a:spLocks xmlns:a="http://schemas.openxmlformats.org/drawingml/2006/main" noGrp="1"/>
          </p:cNvSpPr>
          <p:nvPr/>
        </p:nvSpPr>
        <p:spPr>
          <a:xfrm xmlns:a="http://schemas.openxmlformats.org/drawingml/2006/main">
            <a:off x="607219" y="3648075"/>
            <a:ext cx="7929562" cy="7700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68" b="0">
                <a:solidFill>
                  <a:srgbClr val="111111"/>
                </a:solidFill>
                <a:latin typeface="Calibri"/>
                <a:ea typeface="Calibri"/>
                <a:cs typeface="Calibri"/>
              </a:defRPr>
            </a:pPr>
            <a:r>
              <a:rPr sz="2168" b="0">
                <a:solidFill>
                  <a:srgbClr val="111111"/>
                </a:solidFill>
                <a:latin typeface="Calibri"/>
                <a:ea typeface="Calibri"/>
                <a:cs typeface="Calibri"/>
              </a:rPr>
              <a:t>Sammanlagd felgräns:</a:t>
            </a:r>
          </a:p>
          <a:p xmlns:a="http://schemas.openxmlformats.org/drawingml/2006/main">
            <a:pPr algn="l">
              <a:buNone/>
              <a:defRPr sz="2168" b="0">
                <a:solidFill>
                  <a:srgbClr val="111111"/>
                </a:solidFill>
                <a:latin typeface="Calibri"/>
                <a:ea typeface="Calibri"/>
                <a:cs typeface="Calibri"/>
              </a:defRPr>
            </a:pPr>
            <a:r>
              <a:rPr sz="2168" b="0">
                <a:solidFill>
                  <a:srgbClr val="111111"/>
                </a:solidFill>
                <a:latin typeface="Calibri"/>
                <a:ea typeface="Calibri"/>
                <a:cs typeface="Calibri"/>
              </a:rPr>
              <a:t>±(0,12 V + 0,02 V) = ±0,14 V</a:t>
            </a:r>
          </a:p>
        </p:txBody>
      </p:sp>
      <p:sp>
        <p:nvSpPr>
          <p:cNvPr id="7" name="Intervallet blir 23,86–24,14 V.">
            <a:extLst xmlns:a="http://schemas.openxmlformats.org/drawingml/2006/main">
              <a:ext uri="{FF2B5EF4-FFF2-40B4-BE49-F238E27FC236}">
                <a16:creationId xmlns:a16="http://schemas.microsoft.com/office/drawing/2014/main" id="{06BAF15D-3DD8-4843-9995-201883CA5507}"/>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785" b="1">
                <a:solidFill>
                  <a:srgbClr val="064F91"/>
                </a:solidFill>
                <a:latin typeface="Calibri"/>
                <a:ea typeface="Calibri"/>
                <a:cs typeface="Calibri"/>
              </a:defRPr>
            </a:pPr>
            <a:r>
              <a:rPr sz="1785" b="1">
                <a:solidFill>
                  <a:srgbClr val="064F91"/>
                </a:solidFill>
                <a:latin typeface="Calibri"/>
                <a:ea typeface="Calibri"/>
                <a:cs typeface="Calibri"/>
              </a:rPr>
              <a:t>Intervall enligt specifikationen: 23,86–24,14 V.</a:t>
            </a:r>
          </a:p>
        </p:txBody>
      </p:sp>
      <p:sp>
        <p:nvSpPr>
          <p:cNvPr id="9001" name="Facit  Manöverpanelens felgräns">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Facit  Multimeterns felgräns</a:t>
            </a:r>
          </a:p>
        </p:txBody>
      </p:sp>
      <p:sp>
        <p:nvSpPr>
          <p:cNvPr id="9002" name="44">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48</a:t>
            </a:r>
          </a:p>
        </p:txBody>
      </p:sp>
    </p:spTree>
    <p:extLst>
      <p:ext uri="{BB962C8B-B14F-4D97-AF65-F5344CB8AC3E}">
        <p14:creationId xmlns:p14="http://schemas.microsoft.com/office/powerpoint/2010/main" val="97605016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graphicFrame>
        <p:nvGraphicFramePr>
          <p:cNvPr id="9" name=""/>
          <p:cNvGraphicFramePr/>
          <p:nvPr/>
        </p:nvGraphicFramePr>
        <p:xfrm>
          <a:off xmlns:a="http://schemas.openxmlformats.org/drawingml/2006/main" x="400050" y="2226469"/>
          <a:ext xmlns:a="http://schemas.openxmlformats.org/drawingml/2006/main" cx="8343900" cy="2286000"/>
        </p:xfrm>
        <a:graphic xmlns:a="http://schemas.openxmlformats.org/drawingml/2006/main">
          <a:graphicData uri="http://schemas.openxmlformats.org/drawingml/2006/table">
            <a:tbl>
              <a:tblPr/>
              <a:tblGrid>
                <a:gridCol w="4171950"/>
                <a:gridCol w="4171950"/>
              </a:tblGrid>
              <a:tr h="762000">
                <a:tc>
                  <a:txBody>
                    <a:bodyPr lIns="85725" tIns="71438" rIns="85725" bIns="71438"/>
                    <a:lstStyle/>
                    <a:p>
                      <a:r>
                        <a:rPr sz="1849" b="1">
                          <a:solidFill>
                            <a:srgbClr val="111111"/>
                          </a:solidFill>
                          <a:latin typeface="Calibri"/>
                          <a:ea typeface="Calibri"/>
                          <a:cs typeface="Calibri"/>
                        </a:rPr>
                        <a:t>Krav på utrustningen</a:t>
                      </a:r>
                    </a:p>
                  </a:txBody>
                  <a:tcPr marL="68580" marR="68580" marT="34290" marB="34290" anchor="ctr">
                    <a:solidFill>
                      <a:srgbClr val="EAF1F7"/>
                    </a:solidFill>
                  </a:tcPr>
                </a:tc>
                <a:tc>
                  <a:txBody>
                    <a:bodyPr lIns="85725" tIns="71438" rIns="85725" bIns="71438"/>
                    <a:lstStyle/>
                    <a:p>
                      <a:r>
                        <a:rPr sz="1849" b="1">
                          <a:solidFill>
                            <a:srgbClr val="111111"/>
                          </a:solidFill>
                          <a:latin typeface="Calibri"/>
                          <a:ea typeface="Calibri"/>
                          <a:cs typeface="Calibri"/>
                        </a:rPr>
                        <a:t>Uppgifter från mätningen</a:t>
                      </a:r>
                    </a:p>
                  </a:txBody>
                  <a:tcPr marL="68580" marR="68580" marT="34290" marB="34290" anchor="ctr">
                    <a:solidFill>
                      <a:srgbClr val="EAF1F7"/>
                    </a:solidFill>
                  </a:tcPr>
                </a:tc>
              </a:tr>
              <a:tr h="762000">
                <a:tc>
                  <a:txBody>
                    <a:bodyPr lIns="85725" tIns="71438" rIns="85725" bIns="71438"/>
                    <a:lstStyle/>
                    <a:p>
                      <a:r>
                        <a:rPr sz="1849" b="0">
                          <a:solidFill>
                            <a:srgbClr val="111111"/>
                          </a:solidFill>
                          <a:latin typeface="Calibri"/>
                          <a:ea typeface="Calibri"/>
                          <a:cs typeface="Calibri"/>
                        </a:rPr>
                        <a:t>12,0 V ±5 %</a:t>
                      </a:r>
                    </a:p>
                  </a:txBody>
                  <a:tcPr marL="68580" marR="68580" marT="34290" marB="34290" anchor="ctr">
                    <a:solidFill>
                      <a:srgbClr val="FFFFFF"/>
                    </a:solidFill>
                  </a:tcPr>
                </a:tc>
                <a:tc>
                  <a:txBody>
                    <a:bodyPr lIns="85725" tIns="71438" rIns="85725" bIns="71438"/>
                    <a:lstStyle/>
                    <a:p>
                      <a:r>
                        <a:rPr sz="1849" b="0">
                          <a:solidFill>
                            <a:srgbClr val="111111"/>
                          </a:solidFill>
                          <a:latin typeface="Calibri"/>
                          <a:ea typeface="Calibri"/>
                          <a:cs typeface="Calibri"/>
                        </a:rPr>
                        <a:t>11,50 V ±0,10 V</a:t>
                      </a:r>
                    </a:p>
                  </a:txBody>
                  <a:tcPr marL="68580" marR="68580" marT="34290" marB="34290" anchor="ctr">
                    <a:solidFill>
                      <a:srgbClr val="FFFFFF"/>
                    </a:solidFill>
                  </a:tcPr>
                </a:tc>
              </a:tr>
              <a:tr h="762000">
                <a:tc>
                  <a:txBody>
                    <a:bodyPr lIns="85725" tIns="71438" rIns="85725" bIns="71438"/>
                    <a:lstStyle/>
                    <a:p>
                      <a:r>
                        <a:rPr sz="1849" b="0">
                          <a:solidFill>
                            <a:srgbClr val="111111"/>
                          </a:solidFill>
                          <a:latin typeface="Calibri"/>
                          <a:ea typeface="Calibri"/>
                          <a:cs typeface="Calibri"/>
                        </a:rPr>
                        <a:t>Vad får matningen vara?</a:t>
                      </a:r>
                    </a:p>
                  </a:txBody>
                  <a:tcPr marL="68580" marR="68580" marT="34290" marB="34290" anchor="ctr">
                    <a:solidFill>
                      <a:srgbClr val="FFFFFF"/>
                    </a:solidFill>
                  </a:tcPr>
                </a:tc>
                <a:tc>
                  <a:txBody>
                    <a:bodyPr lIns="85725" tIns="71438" rIns="85725" bIns="71438"/>
                    <a:lstStyle/>
                    <a:p>
                      <a:r>
                        <a:rPr sz="1849" b="0">
                          <a:solidFill>
                            <a:srgbClr val="111111"/>
                          </a:solidFill>
                          <a:latin typeface="Calibri"/>
                          <a:ea typeface="Calibri"/>
                          <a:cs typeface="Calibri"/>
                        </a:rPr>
                        <a:t>Vilket intervall jämför vi med kravet?</a:t>
                      </a:r>
                    </a:p>
                  </a:txBody>
                  <a:tcPr marL="68580" marR="68580" marT="34290" marB="34290" anchor="ctr">
                    <a:solidFill>
                      <a:srgbClr val="FFFFFF"/>
                    </a:solidFill>
                  </a:tcPr>
                </a:tc>
              </a:tr>
            </a:tbl>
          </a:graphicData>
        </a:graphic>
      </p:graphicFrame>
      <p:sp>
        <p:nvSpPr>
          <p:cNvPr id="5" name="Beräkna och jämför båda intervallen.">
            <a:extLst xmlns:a="http://schemas.openxmlformats.org/drawingml/2006/main">
              <a:ext uri="{FF2B5EF4-FFF2-40B4-BE49-F238E27FC236}">
                <a16:creationId xmlns:a16="http://schemas.microsoft.com/office/drawing/2014/main" id="{C971E62E-1461-48F1-BCAF-0C6C9D7173F5}"/>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Beräkna och jämför båda intervallen.</a:t>
            </a:r>
          </a:p>
        </p:txBody>
      </p:sp>
      <p:sp>
        <p:nvSpPr>
          <p:cNvPr id="9001" name="Utrustningens tolerans och mätarens felgräns">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111111"/>
                </a:solidFill>
                <a:latin typeface="Calibri"/>
                <a:ea typeface="Calibri"/>
                <a:cs typeface="Calibri"/>
              </a:defRPr>
            </a:pPr>
            <a:r>
              <a:rPr sz="2850" b="1">
                <a:solidFill>
                  <a:srgbClr val="111111"/>
                </a:solidFill>
                <a:latin typeface="Calibri"/>
                <a:ea typeface="Calibri"/>
                <a:cs typeface="Calibri"/>
              </a:rPr>
              <a:t>Utrustningens tolerans och mätarens felgräns</a:t>
            </a:r>
          </a:p>
        </p:txBody>
      </p:sp>
      <p:sp>
        <p:nvSpPr>
          <p:cNvPr id="9002" name="45">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49</a:t>
            </a:r>
          </a:p>
        </p:txBody>
      </p:sp>
    </p:spTree>
    <p:extLst>
      <p:ext uri="{BB962C8B-B14F-4D97-AF65-F5344CB8AC3E}">
        <p14:creationId xmlns:p14="http://schemas.microsoft.com/office/powerpoint/2010/main" val="934795731"/>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Krav: 12,0 V ±5 %">
            <a:extLst xmlns:a="http://schemas.openxmlformats.org/drawingml/2006/main">
              <a:ext uri="{FF2B5EF4-FFF2-40B4-BE49-F238E27FC236}">
                <a16:creationId xmlns:a16="http://schemas.microsoft.com/office/drawing/2014/main" id="{47CEAEA1-DBA4-4191-AA27-E4D892F57246}"/>
              </a:ext>
            </a:extLst>
          </p:cNvPr>
          <p:cNvSpPr>
            <a:spLocks xmlns:a="http://schemas.openxmlformats.org/drawingml/2006/main" noGrp="1"/>
          </p:cNvSpPr>
          <p:nvPr/>
        </p:nvSpPr>
        <p:spPr>
          <a:xfrm xmlns:a="http://schemas.openxmlformats.org/drawingml/2006/main">
            <a:off x="642938" y="2083594"/>
            <a:ext cx="8001000" cy="8093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94" b="0">
                <a:solidFill>
                  <a:srgbClr val="111111"/>
                </a:solidFill>
                <a:latin typeface="Calibri"/>
                <a:ea typeface="Calibri"/>
                <a:cs typeface="Calibri"/>
              </a:defRPr>
            </a:pPr>
            <a:r>
              <a:rPr sz="2194" b="0">
                <a:solidFill>
                  <a:srgbClr val="111111"/>
                </a:solidFill>
                <a:latin typeface="Calibri"/>
                <a:ea typeface="Calibri"/>
                <a:cs typeface="Calibri"/>
              </a:rPr>
              <a:t>Krav: 12,0 V ±5 %</a:t>
            </a:r>
          </a:p>
        </p:txBody>
      </p:sp>
      <p:sp>
        <p:nvSpPr>
          <p:cNvPr id="5" name="Mätning: 11,50 V ±0,10 V">
            <a:extLst xmlns:a="http://schemas.openxmlformats.org/drawingml/2006/main">
              <a:ext uri="{FF2B5EF4-FFF2-40B4-BE49-F238E27FC236}">
                <a16:creationId xmlns:a16="http://schemas.microsoft.com/office/drawing/2014/main" id="{21147DE5-E159-4F85-AFBD-800CCF15C95F}"/>
              </a:ext>
            </a:extLst>
          </p:cNvPr>
          <p:cNvSpPr>
            <a:spLocks xmlns:a="http://schemas.openxmlformats.org/drawingml/2006/main" noGrp="1"/>
          </p:cNvSpPr>
          <p:nvPr/>
        </p:nvSpPr>
        <p:spPr>
          <a:xfrm xmlns:a="http://schemas.openxmlformats.org/drawingml/2006/main">
            <a:off x="642938" y="2919412"/>
            <a:ext cx="8001000" cy="8093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94" b="0">
                <a:solidFill>
                  <a:srgbClr val="111111"/>
                </a:solidFill>
                <a:latin typeface="Calibri"/>
                <a:ea typeface="Calibri"/>
                <a:cs typeface="Calibri"/>
              </a:defRPr>
            </a:pPr>
            <a:r>
              <a:rPr sz="2194" b="0">
                <a:solidFill>
                  <a:srgbClr val="111111"/>
                </a:solidFill>
                <a:latin typeface="Calibri"/>
                <a:ea typeface="Calibri"/>
                <a:cs typeface="Calibri"/>
              </a:rPr>
              <a:t>Mätning: 11,50 V ±0,10 V</a:t>
            </a:r>
          </a:p>
        </p:txBody>
      </p:sp>
      <p:sp>
        <p:nvSpPr>
          <p:cNvPr id="6" name="Ligger hela mätintervallet inom kravet?">
            <a:extLst xmlns:a="http://schemas.openxmlformats.org/drawingml/2006/main">
              <a:ext uri="{FF2B5EF4-FFF2-40B4-BE49-F238E27FC236}">
                <a16:creationId xmlns:a16="http://schemas.microsoft.com/office/drawing/2014/main" id="{5AD3B2EA-9EC3-457B-B35F-0226B908356E}"/>
              </a:ext>
            </a:extLst>
          </p:cNvPr>
          <p:cNvSpPr>
            <a:spLocks xmlns:a="http://schemas.openxmlformats.org/drawingml/2006/main" noGrp="1"/>
          </p:cNvSpPr>
          <p:nvPr/>
        </p:nvSpPr>
        <p:spPr>
          <a:xfrm xmlns:a="http://schemas.openxmlformats.org/drawingml/2006/main">
            <a:off x="642938" y="3755231"/>
            <a:ext cx="8001000" cy="8093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94" b="0">
                <a:solidFill>
                  <a:srgbClr val="111111"/>
                </a:solidFill>
                <a:latin typeface="Calibri"/>
                <a:ea typeface="Calibri"/>
                <a:cs typeface="Calibri"/>
              </a:defRPr>
            </a:pPr>
            <a:r>
              <a:rPr sz="2194" b="0">
                <a:solidFill>
                  <a:srgbClr val="111111"/>
                </a:solidFill>
                <a:latin typeface="Calibri"/>
                <a:ea typeface="Calibri"/>
                <a:cs typeface="Calibri"/>
              </a:rPr>
              <a:t>Ligger hela mätintervallet inom kravet?</a:t>
            </a:r>
          </a:p>
        </p:txBody>
      </p:sp>
      <p:sp>
        <p:nvSpPr>
          <p:cNvPr id="7" name="I denna övning räknas gränsvärdena som tillåtna.">
            <a:extLst xmlns:a="http://schemas.openxmlformats.org/drawingml/2006/main">
              <a:ext uri="{FF2B5EF4-FFF2-40B4-BE49-F238E27FC236}">
                <a16:creationId xmlns:a16="http://schemas.microsoft.com/office/drawing/2014/main" id="{662311BE-75A1-4266-BAFE-59C31D5196F4}"/>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I denna övning räknas gränsvärdena som tillåtna.</a:t>
            </a:r>
          </a:p>
        </p:txBody>
      </p:sp>
      <p:sp>
        <p:nvSpPr>
          <p:cNvPr id="9001" name="Övning 7  Ryms hela mätintervallet">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Övning 7  Ryms hela mätintervallet</a:t>
            </a:r>
          </a:p>
        </p:txBody>
      </p:sp>
      <p:sp>
        <p:nvSpPr>
          <p:cNvPr id="9002" name="46">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50</a:t>
            </a:r>
          </a:p>
        </p:txBody>
      </p:sp>
    </p:spTree>
    <p:extLst>
      <p:ext uri="{BB962C8B-B14F-4D97-AF65-F5344CB8AC3E}">
        <p14:creationId xmlns:p14="http://schemas.microsoft.com/office/powerpoint/2010/main" val="1208937610"/>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5 % av 12,0 V = 0,60 V">
            <a:extLst xmlns:a="http://schemas.openxmlformats.org/drawingml/2006/main">
              <a:ext uri="{FF2B5EF4-FFF2-40B4-BE49-F238E27FC236}">
                <a16:creationId xmlns:a16="http://schemas.microsoft.com/office/drawing/2014/main" id="{678860DD-2CA7-411E-8345-79532FB7BBBB}"/>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5 % av 12,0 V = 0,60 V</a:t>
            </a:r>
          </a:p>
        </p:txBody>
      </p:sp>
      <p:sp>
        <p:nvSpPr>
          <p:cNvPr id="5" name="Ledning">
            <a:extLst xmlns:a="http://schemas.openxmlformats.org/drawingml/2006/main">
              <a:ext uri="{FF2B5EF4-FFF2-40B4-BE49-F238E27FC236}">
                <a16:creationId xmlns:a16="http://schemas.microsoft.com/office/drawing/2014/main" id="{B72F69C5-9965-4F80-A109-697B16EF22E4}"/>
              </a:ext>
            </a:extLst>
          </p:cNvPr>
          <p:cNvSpPr>
            <a:spLocks xmlns:a="http://schemas.openxmlformats.org/drawingml/2006/main" noGrp="1"/>
          </p:cNvSpPr>
          <p:nvPr/>
        </p:nvSpPr>
        <p:spPr>
          <a:xfrm xmlns:a="http://schemas.openxmlformats.org/drawingml/2006/main">
            <a:off x="1035844" y="4333875"/>
            <a:ext cx="7108031" cy="787"/>
          </a:xfrm>
          <a:custGeom xmlns:a="http://schemas.openxmlformats.org/drawingml/2006/main">
            <a:pathLst>
              <a:path w="9477375" h="953">
                <a:moveTo>
                  <a:pt x="0" y="0"/>
                </a:moveTo>
                <a:lnTo>
                  <a:pt x="9477375" y="0"/>
                </a:lnTo>
              </a:path>
            </a:pathLst>
          </a:custGeom>
          <a:noFill xmlns:a="http://schemas.openxmlformats.org/drawingml/2006/main"/>
          <a:ln xmlns:a="http://schemas.openxmlformats.org/drawingml/2006/main" w="21431">
            <a:solidFill>
              <a:srgbClr val="505864"/>
            </a:solidFill>
          </a:ln>
        </p:spPr>
      </p:sp>
      <p:sp>
        <p:nvSpPr>
          <p:cNvPr id="6" name="Ledning">
            <a:extLst xmlns:a="http://schemas.openxmlformats.org/drawingml/2006/main">
              <a:ext uri="{FF2B5EF4-FFF2-40B4-BE49-F238E27FC236}">
                <a16:creationId xmlns:a16="http://schemas.microsoft.com/office/drawing/2014/main" id="{63983BEF-7BA4-41D4-AD79-162EE5FCA3F5}"/>
              </a:ext>
            </a:extLst>
          </p:cNvPr>
          <p:cNvSpPr>
            <a:spLocks xmlns:a="http://schemas.openxmlformats.org/drawingml/2006/main" noGrp="1"/>
          </p:cNvSpPr>
          <p:nvPr/>
        </p:nvSpPr>
        <p:spPr>
          <a:xfrm xmlns:a="http://schemas.openxmlformats.org/drawingml/2006/main">
            <a:off x="1035844"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7" name="11,2">
            <a:extLst xmlns:a="http://schemas.openxmlformats.org/drawingml/2006/main">
              <a:ext uri="{FF2B5EF4-FFF2-40B4-BE49-F238E27FC236}">
                <a16:creationId xmlns:a16="http://schemas.microsoft.com/office/drawing/2014/main" id="{A26660B0-5A18-419D-8EF1-7B6E10F7A99A}"/>
              </a:ext>
            </a:extLst>
          </p:cNvPr>
          <p:cNvSpPr>
            <a:spLocks xmlns:a="http://schemas.openxmlformats.org/drawingml/2006/main" noGrp="1"/>
          </p:cNvSpPr>
          <p:nvPr/>
        </p:nvSpPr>
        <p:spPr>
          <a:xfrm xmlns:a="http://schemas.openxmlformats.org/drawingml/2006/main">
            <a:off x="714375"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11,2</a:t>
            </a:r>
          </a:p>
        </p:txBody>
      </p:sp>
      <p:sp>
        <p:nvSpPr>
          <p:cNvPr id="8" name="Ledning">
            <a:extLst xmlns:a="http://schemas.openxmlformats.org/drawingml/2006/main">
              <a:ext uri="{FF2B5EF4-FFF2-40B4-BE49-F238E27FC236}">
                <a16:creationId xmlns:a16="http://schemas.microsoft.com/office/drawing/2014/main" id="{4908DDCD-6DC4-4B65-AEFF-7D70FA568339}"/>
              </a:ext>
            </a:extLst>
          </p:cNvPr>
          <p:cNvSpPr>
            <a:spLocks xmlns:a="http://schemas.openxmlformats.org/drawingml/2006/main" noGrp="1"/>
          </p:cNvSpPr>
          <p:nvPr/>
        </p:nvSpPr>
        <p:spPr>
          <a:xfrm xmlns:a="http://schemas.openxmlformats.org/drawingml/2006/main">
            <a:off x="1924348"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9" name="11,4">
            <a:extLst xmlns:a="http://schemas.openxmlformats.org/drawingml/2006/main">
              <a:ext uri="{FF2B5EF4-FFF2-40B4-BE49-F238E27FC236}">
                <a16:creationId xmlns:a16="http://schemas.microsoft.com/office/drawing/2014/main" id="{5034C714-CC24-4EC9-A20E-69D05DFA52CD}"/>
              </a:ext>
            </a:extLst>
          </p:cNvPr>
          <p:cNvSpPr>
            <a:spLocks xmlns:a="http://schemas.openxmlformats.org/drawingml/2006/main" noGrp="1"/>
          </p:cNvSpPr>
          <p:nvPr/>
        </p:nvSpPr>
        <p:spPr>
          <a:xfrm xmlns:a="http://schemas.openxmlformats.org/drawingml/2006/main">
            <a:off x="1602879"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11,4</a:t>
            </a:r>
          </a:p>
        </p:txBody>
      </p:sp>
      <p:sp>
        <p:nvSpPr>
          <p:cNvPr id="10" name="Ledning">
            <a:extLst xmlns:a="http://schemas.openxmlformats.org/drawingml/2006/main">
              <a:ext uri="{FF2B5EF4-FFF2-40B4-BE49-F238E27FC236}">
                <a16:creationId xmlns:a16="http://schemas.microsoft.com/office/drawing/2014/main" id="{072055AA-AE04-403C-B01A-60635029AB7B}"/>
              </a:ext>
            </a:extLst>
          </p:cNvPr>
          <p:cNvSpPr>
            <a:spLocks xmlns:a="http://schemas.openxmlformats.org/drawingml/2006/main" noGrp="1"/>
          </p:cNvSpPr>
          <p:nvPr/>
        </p:nvSpPr>
        <p:spPr>
          <a:xfrm xmlns:a="http://schemas.openxmlformats.org/drawingml/2006/main">
            <a:off x="2812852"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11" name="11,6">
            <a:extLst xmlns:a="http://schemas.openxmlformats.org/drawingml/2006/main">
              <a:ext uri="{FF2B5EF4-FFF2-40B4-BE49-F238E27FC236}">
                <a16:creationId xmlns:a16="http://schemas.microsoft.com/office/drawing/2014/main" id="{EFD6B8C4-CDEA-401D-91DA-45BDCF3C3F8E}"/>
              </a:ext>
            </a:extLst>
          </p:cNvPr>
          <p:cNvSpPr>
            <a:spLocks xmlns:a="http://schemas.openxmlformats.org/drawingml/2006/main" noGrp="1"/>
          </p:cNvSpPr>
          <p:nvPr/>
        </p:nvSpPr>
        <p:spPr>
          <a:xfrm xmlns:a="http://schemas.openxmlformats.org/drawingml/2006/main">
            <a:off x="2491383"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11,6</a:t>
            </a:r>
          </a:p>
        </p:txBody>
      </p:sp>
      <p:sp>
        <p:nvSpPr>
          <p:cNvPr id="12" name="Ledning">
            <a:extLst xmlns:a="http://schemas.openxmlformats.org/drawingml/2006/main">
              <a:ext uri="{FF2B5EF4-FFF2-40B4-BE49-F238E27FC236}">
                <a16:creationId xmlns:a16="http://schemas.microsoft.com/office/drawing/2014/main" id="{5FB62C38-07BD-452D-9C0B-8EEB9EADCE61}"/>
              </a:ext>
            </a:extLst>
          </p:cNvPr>
          <p:cNvSpPr>
            <a:spLocks xmlns:a="http://schemas.openxmlformats.org/drawingml/2006/main" noGrp="1"/>
          </p:cNvSpPr>
          <p:nvPr/>
        </p:nvSpPr>
        <p:spPr>
          <a:xfrm xmlns:a="http://schemas.openxmlformats.org/drawingml/2006/main">
            <a:off x="4589860"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13" name="12,0">
            <a:extLst xmlns:a="http://schemas.openxmlformats.org/drawingml/2006/main">
              <a:ext uri="{FF2B5EF4-FFF2-40B4-BE49-F238E27FC236}">
                <a16:creationId xmlns:a16="http://schemas.microsoft.com/office/drawing/2014/main" id="{FA047047-5E31-402C-9DEE-F63B6E9D2E18}"/>
              </a:ext>
            </a:extLst>
          </p:cNvPr>
          <p:cNvSpPr>
            <a:spLocks xmlns:a="http://schemas.openxmlformats.org/drawingml/2006/main" noGrp="1"/>
          </p:cNvSpPr>
          <p:nvPr/>
        </p:nvSpPr>
        <p:spPr>
          <a:xfrm xmlns:a="http://schemas.openxmlformats.org/drawingml/2006/main">
            <a:off x="4268391"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12,0</a:t>
            </a:r>
          </a:p>
        </p:txBody>
      </p:sp>
      <p:sp>
        <p:nvSpPr>
          <p:cNvPr id="14" name="Ledning">
            <a:extLst xmlns:a="http://schemas.openxmlformats.org/drawingml/2006/main">
              <a:ext uri="{FF2B5EF4-FFF2-40B4-BE49-F238E27FC236}">
                <a16:creationId xmlns:a16="http://schemas.microsoft.com/office/drawing/2014/main" id="{D6D53892-ED03-426F-BE4C-706528829A77}"/>
              </a:ext>
            </a:extLst>
          </p:cNvPr>
          <p:cNvSpPr>
            <a:spLocks xmlns:a="http://schemas.openxmlformats.org/drawingml/2006/main" noGrp="1"/>
          </p:cNvSpPr>
          <p:nvPr/>
        </p:nvSpPr>
        <p:spPr>
          <a:xfrm xmlns:a="http://schemas.openxmlformats.org/drawingml/2006/main">
            <a:off x="7255371"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15" name="12,6">
            <a:extLst xmlns:a="http://schemas.openxmlformats.org/drawingml/2006/main">
              <a:ext uri="{FF2B5EF4-FFF2-40B4-BE49-F238E27FC236}">
                <a16:creationId xmlns:a16="http://schemas.microsoft.com/office/drawing/2014/main" id="{A3D307D4-F995-4C9F-A6E5-33071AAA761B}"/>
              </a:ext>
            </a:extLst>
          </p:cNvPr>
          <p:cNvSpPr>
            <a:spLocks xmlns:a="http://schemas.openxmlformats.org/drawingml/2006/main" noGrp="1"/>
          </p:cNvSpPr>
          <p:nvPr/>
        </p:nvSpPr>
        <p:spPr>
          <a:xfrm xmlns:a="http://schemas.openxmlformats.org/drawingml/2006/main">
            <a:off x="6933902"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12,6</a:t>
            </a:r>
          </a:p>
        </p:txBody>
      </p:sp>
      <p:sp>
        <p:nvSpPr>
          <p:cNvPr id="16" name="Ledning">
            <a:extLst xmlns:a="http://schemas.openxmlformats.org/drawingml/2006/main">
              <a:ext uri="{FF2B5EF4-FFF2-40B4-BE49-F238E27FC236}">
                <a16:creationId xmlns:a16="http://schemas.microsoft.com/office/drawing/2014/main" id="{07E0512B-3277-4309-8773-12E1A5C7A163}"/>
              </a:ext>
            </a:extLst>
          </p:cNvPr>
          <p:cNvSpPr>
            <a:spLocks xmlns:a="http://schemas.openxmlformats.org/drawingml/2006/main" noGrp="1"/>
          </p:cNvSpPr>
          <p:nvPr/>
        </p:nvSpPr>
        <p:spPr>
          <a:xfrm xmlns:a="http://schemas.openxmlformats.org/drawingml/2006/main">
            <a:off x="8143875"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17" name="12,8">
            <a:extLst xmlns:a="http://schemas.openxmlformats.org/drawingml/2006/main">
              <a:ext uri="{FF2B5EF4-FFF2-40B4-BE49-F238E27FC236}">
                <a16:creationId xmlns:a16="http://schemas.microsoft.com/office/drawing/2014/main" id="{6EE4BFDF-52E2-415E-BD76-A5ED7EB45A80}"/>
              </a:ext>
            </a:extLst>
          </p:cNvPr>
          <p:cNvSpPr>
            <a:spLocks xmlns:a="http://schemas.openxmlformats.org/drawingml/2006/main" noGrp="1"/>
          </p:cNvSpPr>
          <p:nvPr/>
        </p:nvSpPr>
        <p:spPr>
          <a:xfrm xmlns:a="http://schemas.openxmlformats.org/drawingml/2006/main">
            <a:off x="7822406"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12,8</a:t>
            </a:r>
          </a:p>
        </p:txBody>
      </p:sp>
      <p:sp>
        <p:nvSpPr>
          <p:cNvPr id="18" name="Ledning">
            <a:extLst xmlns:a="http://schemas.openxmlformats.org/drawingml/2006/main">
              <a:ext uri="{FF2B5EF4-FFF2-40B4-BE49-F238E27FC236}">
                <a16:creationId xmlns:a16="http://schemas.microsoft.com/office/drawing/2014/main" id="{5988E006-D6BC-4EDA-8EF5-ECEDFA9AC43B}"/>
              </a:ext>
            </a:extLst>
          </p:cNvPr>
          <p:cNvSpPr>
            <a:spLocks xmlns:a="http://schemas.openxmlformats.org/drawingml/2006/main" noGrp="1"/>
          </p:cNvSpPr>
          <p:nvPr/>
        </p:nvSpPr>
        <p:spPr>
          <a:xfrm xmlns:a="http://schemas.openxmlformats.org/drawingml/2006/main">
            <a:off x="1924348" y="2905125"/>
            <a:ext cx="5331023" cy="787"/>
          </a:xfrm>
          <a:custGeom xmlns:a="http://schemas.openxmlformats.org/drawingml/2006/main">
            <a:pathLst>
              <a:path w="7108031" h="953">
                <a:moveTo>
                  <a:pt x="0" y="0"/>
                </a:moveTo>
                <a:lnTo>
                  <a:pt x="7108031" y="0"/>
                </a:lnTo>
              </a:path>
            </a:pathLst>
          </a:custGeom>
          <a:noFill xmlns:a="http://schemas.openxmlformats.org/drawingml/2006/main"/>
          <a:ln xmlns:a="http://schemas.openxmlformats.org/drawingml/2006/main" w="100012">
            <a:solidFill>
              <a:srgbClr val="064F91"/>
            </a:solidFill>
          </a:ln>
        </p:spPr>
      </p:sp>
      <p:sp>
        <p:nvSpPr>
          <p:cNvPr id="19" name="">
            <a:extLst xmlns:a="http://schemas.openxmlformats.org/drawingml/2006/main">
              <a:ext uri="{FF2B5EF4-FFF2-40B4-BE49-F238E27FC236}">
                <a16:creationId xmlns:a16="http://schemas.microsoft.com/office/drawing/2014/main" id="{46A2BF44-7228-44DE-9045-B153F05C1DF1}"/>
              </a:ext>
            </a:extLst>
          </p:cNvPr>
          <p:cNvSpPr>
            <a:spLocks xmlns:a="http://schemas.openxmlformats.org/drawingml/2006/main" noGrp="1"/>
          </p:cNvSpPr>
          <p:nvPr/>
        </p:nvSpPr>
        <p:spPr>
          <a:xfrm xmlns:a="http://schemas.openxmlformats.org/drawingml/2006/main">
            <a:off x="1852910" y="2833688"/>
            <a:ext cx="142875" cy="142875"/>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20" name="">
            <a:extLst xmlns:a="http://schemas.openxmlformats.org/drawingml/2006/main">
              <a:ext uri="{FF2B5EF4-FFF2-40B4-BE49-F238E27FC236}">
                <a16:creationId xmlns:a16="http://schemas.microsoft.com/office/drawing/2014/main" id="{CD70E67C-9B77-4A79-B34F-7302066E18E0}"/>
              </a:ext>
            </a:extLst>
          </p:cNvPr>
          <p:cNvSpPr>
            <a:spLocks xmlns:a="http://schemas.openxmlformats.org/drawingml/2006/main" noGrp="1"/>
          </p:cNvSpPr>
          <p:nvPr/>
        </p:nvSpPr>
        <p:spPr>
          <a:xfrm xmlns:a="http://schemas.openxmlformats.org/drawingml/2006/main">
            <a:off x="7183934" y="2833688"/>
            <a:ext cx="142875" cy="142875"/>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21" name="Tillåtet 11,40–12,60 V">
            <a:extLst xmlns:a="http://schemas.openxmlformats.org/drawingml/2006/main">
              <a:ext uri="{FF2B5EF4-FFF2-40B4-BE49-F238E27FC236}">
                <a16:creationId xmlns:a16="http://schemas.microsoft.com/office/drawing/2014/main" id="{2A02F2B3-0538-483A-89A6-F34CE40E3E29}"/>
              </a:ext>
            </a:extLst>
          </p:cNvPr>
          <p:cNvSpPr>
            <a:spLocks xmlns:a="http://schemas.openxmlformats.org/drawingml/2006/main" noGrp="1"/>
          </p:cNvSpPr>
          <p:nvPr/>
        </p:nvSpPr>
        <p:spPr>
          <a:xfrm xmlns:a="http://schemas.openxmlformats.org/drawingml/2006/main">
            <a:off x="2786062" y="2433638"/>
            <a:ext cx="414337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44" b="1">
                <a:solidFill>
                  <a:srgbClr val="064F91"/>
                </a:solidFill>
                <a:latin typeface="Calibri"/>
                <a:ea typeface="Calibri"/>
                <a:cs typeface="Calibri"/>
              </a:defRPr>
            </a:pPr>
            <a:r>
              <a:rPr sz="1744" b="1">
                <a:solidFill>
                  <a:srgbClr val="064F91"/>
                </a:solidFill>
                <a:latin typeface="Calibri"/>
                <a:ea typeface="Calibri"/>
                <a:cs typeface="Calibri"/>
              </a:rPr>
              <a:t>Tillåtet 11,40–12,60 V</a:t>
            </a:r>
          </a:p>
        </p:txBody>
      </p:sp>
      <p:sp>
        <p:nvSpPr>
          <p:cNvPr id="22" name="Tillåtet område: 11,40–12,60 V.">
            <a:extLst xmlns:a="http://schemas.openxmlformats.org/drawingml/2006/main">
              <a:ext uri="{FF2B5EF4-FFF2-40B4-BE49-F238E27FC236}">
                <a16:creationId xmlns:a16="http://schemas.microsoft.com/office/drawing/2014/main" id="{E4C1589A-D350-4984-B426-11D3FB9DB62D}"/>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Tillåtet område: 11,40–12,60 V.</a:t>
            </a:r>
          </a:p>
        </p:txBody>
      </p:sp>
      <p:sp>
        <p:nvSpPr>
          <p:cNvPr id="9001" name="Facit  Kravet ger 11,40 till 12,60 V">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Facit  Kravet ger 11,40 till 12,60 V</a:t>
            </a:r>
          </a:p>
        </p:txBody>
      </p:sp>
      <p:sp>
        <p:nvSpPr>
          <p:cNvPr id="9002" name="47">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51</a:t>
            </a:r>
          </a:p>
        </p:txBody>
      </p:sp>
    </p:spTree>
    <p:extLst>
      <p:ext uri="{BB962C8B-B14F-4D97-AF65-F5344CB8AC3E}">
        <p14:creationId xmlns:p14="http://schemas.microsoft.com/office/powerpoint/2010/main" val="814898845"/>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11,50 V ±0,10 V ger 11,40–11,60 V">
            <a:extLst xmlns:a="http://schemas.openxmlformats.org/drawingml/2006/main">
              <a:ext uri="{FF2B5EF4-FFF2-40B4-BE49-F238E27FC236}">
                <a16:creationId xmlns:a16="http://schemas.microsoft.com/office/drawing/2014/main" id="{8F614CB1-8FFE-4936-8504-405945E47C6E}"/>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11,50 V ±0,10 V ger 11,40–11,60 V</a:t>
            </a:r>
          </a:p>
        </p:txBody>
      </p:sp>
      <p:sp>
        <p:nvSpPr>
          <p:cNvPr id="5" name="Ledning">
            <a:extLst xmlns:a="http://schemas.openxmlformats.org/drawingml/2006/main">
              <a:ext uri="{FF2B5EF4-FFF2-40B4-BE49-F238E27FC236}">
                <a16:creationId xmlns:a16="http://schemas.microsoft.com/office/drawing/2014/main" id="{19BFB6B5-A49B-40A2-8578-CE4F3981EEA8}"/>
              </a:ext>
            </a:extLst>
          </p:cNvPr>
          <p:cNvSpPr>
            <a:spLocks xmlns:a="http://schemas.openxmlformats.org/drawingml/2006/main" noGrp="1"/>
          </p:cNvSpPr>
          <p:nvPr/>
        </p:nvSpPr>
        <p:spPr>
          <a:xfrm xmlns:a="http://schemas.openxmlformats.org/drawingml/2006/main">
            <a:off x="1035844" y="4333875"/>
            <a:ext cx="7108031" cy="787"/>
          </a:xfrm>
          <a:custGeom xmlns:a="http://schemas.openxmlformats.org/drawingml/2006/main">
            <a:pathLst>
              <a:path w="9477375" h="953">
                <a:moveTo>
                  <a:pt x="0" y="0"/>
                </a:moveTo>
                <a:lnTo>
                  <a:pt x="9477375" y="0"/>
                </a:lnTo>
              </a:path>
            </a:pathLst>
          </a:custGeom>
          <a:noFill xmlns:a="http://schemas.openxmlformats.org/drawingml/2006/main"/>
          <a:ln xmlns:a="http://schemas.openxmlformats.org/drawingml/2006/main" w="21431">
            <a:solidFill>
              <a:srgbClr val="505864"/>
            </a:solidFill>
          </a:ln>
        </p:spPr>
      </p:sp>
      <p:sp>
        <p:nvSpPr>
          <p:cNvPr id="6" name="Ledning">
            <a:extLst xmlns:a="http://schemas.openxmlformats.org/drawingml/2006/main">
              <a:ext uri="{FF2B5EF4-FFF2-40B4-BE49-F238E27FC236}">
                <a16:creationId xmlns:a16="http://schemas.microsoft.com/office/drawing/2014/main" id="{86135ED1-9C60-4401-8651-4EFF181FF7C3}"/>
              </a:ext>
            </a:extLst>
          </p:cNvPr>
          <p:cNvSpPr>
            <a:spLocks xmlns:a="http://schemas.openxmlformats.org/drawingml/2006/main" noGrp="1"/>
          </p:cNvSpPr>
          <p:nvPr/>
        </p:nvSpPr>
        <p:spPr>
          <a:xfrm xmlns:a="http://schemas.openxmlformats.org/drawingml/2006/main">
            <a:off x="1035844"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7" name="11,2">
            <a:extLst xmlns:a="http://schemas.openxmlformats.org/drawingml/2006/main">
              <a:ext uri="{FF2B5EF4-FFF2-40B4-BE49-F238E27FC236}">
                <a16:creationId xmlns:a16="http://schemas.microsoft.com/office/drawing/2014/main" id="{5EE66CE0-BAAB-4F04-9041-1BB039EC4294}"/>
              </a:ext>
            </a:extLst>
          </p:cNvPr>
          <p:cNvSpPr>
            <a:spLocks xmlns:a="http://schemas.openxmlformats.org/drawingml/2006/main" noGrp="1"/>
          </p:cNvSpPr>
          <p:nvPr/>
        </p:nvSpPr>
        <p:spPr>
          <a:xfrm xmlns:a="http://schemas.openxmlformats.org/drawingml/2006/main">
            <a:off x="714375"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11,2</a:t>
            </a:r>
          </a:p>
        </p:txBody>
      </p:sp>
      <p:sp>
        <p:nvSpPr>
          <p:cNvPr id="8" name="Ledning">
            <a:extLst xmlns:a="http://schemas.openxmlformats.org/drawingml/2006/main">
              <a:ext uri="{FF2B5EF4-FFF2-40B4-BE49-F238E27FC236}">
                <a16:creationId xmlns:a16="http://schemas.microsoft.com/office/drawing/2014/main" id="{9C396F9F-ECD9-46A5-94D8-326B421BDCF0}"/>
              </a:ext>
            </a:extLst>
          </p:cNvPr>
          <p:cNvSpPr>
            <a:spLocks xmlns:a="http://schemas.openxmlformats.org/drawingml/2006/main" noGrp="1"/>
          </p:cNvSpPr>
          <p:nvPr/>
        </p:nvSpPr>
        <p:spPr>
          <a:xfrm xmlns:a="http://schemas.openxmlformats.org/drawingml/2006/main">
            <a:off x="1924348"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9" name="11,4">
            <a:extLst xmlns:a="http://schemas.openxmlformats.org/drawingml/2006/main">
              <a:ext uri="{FF2B5EF4-FFF2-40B4-BE49-F238E27FC236}">
                <a16:creationId xmlns:a16="http://schemas.microsoft.com/office/drawing/2014/main" id="{EDCF2680-5FB7-4C46-B77C-55715D53058F}"/>
              </a:ext>
            </a:extLst>
          </p:cNvPr>
          <p:cNvSpPr>
            <a:spLocks xmlns:a="http://schemas.openxmlformats.org/drawingml/2006/main" noGrp="1"/>
          </p:cNvSpPr>
          <p:nvPr/>
        </p:nvSpPr>
        <p:spPr>
          <a:xfrm xmlns:a="http://schemas.openxmlformats.org/drawingml/2006/main">
            <a:off x="1602879"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11,4</a:t>
            </a:r>
          </a:p>
        </p:txBody>
      </p:sp>
      <p:sp>
        <p:nvSpPr>
          <p:cNvPr id="10" name="Ledning">
            <a:extLst xmlns:a="http://schemas.openxmlformats.org/drawingml/2006/main">
              <a:ext uri="{FF2B5EF4-FFF2-40B4-BE49-F238E27FC236}">
                <a16:creationId xmlns:a16="http://schemas.microsoft.com/office/drawing/2014/main" id="{C056DA4D-6275-46C4-9063-BDA3A52902ED}"/>
              </a:ext>
            </a:extLst>
          </p:cNvPr>
          <p:cNvSpPr>
            <a:spLocks xmlns:a="http://schemas.openxmlformats.org/drawingml/2006/main" noGrp="1"/>
          </p:cNvSpPr>
          <p:nvPr/>
        </p:nvSpPr>
        <p:spPr>
          <a:xfrm xmlns:a="http://schemas.openxmlformats.org/drawingml/2006/main">
            <a:off x="2812852"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11" name="11,6">
            <a:extLst xmlns:a="http://schemas.openxmlformats.org/drawingml/2006/main">
              <a:ext uri="{FF2B5EF4-FFF2-40B4-BE49-F238E27FC236}">
                <a16:creationId xmlns:a16="http://schemas.microsoft.com/office/drawing/2014/main" id="{04CA2F9A-F8E2-4D09-8A33-214D3D8D5D06}"/>
              </a:ext>
            </a:extLst>
          </p:cNvPr>
          <p:cNvSpPr>
            <a:spLocks xmlns:a="http://schemas.openxmlformats.org/drawingml/2006/main" noGrp="1"/>
          </p:cNvSpPr>
          <p:nvPr/>
        </p:nvSpPr>
        <p:spPr>
          <a:xfrm xmlns:a="http://schemas.openxmlformats.org/drawingml/2006/main">
            <a:off x="2491383"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11,6</a:t>
            </a:r>
          </a:p>
        </p:txBody>
      </p:sp>
      <p:sp>
        <p:nvSpPr>
          <p:cNvPr id="12" name="Ledning">
            <a:extLst xmlns:a="http://schemas.openxmlformats.org/drawingml/2006/main">
              <a:ext uri="{FF2B5EF4-FFF2-40B4-BE49-F238E27FC236}">
                <a16:creationId xmlns:a16="http://schemas.microsoft.com/office/drawing/2014/main" id="{11EA7EB3-3D29-48BE-A92D-A54053AF1857}"/>
              </a:ext>
            </a:extLst>
          </p:cNvPr>
          <p:cNvSpPr>
            <a:spLocks xmlns:a="http://schemas.openxmlformats.org/drawingml/2006/main" noGrp="1"/>
          </p:cNvSpPr>
          <p:nvPr/>
        </p:nvSpPr>
        <p:spPr>
          <a:xfrm xmlns:a="http://schemas.openxmlformats.org/drawingml/2006/main">
            <a:off x="4589860"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13" name="12,0">
            <a:extLst xmlns:a="http://schemas.openxmlformats.org/drawingml/2006/main">
              <a:ext uri="{FF2B5EF4-FFF2-40B4-BE49-F238E27FC236}">
                <a16:creationId xmlns:a16="http://schemas.microsoft.com/office/drawing/2014/main" id="{7CEBAC7E-C8BC-4044-A221-61F5BB8125F8}"/>
              </a:ext>
            </a:extLst>
          </p:cNvPr>
          <p:cNvSpPr>
            <a:spLocks xmlns:a="http://schemas.openxmlformats.org/drawingml/2006/main" noGrp="1"/>
          </p:cNvSpPr>
          <p:nvPr/>
        </p:nvSpPr>
        <p:spPr>
          <a:xfrm xmlns:a="http://schemas.openxmlformats.org/drawingml/2006/main">
            <a:off x="4268391"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12,0</a:t>
            </a:r>
          </a:p>
        </p:txBody>
      </p:sp>
      <p:sp>
        <p:nvSpPr>
          <p:cNvPr id="14" name="Ledning">
            <a:extLst xmlns:a="http://schemas.openxmlformats.org/drawingml/2006/main">
              <a:ext uri="{FF2B5EF4-FFF2-40B4-BE49-F238E27FC236}">
                <a16:creationId xmlns:a16="http://schemas.microsoft.com/office/drawing/2014/main" id="{87A775CF-B89C-4969-8671-4526C4264732}"/>
              </a:ext>
            </a:extLst>
          </p:cNvPr>
          <p:cNvSpPr>
            <a:spLocks xmlns:a="http://schemas.openxmlformats.org/drawingml/2006/main" noGrp="1"/>
          </p:cNvSpPr>
          <p:nvPr/>
        </p:nvSpPr>
        <p:spPr>
          <a:xfrm xmlns:a="http://schemas.openxmlformats.org/drawingml/2006/main">
            <a:off x="7255371"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15" name="12,6">
            <a:extLst xmlns:a="http://schemas.openxmlformats.org/drawingml/2006/main">
              <a:ext uri="{FF2B5EF4-FFF2-40B4-BE49-F238E27FC236}">
                <a16:creationId xmlns:a16="http://schemas.microsoft.com/office/drawing/2014/main" id="{F5613721-50A8-4F98-8AB0-346572F97F68}"/>
              </a:ext>
            </a:extLst>
          </p:cNvPr>
          <p:cNvSpPr>
            <a:spLocks xmlns:a="http://schemas.openxmlformats.org/drawingml/2006/main" noGrp="1"/>
          </p:cNvSpPr>
          <p:nvPr/>
        </p:nvSpPr>
        <p:spPr>
          <a:xfrm xmlns:a="http://schemas.openxmlformats.org/drawingml/2006/main">
            <a:off x="6933902"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12,6</a:t>
            </a:r>
          </a:p>
        </p:txBody>
      </p:sp>
      <p:sp>
        <p:nvSpPr>
          <p:cNvPr id="16" name="Ledning">
            <a:extLst xmlns:a="http://schemas.openxmlformats.org/drawingml/2006/main">
              <a:ext uri="{FF2B5EF4-FFF2-40B4-BE49-F238E27FC236}">
                <a16:creationId xmlns:a16="http://schemas.microsoft.com/office/drawing/2014/main" id="{027A5B5E-AC3E-46D1-9F00-18195CA07F9A}"/>
              </a:ext>
            </a:extLst>
          </p:cNvPr>
          <p:cNvSpPr>
            <a:spLocks xmlns:a="http://schemas.openxmlformats.org/drawingml/2006/main" noGrp="1"/>
          </p:cNvSpPr>
          <p:nvPr/>
        </p:nvSpPr>
        <p:spPr>
          <a:xfrm xmlns:a="http://schemas.openxmlformats.org/drawingml/2006/main">
            <a:off x="8143875" y="4269581"/>
            <a:ext cx="715" cy="150019"/>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4288">
            <a:solidFill>
              <a:srgbClr val="505864"/>
            </a:solidFill>
          </a:ln>
        </p:spPr>
      </p:sp>
      <p:sp>
        <p:nvSpPr>
          <p:cNvPr id="17" name="12,8">
            <a:extLst xmlns:a="http://schemas.openxmlformats.org/drawingml/2006/main">
              <a:ext uri="{FF2B5EF4-FFF2-40B4-BE49-F238E27FC236}">
                <a16:creationId xmlns:a16="http://schemas.microsoft.com/office/drawing/2014/main" id="{E469FD6D-076B-4006-B691-9A2CFE89993A}"/>
              </a:ext>
            </a:extLst>
          </p:cNvPr>
          <p:cNvSpPr>
            <a:spLocks xmlns:a="http://schemas.openxmlformats.org/drawingml/2006/main" noGrp="1"/>
          </p:cNvSpPr>
          <p:nvPr/>
        </p:nvSpPr>
        <p:spPr>
          <a:xfrm xmlns:a="http://schemas.openxmlformats.org/drawingml/2006/main">
            <a:off x="7822406" y="4498181"/>
            <a:ext cx="64293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94" b="0">
                <a:solidFill>
                  <a:srgbClr val="111111"/>
                </a:solidFill>
                <a:latin typeface="Calibri"/>
                <a:ea typeface="Calibri"/>
                <a:cs typeface="Calibri"/>
              </a:defRPr>
            </a:pPr>
            <a:r>
              <a:rPr sz="1294" b="0">
                <a:solidFill>
                  <a:srgbClr val="111111"/>
                </a:solidFill>
                <a:latin typeface="Calibri"/>
                <a:ea typeface="Calibri"/>
                <a:cs typeface="Calibri"/>
              </a:rPr>
              <a:t>12,8</a:t>
            </a:r>
          </a:p>
        </p:txBody>
      </p:sp>
      <p:sp>
        <p:nvSpPr>
          <p:cNvPr id="18" name="Ledning">
            <a:extLst xmlns:a="http://schemas.openxmlformats.org/drawingml/2006/main">
              <a:ext uri="{FF2B5EF4-FFF2-40B4-BE49-F238E27FC236}">
                <a16:creationId xmlns:a16="http://schemas.microsoft.com/office/drawing/2014/main" id="{B45300D9-E603-49B7-957C-ECDC92B51C0A}"/>
              </a:ext>
            </a:extLst>
          </p:cNvPr>
          <p:cNvSpPr>
            <a:spLocks xmlns:a="http://schemas.openxmlformats.org/drawingml/2006/main" noGrp="1"/>
          </p:cNvSpPr>
          <p:nvPr/>
        </p:nvSpPr>
        <p:spPr>
          <a:xfrm xmlns:a="http://schemas.openxmlformats.org/drawingml/2006/main">
            <a:off x="1924348" y="2905125"/>
            <a:ext cx="5331023" cy="787"/>
          </a:xfrm>
          <a:custGeom xmlns:a="http://schemas.openxmlformats.org/drawingml/2006/main">
            <a:pathLst>
              <a:path w="7108031" h="953">
                <a:moveTo>
                  <a:pt x="0" y="0"/>
                </a:moveTo>
                <a:lnTo>
                  <a:pt x="7108031" y="0"/>
                </a:lnTo>
              </a:path>
            </a:pathLst>
          </a:custGeom>
          <a:noFill xmlns:a="http://schemas.openxmlformats.org/drawingml/2006/main"/>
          <a:ln xmlns:a="http://schemas.openxmlformats.org/drawingml/2006/main" w="100012">
            <a:solidFill>
              <a:srgbClr val="064F91"/>
            </a:solidFill>
          </a:ln>
        </p:spPr>
      </p:sp>
      <p:sp>
        <p:nvSpPr>
          <p:cNvPr id="19" name="">
            <a:extLst xmlns:a="http://schemas.openxmlformats.org/drawingml/2006/main">
              <a:ext uri="{FF2B5EF4-FFF2-40B4-BE49-F238E27FC236}">
                <a16:creationId xmlns:a16="http://schemas.microsoft.com/office/drawing/2014/main" id="{039368B5-A410-4ABC-BCC7-699B40DCE84F}"/>
              </a:ext>
            </a:extLst>
          </p:cNvPr>
          <p:cNvSpPr>
            <a:spLocks xmlns:a="http://schemas.openxmlformats.org/drawingml/2006/main" noGrp="1"/>
          </p:cNvSpPr>
          <p:nvPr/>
        </p:nvSpPr>
        <p:spPr>
          <a:xfrm xmlns:a="http://schemas.openxmlformats.org/drawingml/2006/main">
            <a:off x="1852910" y="2833688"/>
            <a:ext cx="142875" cy="142875"/>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20" name="">
            <a:extLst xmlns:a="http://schemas.openxmlformats.org/drawingml/2006/main">
              <a:ext uri="{FF2B5EF4-FFF2-40B4-BE49-F238E27FC236}">
                <a16:creationId xmlns:a16="http://schemas.microsoft.com/office/drawing/2014/main" id="{2785B865-6930-4CA6-8355-2C37ACD00833}"/>
              </a:ext>
            </a:extLst>
          </p:cNvPr>
          <p:cNvSpPr>
            <a:spLocks xmlns:a="http://schemas.openxmlformats.org/drawingml/2006/main" noGrp="1"/>
          </p:cNvSpPr>
          <p:nvPr/>
        </p:nvSpPr>
        <p:spPr>
          <a:xfrm xmlns:a="http://schemas.openxmlformats.org/drawingml/2006/main">
            <a:off x="7183934" y="2833688"/>
            <a:ext cx="142875" cy="142875"/>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21" name="Tillåtet 11,40–12,60 V">
            <a:extLst xmlns:a="http://schemas.openxmlformats.org/drawingml/2006/main">
              <a:ext uri="{FF2B5EF4-FFF2-40B4-BE49-F238E27FC236}">
                <a16:creationId xmlns:a16="http://schemas.microsoft.com/office/drawing/2014/main" id="{D278BA43-45AB-4FDD-A793-F2583002B735}"/>
              </a:ext>
            </a:extLst>
          </p:cNvPr>
          <p:cNvSpPr>
            <a:spLocks xmlns:a="http://schemas.openxmlformats.org/drawingml/2006/main" noGrp="1"/>
          </p:cNvSpPr>
          <p:nvPr/>
        </p:nvSpPr>
        <p:spPr>
          <a:xfrm xmlns:a="http://schemas.openxmlformats.org/drawingml/2006/main">
            <a:off x="2786062" y="2433638"/>
            <a:ext cx="414337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44" b="1">
                <a:solidFill>
                  <a:srgbClr val="064F91"/>
                </a:solidFill>
                <a:latin typeface="Calibri"/>
                <a:ea typeface="Calibri"/>
                <a:cs typeface="Calibri"/>
              </a:defRPr>
            </a:pPr>
            <a:r>
              <a:rPr sz="1744" b="1">
                <a:solidFill>
                  <a:srgbClr val="064F91"/>
                </a:solidFill>
                <a:latin typeface="Calibri"/>
                <a:ea typeface="Calibri"/>
                <a:cs typeface="Calibri"/>
              </a:rPr>
              <a:t>Tillåtet 11,40–12,60 V</a:t>
            </a:r>
          </a:p>
        </p:txBody>
      </p:sp>
      <p:sp>
        <p:nvSpPr>
          <p:cNvPr id="22" name="Ledning">
            <a:extLst xmlns:a="http://schemas.openxmlformats.org/drawingml/2006/main">
              <a:ext uri="{FF2B5EF4-FFF2-40B4-BE49-F238E27FC236}">
                <a16:creationId xmlns:a16="http://schemas.microsoft.com/office/drawing/2014/main" id="{83C1386F-C539-4F56-A761-D26A3BEF66CD}"/>
              </a:ext>
            </a:extLst>
          </p:cNvPr>
          <p:cNvSpPr>
            <a:spLocks xmlns:a="http://schemas.openxmlformats.org/drawingml/2006/main" noGrp="1"/>
          </p:cNvSpPr>
          <p:nvPr/>
        </p:nvSpPr>
        <p:spPr>
          <a:xfrm xmlns:a="http://schemas.openxmlformats.org/drawingml/2006/main">
            <a:off x="1924348" y="3719512"/>
            <a:ext cx="888504" cy="715"/>
          </a:xfrm>
          <a:custGeom xmlns:a="http://schemas.openxmlformats.org/drawingml/2006/main">
            <a:pathLst>
              <a:path w="1184672" h="953">
                <a:moveTo>
                  <a:pt x="0" y="0"/>
                </a:moveTo>
                <a:lnTo>
                  <a:pt x="1184672" y="0"/>
                </a:lnTo>
              </a:path>
            </a:pathLst>
          </a:custGeom>
          <a:noFill xmlns:a="http://schemas.openxmlformats.org/drawingml/2006/main"/>
          <a:ln xmlns:a="http://schemas.openxmlformats.org/drawingml/2006/main" w="100012">
            <a:solidFill>
              <a:srgbClr val="064F91"/>
            </a:solidFill>
          </a:ln>
        </p:spPr>
      </p:sp>
      <p:sp>
        <p:nvSpPr>
          <p:cNvPr id="23" name="">
            <a:extLst xmlns:a="http://schemas.openxmlformats.org/drawingml/2006/main">
              <a:ext uri="{FF2B5EF4-FFF2-40B4-BE49-F238E27FC236}">
                <a16:creationId xmlns:a16="http://schemas.microsoft.com/office/drawing/2014/main" id="{CECDCA51-95D6-4B6F-96FE-4965D719C81F}"/>
              </a:ext>
            </a:extLst>
          </p:cNvPr>
          <p:cNvSpPr>
            <a:spLocks xmlns:a="http://schemas.openxmlformats.org/drawingml/2006/main" noGrp="1"/>
          </p:cNvSpPr>
          <p:nvPr/>
        </p:nvSpPr>
        <p:spPr>
          <a:xfrm xmlns:a="http://schemas.openxmlformats.org/drawingml/2006/main">
            <a:off x="1852910" y="3648075"/>
            <a:ext cx="142875" cy="142875"/>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24" name="">
            <a:extLst xmlns:a="http://schemas.openxmlformats.org/drawingml/2006/main">
              <a:ext uri="{FF2B5EF4-FFF2-40B4-BE49-F238E27FC236}">
                <a16:creationId xmlns:a16="http://schemas.microsoft.com/office/drawing/2014/main" id="{D5002871-D2BA-4DE1-81D8-3FADB09A9C2A}"/>
              </a:ext>
            </a:extLst>
          </p:cNvPr>
          <p:cNvSpPr>
            <a:spLocks xmlns:a="http://schemas.openxmlformats.org/drawingml/2006/main" noGrp="1"/>
          </p:cNvSpPr>
          <p:nvPr/>
        </p:nvSpPr>
        <p:spPr>
          <a:xfrm xmlns:a="http://schemas.openxmlformats.org/drawingml/2006/main">
            <a:off x="2741414" y="3648075"/>
            <a:ext cx="142875" cy="142875"/>
          </a:xfrm>
          <a:prstGeom xmlns:a="http://schemas.openxmlformats.org/drawingml/2006/main" prst="ellipse">
            <a:avLst/>
          </a:prstGeom>
          <a:solidFill xmlns:a="http://schemas.openxmlformats.org/drawingml/2006/main">
            <a:srgbClr val="064F91"/>
          </a:solidFill>
          <a:ln xmlns:a="http://schemas.openxmlformats.org/drawingml/2006/main" w="7144">
            <a:solidFill>
              <a:srgbClr val="064F91"/>
            </a:solidFill>
          </a:ln>
        </p:spPr>
      </p:sp>
      <p:sp>
        <p:nvSpPr>
          <p:cNvPr id="25" name="Mätintervall 11,40–11,60 V">
            <a:extLst xmlns:a="http://schemas.openxmlformats.org/drawingml/2006/main">
              <a:ext uri="{FF2B5EF4-FFF2-40B4-BE49-F238E27FC236}">
                <a16:creationId xmlns:a16="http://schemas.microsoft.com/office/drawing/2014/main" id="{24CA8779-B618-4151-B455-F8C6F053A9A9}"/>
              </a:ext>
            </a:extLst>
          </p:cNvPr>
          <p:cNvSpPr>
            <a:spLocks xmlns:a="http://schemas.openxmlformats.org/drawingml/2006/main" noGrp="1"/>
          </p:cNvSpPr>
          <p:nvPr/>
        </p:nvSpPr>
        <p:spPr>
          <a:xfrm xmlns:a="http://schemas.openxmlformats.org/drawingml/2006/main">
            <a:off x="2678906" y="3362325"/>
            <a:ext cx="4643438" cy="2671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12" b="1">
                <a:solidFill>
                  <a:srgbClr val="064F91"/>
                </a:solidFill>
                <a:latin typeface="Calibri"/>
                <a:ea typeface="Calibri"/>
                <a:cs typeface="Calibri"/>
              </a:defRPr>
            </a:pPr>
            <a:r>
              <a:rPr sz="1912" b="1">
                <a:solidFill>
                  <a:srgbClr val="064F91"/>
                </a:solidFill>
                <a:latin typeface="Calibri"/>
                <a:ea typeface="Calibri"/>
                <a:cs typeface="Calibri"/>
              </a:rPr>
              <a:t>Mätintervall 11,40–11,60 V</a:t>
            </a:r>
          </a:p>
        </p:txBody>
      </p:sp>
      <p:sp>
        <p:nvSpPr>
          <p:cNvPr id="26" name="Ja. Även den gemensamma nedre gränsen är tillåten i övn">
            <a:extLst xmlns:a="http://schemas.openxmlformats.org/drawingml/2006/main">
              <a:ext uri="{FF2B5EF4-FFF2-40B4-BE49-F238E27FC236}">
                <a16:creationId xmlns:a16="http://schemas.microsoft.com/office/drawing/2014/main" id="{EBD89B9B-AC6C-45A2-9292-A62916848718}"/>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064F91"/>
                </a:solidFill>
                <a:latin typeface="Calibri"/>
                <a:ea typeface="Calibri"/>
                <a:cs typeface="Calibri"/>
              </a:defRPr>
            </a:pPr>
            <a:r>
              <a:rPr sz="1785" b="1">
                <a:solidFill>
                  <a:srgbClr val="064F91"/>
                </a:solidFill>
                <a:latin typeface="Calibri"/>
                <a:ea typeface="Calibri"/>
                <a:cs typeface="Calibri"/>
              </a:rPr>
              <a:t>Ja. Även den gemensamma nedre gränsen är tillåten i övningen.</a:t>
            </a:r>
          </a:p>
        </p:txBody>
      </p:sp>
      <p:sp>
        <p:nvSpPr>
          <p:cNvPr id="9001" name="Facit  Hela mätintervallet ryms">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Facit  Hela mätintervallet ryms</a:t>
            </a:r>
          </a:p>
        </p:txBody>
      </p:sp>
      <p:sp>
        <p:nvSpPr>
          <p:cNvPr id="9002" name="48">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52</a:t>
            </a:r>
          </a:p>
        </p:txBody>
      </p:sp>
    </p:spTree>
    <p:extLst>
      <p:ext uri="{BB962C8B-B14F-4D97-AF65-F5344CB8AC3E}">
        <p14:creationId xmlns:p14="http://schemas.microsoft.com/office/powerpoint/2010/main" val="175587331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Spänningen är 11,8”">
            <a:extLst xmlns:a="http://schemas.openxmlformats.org/drawingml/2006/main">
              <a:ext uri="{FF2B5EF4-FFF2-40B4-BE49-F238E27FC236}">
                <a16:creationId xmlns:a16="http://schemas.microsoft.com/office/drawing/2014/main" id="{C47A2638-5338-4C77-8328-4293D93D6149}"/>
              </a:ext>
            </a:extLst>
          </p:cNvPr>
          <p:cNvSpPr>
            <a:spLocks xmlns:a="http://schemas.openxmlformats.org/drawingml/2006/main" noGrp="1"/>
          </p:cNvSpPr>
          <p:nvPr/>
        </p:nvSpPr>
        <p:spPr>
          <a:xfrm xmlns:a="http://schemas.openxmlformats.org/drawingml/2006/main">
            <a:off x="678656" y="2226469"/>
            <a:ext cx="7858125" cy="9822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656" b="1">
                <a:solidFill>
                  <a:srgbClr val="064F91"/>
                </a:solidFill>
                <a:latin typeface="Calibri"/>
                <a:ea typeface="Calibri"/>
                <a:cs typeface="Calibri"/>
              </a:defRPr>
            </a:pPr>
            <a:r>
              <a:rPr sz="3656" b="1">
                <a:solidFill>
                  <a:srgbClr val="064F91"/>
                </a:solidFill>
                <a:latin typeface="Calibri"/>
                <a:ea typeface="Calibri"/>
                <a:cs typeface="Calibri"/>
              </a:rPr>
              <a:t>“Spänningen är 11,8”</a:t>
            </a:r>
          </a:p>
        </p:txBody>
      </p:sp>
      <p:sp>
        <p:nvSpPr>
          <p:cNvPr id="5" name="Vilka minst fyra uppgifter saknas?">
            <a:extLst xmlns:a="http://schemas.openxmlformats.org/drawingml/2006/main">
              <a:ext uri="{FF2B5EF4-FFF2-40B4-BE49-F238E27FC236}">
                <a16:creationId xmlns:a16="http://schemas.microsoft.com/office/drawing/2014/main" id="{BF789C35-9EFD-42E0-AAB6-0431601D18DC}"/>
              </a:ext>
            </a:extLst>
          </p:cNvPr>
          <p:cNvSpPr>
            <a:spLocks xmlns:a="http://schemas.openxmlformats.org/drawingml/2006/main" noGrp="1"/>
          </p:cNvSpPr>
          <p:nvPr/>
        </p:nvSpPr>
        <p:spPr>
          <a:xfrm xmlns:a="http://schemas.openxmlformats.org/drawingml/2006/main">
            <a:off x="714375" y="3762375"/>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40" b="0">
                <a:solidFill>
                  <a:srgbClr val="111111"/>
                </a:solidFill>
                <a:latin typeface="Calibri"/>
                <a:ea typeface="Calibri"/>
                <a:cs typeface="Calibri"/>
              </a:defRPr>
            </a:pPr>
            <a:r>
              <a:rPr sz="2040" b="0">
                <a:solidFill>
                  <a:srgbClr val="111111"/>
                </a:solidFill>
                <a:latin typeface="Calibri"/>
                <a:ea typeface="Calibri"/>
                <a:cs typeface="Calibri"/>
              </a:rPr>
              <a:t>Vilka minst fyra uppgifter saknas?</a:t>
            </a:r>
          </a:p>
        </p:txBody>
      </p:sp>
      <p:sp>
        <p:nvSpPr>
          <p:cNvPr id="6" name="Varför behövs en av dem för att bedöma resultatet?">
            <a:extLst xmlns:a="http://schemas.openxmlformats.org/drawingml/2006/main">
              <a:ext uri="{FF2B5EF4-FFF2-40B4-BE49-F238E27FC236}">
                <a16:creationId xmlns:a16="http://schemas.microsoft.com/office/drawing/2014/main" id="{136DB9C6-88B9-4D73-A758-818467643BE1}"/>
              </a:ext>
            </a:extLst>
          </p:cNvPr>
          <p:cNvSpPr>
            <a:spLocks xmlns:a="http://schemas.openxmlformats.org/drawingml/2006/main" noGrp="1"/>
          </p:cNvSpPr>
          <p:nvPr/>
        </p:nvSpPr>
        <p:spPr>
          <a:xfrm xmlns:a="http://schemas.openxmlformats.org/drawingml/2006/main">
            <a:off x="714375" y="4433888"/>
            <a:ext cx="771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40" b="0">
                <a:solidFill>
                  <a:srgbClr val="111111"/>
                </a:solidFill>
                <a:latin typeface="Calibri"/>
                <a:ea typeface="Calibri"/>
                <a:cs typeface="Calibri"/>
              </a:defRPr>
            </a:pPr>
            <a:r>
              <a:rPr sz="2040" b="0">
                <a:solidFill>
                  <a:srgbClr val="111111"/>
                </a:solidFill>
                <a:latin typeface="Calibri"/>
                <a:ea typeface="Calibri"/>
                <a:cs typeface="Calibri"/>
              </a:rPr>
              <a:t>Varför behövs en av dem för att bedöma resultatet?</a:t>
            </a:r>
          </a:p>
        </p:txBody>
      </p:sp>
      <p:sp>
        <p:nvSpPr>
          <p:cNvPr id="7" name="En siffra ensam räcker inte som mätprotokoll.">
            <a:extLst xmlns:a="http://schemas.openxmlformats.org/drawingml/2006/main">
              <a:ext uri="{FF2B5EF4-FFF2-40B4-BE49-F238E27FC236}">
                <a16:creationId xmlns:a16="http://schemas.microsoft.com/office/drawing/2014/main" id="{6BDC50E5-C139-4D4F-8C5A-25075D7F44D0}"/>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En siffra ensam räcker inte som mätprotokoll.</a:t>
            </a:r>
          </a:p>
        </p:txBody>
      </p:sp>
      <p:sp>
        <p:nvSpPr>
          <p:cNvPr id="9001" name="Övning 8  Nästa vakt behöver förstå mätningen">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111111"/>
                </a:solidFill>
                <a:latin typeface="Calibri"/>
                <a:ea typeface="Calibri"/>
                <a:cs typeface="Calibri"/>
              </a:defRPr>
            </a:pPr>
            <a:r>
              <a:rPr sz="2850" b="1">
                <a:solidFill>
                  <a:srgbClr val="111111"/>
                </a:solidFill>
                <a:latin typeface="Calibri"/>
                <a:ea typeface="Calibri"/>
                <a:cs typeface="Calibri"/>
              </a:rPr>
              <a:t>Övning 8  Nästa vakt behöver förstå mätningen</a:t>
            </a:r>
          </a:p>
        </p:txBody>
      </p:sp>
      <p:sp>
        <p:nvSpPr>
          <p:cNvPr id="9002" name="49">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53</a:t>
            </a:r>
          </a:p>
        </p:txBody>
      </p:sp>
    </p:spTree>
    <p:extLst>
      <p:ext uri="{BB962C8B-B14F-4D97-AF65-F5344CB8AC3E}">
        <p14:creationId xmlns:p14="http://schemas.microsoft.com/office/powerpoint/2010/main" val="346052249"/>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Fiktiva mätdata och identiteter för undervisning">
            <a:extLst xmlns:a="http://schemas.openxmlformats.org/drawingml/2006/main">
              <a:ext uri="{FF2B5EF4-FFF2-40B4-BE49-F238E27FC236}">
                <a16:creationId xmlns:a16="http://schemas.microsoft.com/office/drawing/2014/main" id="{A4498CB4-29C6-467C-A0FE-AC25883D19F3}"/>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Fiktiva mätdata och identiteter för undervisning</a:t>
            </a:r>
          </a:p>
        </p:txBody>
      </p:sp>
      <p:graphicFrame>
        <p:nvGraphicFramePr>
          <p:cNvPr id="11" name=""/>
          <p:cNvGraphicFramePr/>
          <p:nvPr/>
        </p:nvGraphicFramePr>
        <p:xfrm>
          <a:off xmlns:a="http://schemas.openxmlformats.org/drawingml/2006/main" x="400050" y="2012156"/>
          <a:ext xmlns:a="http://schemas.openxmlformats.org/drawingml/2006/main" cx="8343900" cy="3043238"/>
        </p:xfrm>
        <a:graphic xmlns:a="http://schemas.openxmlformats.org/drawingml/2006/main">
          <a:graphicData uri="http://schemas.openxmlformats.org/drawingml/2006/table">
            <a:tbl>
              <a:tblPr/>
              <a:tblGrid>
                <a:gridCol w="2035969"/>
                <a:gridCol w="6307931"/>
              </a:tblGrid>
              <a:tr h="434748">
                <a:tc>
                  <a:txBody>
                    <a:bodyPr lIns="85725" tIns="71438" rIns="85725" bIns="71438"/>
                    <a:lstStyle/>
                    <a:p>
                      <a:r>
                        <a:rPr sz="1294" b="1">
                          <a:solidFill>
                            <a:srgbClr val="111111"/>
                          </a:solidFill>
                          <a:latin typeface="Calibri"/>
                          <a:ea typeface="Calibri"/>
                          <a:cs typeface="Calibri"/>
                        </a:rPr>
                        <a:t>Uppgift</a:t>
                      </a:r>
                    </a:p>
                  </a:txBody>
                  <a:tcPr marL="68580" marR="68580" marT="34290" marB="34290" anchor="ctr">
                    <a:solidFill>
                      <a:srgbClr val="EAF1F7"/>
                    </a:solidFill>
                  </a:tcPr>
                </a:tc>
                <a:tc>
                  <a:txBody>
                    <a:bodyPr lIns="85725" tIns="71438" rIns="85725" bIns="71438"/>
                    <a:lstStyle/>
                    <a:p>
                      <a:r>
                        <a:rPr sz="1294" b="1">
                          <a:solidFill>
                            <a:srgbClr val="111111"/>
                          </a:solidFill>
                          <a:latin typeface="Calibri"/>
                          <a:ea typeface="Calibri"/>
                          <a:cs typeface="Calibri"/>
                        </a:rPr>
                        <a:t>Exempel</a:t>
                      </a:r>
                    </a:p>
                  </a:txBody>
                  <a:tcPr marL="68580" marR="68580" marT="34290" marB="34290" anchor="ctr">
                    <a:solidFill>
                      <a:srgbClr val="EAF1F7"/>
                    </a:solidFill>
                  </a:tcPr>
                </a:tc>
              </a:tr>
              <a:tr h="434748">
                <a:tc>
                  <a:txBody>
                    <a:bodyPr lIns="85725" tIns="71438" rIns="85725" bIns="71438"/>
                    <a:lstStyle/>
                    <a:p>
                      <a:r>
                        <a:rPr sz="1294" b="0">
                          <a:solidFill>
                            <a:srgbClr val="111111"/>
                          </a:solidFill>
                          <a:latin typeface="Calibri"/>
                          <a:ea typeface="Calibri"/>
                          <a:cs typeface="Calibri"/>
                        </a:rPr>
                        <a:t>Mätpunkt och tillstånd</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P1–P2 över H1. Matning på, S1 sluten, H1 ansluten.</a:t>
                      </a:r>
                    </a:p>
                  </a:txBody>
                  <a:tcPr marL="68580" marR="68580" marT="34290" marB="34290" anchor="ctr">
                    <a:solidFill>
                      <a:srgbClr val="FFFFFF"/>
                    </a:solidFill>
                  </a:tcPr>
                </a:tc>
              </a:tr>
              <a:tr h="434748">
                <a:tc>
                  <a:txBody>
                    <a:bodyPr lIns="85725" tIns="71438" rIns="85725" bIns="71438"/>
                    <a:lstStyle/>
                    <a:p>
                      <a:r>
                        <a:rPr sz="1294" b="0">
                          <a:solidFill>
                            <a:srgbClr val="111111"/>
                          </a:solidFill>
                          <a:latin typeface="Calibri"/>
                          <a:ea typeface="Calibri"/>
                          <a:cs typeface="Calibri"/>
                        </a:rPr>
                        <a:t>Instrument och inställning</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DMM-01. V DC, område 20 V. Upplösning 0,01 V.</a:t>
                      </a:r>
                    </a:p>
                  </a:txBody>
                  <a:tcPr marL="68580" marR="68580" marT="34290" marB="34290" anchor="ctr">
                    <a:solidFill>
                      <a:srgbClr val="FFFFFF"/>
                    </a:solidFill>
                  </a:tcPr>
                </a:tc>
              </a:tr>
              <a:tr h="434748">
                <a:tc>
                  <a:txBody>
                    <a:bodyPr lIns="85725" tIns="71438" rIns="85725" bIns="71438"/>
                    <a:lstStyle/>
                    <a:p>
                      <a:r>
                        <a:rPr sz="1294" b="0">
                          <a:solidFill>
                            <a:srgbClr val="111111"/>
                          </a:solidFill>
                          <a:latin typeface="Calibri"/>
                          <a:ea typeface="Calibri"/>
                          <a:cs typeface="Calibri"/>
                        </a:rPr>
                        <a:t>Specifikation</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±(0,5 % av visningen + 2 siffror)</a:t>
                      </a:r>
                    </a:p>
                  </a:txBody>
                  <a:tcPr marL="68580" marR="68580" marT="34290" marB="34290" anchor="ctr">
                    <a:solidFill>
                      <a:srgbClr val="FFFFFF"/>
                    </a:solidFill>
                  </a:tcPr>
                </a:tc>
              </a:tr>
              <a:tr h="434748">
                <a:tc>
                  <a:txBody>
                    <a:bodyPr lIns="85725" tIns="71438" rIns="85725" bIns="71438"/>
                    <a:lstStyle/>
                    <a:p>
                      <a:r>
                        <a:rPr sz="1294" b="0">
                          <a:solidFill>
                            <a:srgbClr val="111111"/>
                          </a:solidFill>
                          <a:latin typeface="Calibri"/>
                          <a:ea typeface="Calibri"/>
                          <a:cs typeface="Calibri"/>
                        </a:rPr>
                        <a:t>Resultat och felgräns</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11,80 V ±0,08 V. Intervall 11,72–11,88 V.</a:t>
                      </a:r>
                    </a:p>
                  </a:txBody>
                  <a:tcPr marL="68580" marR="68580" marT="34290" marB="34290" anchor="ctr">
                    <a:solidFill>
                      <a:srgbClr val="FFFFFF"/>
                    </a:solidFill>
                  </a:tcPr>
                </a:tc>
              </a:tr>
              <a:tr h="434748">
                <a:tc>
                  <a:txBody>
                    <a:bodyPr lIns="85725" tIns="71438" rIns="85725" bIns="71438"/>
                    <a:lstStyle/>
                    <a:p>
                      <a:r>
                        <a:rPr sz="1294" b="0">
                          <a:solidFill>
                            <a:srgbClr val="111111"/>
                          </a:solidFill>
                          <a:latin typeface="Calibri"/>
                          <a:ea typeface="Calibri"/>
                          <a:cs typeface="Calibri"/>
                        </a:rPr>
                        <a:t>Krav och slutsats</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11,40–12,60 V. Hela intervallet ligger inom kravet.</a:t>
                      </a:r>
                    </a:p>
                  </a:txBody>
                  <a:tcPr marL="68580" marR="68580" marT="34290" marB="34290" anchor="ctr">
                    <a:solidFill>
                      <a:srgbClr val="FFFFFF"/>
                    </a:solidFill>
                  </a:tcPr>
                </a:tc>
              </a:tr>
              <a:tr h="434748">
                <a:tc>
                  <a:txBody>
                    <a:bodyPr lIns="85725" tIns="71438" rIns="85725" bIns="71438"/>
                    <a:lstStyle/>
                    <a:p>
                      <a:r>
                        <a:rPr sz="1294" b="0">
                          <a:solidFill>
                            <a:srgbClr val="111111"/>
                          </a:solidFill>
                          <a:latin typeface="Calibri"/>
                          <a:ea typeface="Calibri"/>
                          <a:cs typeface="Calibri"/>
                        </a:rPr>
                        <a:t>Datum och utförare</a:t>
                      </a:r>
                    </a:p>
                  </a:txBody>
                  <a:tcPr marL="68580" marR="68580" marT="34290" marB="34290" anchor="ctr">
                    <a:solidFill>
                      <a:srgbClr val="FFFFFF"/>
                    </a:solidFill>
                  </a:tcPr>
                </a:tc>
                <a:tc>
                  <a:txBody>
                    <a:bodyPr lIns="85725" tIns="71438" rIns="85725" bIns="71438"/>
                    <a:lstStyle/>
                    <a:p>
                      <a:r>
                        <a:rPr sz="1294" b="0">
                          <a:solidFill>
                            <a:srgbClr val="111111"/>
                          </a:solidFill>
                          <a:latin typeface="Calibri"/>
                          <a:ea typeface="Calibri"/>
                          <a:cs typeface="Calibri"/>
                        </a:rPr>
                        <a:t>2026-09-24 kl. 10.15. Elev A.</a:t>
                      </a:r>
                    </a:p>
                  </a:txBody>
                  <a:tcPr marL="68580" marR="68580" marT="34290" marB="34290" anchor="ctr">
                    <a:solidFill>
                      <a:srgbClr val="FFFFFF"/>
                    </a:solidFill>
                  </a:tcPr>
                </a:tc>
              </a:tr>
            </a:tbl>
          </a:graphicData>
        </a:graphic>
      </p:graphicFrame>
      <p:sp>
        <p:nvSpPr>
          <p:cNvPr id="6" name="Utgå från dokumenterade uppgifter när du skriver ditt e">
            <a:extLst xmlns:a="http://schemas.openxmlformats.org/drawingml/2006/main">
              <a:ext uri="{FF2B5EF4-FFF2-40B4-BE49-F238E27FC236}">
                <a16:creationId xmlns:a16="http://schemas.microsoft.com/office/drawing/2014/main" id="{67DF6E2C-4E68-4F8A-AA8E-0F548DDA7A0A}"/>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Utgå från dokumenterade uppgifter när du skriver ditt eget protokoll.</a:t>
            </a:r>
          </a:p>
        </p:txBody>
      </p:sp>
      <p:sp>
        <p:nvSpPr>
          <p:cNvPr id="9001" name="Exempel på ett ifyllt mätprotokoll">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Exempel på ett ifyllt mätprotokoll</a:t>
            </a:r>
          </a:p>
        </p:txBody>
      </p:sp>
      <p:sp>
        <p:nvSpPr>
          <p:cNvPr id="9002" name="50">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54</a:t>
            </a:r>
          </a:p>
        </p:txBody>
      </p:sp>
    </p:spTree>
    <p:extLst>
      <p:ext uri="{BB962C8B-B14F-4D97-AF65-F5344CB8AC3E}">
        <p14:creationId xmlns:p14="http://schemas.microsoft.com/office/powerpoint/2010/main" val="164719161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Givarmodell utan ansluten mätare">
            <a:extLst xmlns:a="http://schemas.openxmlformats.org/drawingml/2006/main">
              <a:ext uri="{FF2B5EF4-FFF2-40B4-BE49-F238E27FC236}">
                <a16:creationId xmlns:a16="http://schemas.microsoft.com/office/drawing/2014/main" id="{735B7595-7ED0-4238-BE6C-A5341FC2DC35}"/>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Givarmodell utan ansluten mätare</a:t>
            </a:r>
          </a:p>
        </p:txBody>
      </p:sp>
      <p:sp>
        <p:nvSpPr>
          <p:cNvPr id="5" name="Ledning">
            <a:extLst xmlns:a="http://schemas.openxmlformats.org/drawingml/2006/main">
              <a:ext uri="{FF2B5EF4-FFF2-40B4-BE49-F238E27FC236}">
                <a16:creationId xmlns:a16="http://schemas.microsoft.com/office/drawing/2014/main" id="{DD62E39D-B196-421C-A91E-944BBF473CA6}"/>
              </a:ext>
            </a:extLst>
          </p:cNvPr>
          <p:cNvSpPr>
            <a:spLocks xmlns:a="http://schemas.openxmlformats.org/drawingml/2006/main" noGrp="1"/>
          </p:cNvSpPr>
          <p:nvPr/>
        </p:nvSpPr>
        <p:spPr>
          <a:xfrm xmlns:a="http://schemas.openxmlformats.org/drawingml/2006/main">
            <a:off x="1000125" y="2262188"/>
            <a:ext cx="715" cy="964406"/>
          </a:xfrm>
          <a:custGeom xmlns:a="http://schemas.openxmlformats.org/drawingml/2006/main">
            <a:pathLst>
              <a:path w="953" h="1285875">
                <a:moveTo>
                  <a:pt x="0" y="12858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6D9DAE23-CFB0-4ABA-872D-C888E968D038}"/>
              </a:ext>
            </a:extLst>
          </p:cNvPr>
          <p:cNvSpPr>
            <a:spLocks xmlns:a="http://schemas.openxmlformats.org/drawingml/2006/main" noGrp="1"/>
          </p:cNvSpPr>
          <p:nvPr/>
        </p:nvSpPr>
        <p:spPr>
          <a:xfrm xmlns:a="http://schemas.openxmlformats.org/drawingml/2006/main">
            <a:off x="1000125" y="2262188"/>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7" name="Ledning">
            <a:extLst xmlns:a="http://schemas.openxmlformats.org/drawingml/2006/main">
              <a:ext uri="{FF2B5EF4-FFF2-40B4-BE49-F238E27FC236}">
                <a16:creationId xmlns:a16="http://schemas.microsoft.com/office/drawing/2014/main" id="{62B860EF-0474-4EA4-AA6A-7CDBA0113D8C}"/>
              </a:ext>
            </a:extLst>
          </p:cNvPr>
          <p:cNvSpPr>
            <a:spLocks xmlns:a="http://schemas.openxmlformats.org/drawingml/2006/main" noGrp="1"/>
          </p:cNvSpPr>
          <p:nvPr/>
        </p:nvSpPr>
        <p:spPr>
          <a:xfrm xmlns:a="http://schemas.openxmlformats.org/drawingml/2006/main">
            <a:off x="3321844" y="2262188"/>
            <a:ext cx="715" cy="321469"/>
          </a:xfrm>
          <a:custGeom xmlns:a="http://schemas.openxmlformats.org/drawingml/2006/main">
            <a:pathLst>
              <a:path w="953" h="428625">
                <a:moveTo>
                  <a:pt x="0" y="0"/>
                </a:moveTo>
                <a:lnTo>
                  <a:pt x="0" y="428625"/>
                </a:lnTo>
              </a:path>
            </a:pathLst>
          </a:custGeom>
          <a:noFill xmlns:a="http://schemas.openxmlformats.org/drawingml/2006/main"/>
          <a:ln xmlns:a="http://schemas.openxmlformats.org/drawingml/2006/main" w="28575">
            <a:solidFill>
              <a:srgbClr val="111111"/>
            </a:solidFill>
          </a:ln>
        </p:spPr>
      </p:sp>
      <p:sp>
        <p:nvSpPr>
          <p:cNvPr id="8" name="">
            <a:extLst xmlns:a="http://schemas.openxmlformats.org/drawingml/2006/main">
              <a:ext uri="{FF2B5EF4-FFF2-40B4-BE49-F238E27FC236}">
                <a16:creationId xmlns:a16="http://schemas.microsoft.com/office/drawing/2014/main" id="{6905918D-88A6-4C0C-A92E-26B349470FD4}"/>
              </a:ext>
            </a:extLst>
          </p:cNvPr>
          <p:cNvSpPr>
            <a:spLocks xmlns:a="http://schemas.openxmlformats.org/drawingml/2006/main" noGrp="1"/>
          </p:cNvSpPr>
          <p:nvPr/>
        </p:nvSpPr>
        <p:spPr>
          <a:xfrm xmlns:a="http://schemas.openxmlformats.org/drawingml/2006/main">
            <a:off x="750094" y="3226594"/>
            <a:ext cx="500062" cy="500062"/>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9" name="+">
            <a:extLst xmlns:a="http://schemas.openxmlformats.org/drawingml/2006/main">
              <a:ext uri="{FF2B5EF4-FFF2-40B4-BE49-F238E27FC236}">
                <a16:creationId xmlns:a16="http://schemas.microsoft.com/office/drawing/2014/main" id="{8BCE006B-3583-41F1-A517-E389360BBA3D}"/>
              </a:ext>
            </a:extLst>
          </p:cNvPr>
          <p:cNvSpPr>
            <a:spLocks xmlns:a="http://schemas.openxmlformats.org/drawingml/2006/main" noGrp="1"/>
          </p:cNvSpPr>
          <p:nvPr/>
        </p:nvSpPr>
        <p:spPr>
          <a:xfrm xmlns:a="http://schemas.openxmlformats.org/drawingml/2006/main">
            <a:off x="907256" y="3255169"/>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0" name="−">
            <a:extLst xmlns:a="http://schemas.openxmlformats.org/drawingml/2006/main">
              <a:ext uri="{FF2B5EF4-FFF2-40B4-BE49-F238E27FC236}">
                <a16:creationId xmlns:a16="http://schemas.microsoft.com/office/drawing/2014/main" id="{CCF4F0F4-A2DF-47C4-925B-70703CDC0AE6}"/>
              </a:ext>
            </a:extLst>
          </p:cNvPr>
          <p:cNvSpPr>
            <a:spLocks xmlns:a="http://schemas.openxmlformats.org/drawingml/2006/main" noGrp="1"/>
          </p:cNvSpPr>
          <p:nvPr/>
        </p:nvSpPr>
        <p:spPr>
          <a:xfrm xmlns:a="http://schemas.openxmlformats.org/drawingml/2006/main">
            <a:off x="907256" y="3490912"/>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1" name="10 V">
            <a:extLst xmlns:a="http://schemas.openxmlformats.org/drawingml/2006/main">
              <a:ext uri="{FF2B5EF4-FFF2-40B4-BE49-F238E27FC236}">
                <a16:creationId xmlns:a16="http://schemas.microsoft.com/office/drawing/2014/main" id="{42F8E0E4-45E8-4A7F-B5F0-5A57C94C23FD}"/>
              </a:ext>
            </a:extLst>
          </p:cNvPr>
          <p:cNvSpPr>
            <a:spLocks xmlns:a="http://schemas.openxmlformats.org/drawingml/2006/main" noGrp="1"/>
          </p:cNvSpPr>
          <p:nvPr/>
        </p:nvSpPr>
        <p:spPr>
          <a:xfrm xmlns:a="http://schemas.openxmlformats.org/drawingml/2006/main">
            <a:off x="1407319" y="3276600"/>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10 V</a:t>
            </a:r>
          </a:p>
        </p:txBody>
      </p:sp>
      <p:sp>
        <p:nvSpPr>
          <p:cNvPr id="12" name="Ledning">
            <a:extLst xmlns:a="http://schemas.openxmlformats.org/drawingml/2006/main">
              <a:ext uri="{FF2B5EF4-FFF2-40B4-BE49-F238E27FC236}">
                <a16:creationId xmlns:a16="http://schemas.microsoft.com/office/drawing/2014/main" id="{5FAF92A6-5FE8-496F-9401-02EB7AC07966}"/>
              </a:ext>
            </a:extLst>
          </p:cNvPr>
          <p:cNvSpPr>
            <a:spLocks xmlns:a="http://schemas.openxmlformats.org/drawingml/2006/main" noGrp="1"/>
          </p:cNvSpPr>
          <p:nvPr/>
        </p:nvSpPr>
        <p:spPr>
          <a:xfrm xmlns:a="http://schemas.openxmlformats.org/drawingml/2006/main">
            <a:off x="1000125" y="3726656"/>
            <a:ext cx="715" cy="1000125"/>
          </a:xfrm>
          <a:custGeom xmlns:a="http://schemas.openxmlformats.org/drawingml/2006/main">
            <a:pathLst>
              <a:path w="953" h="1333500">
                <a:moveTo>
                  <a:pt x="0" y="0"/>
                </a:moveTo>
                <a:lnTo>
                  <a:pt x="0" y="1333500"/>
                </a:lnTo>
              </a:path>
            </a:pathLst>
          </a:custGeom>
          <a:noFill xmlns:a="http://schemas.openxmlformats.org/drawingml/2006/main"/>
          <a:ln xmlns:a="http://schemas.openxmlformats.org/drawingml/2006/main" w="28575">
            <a:solidFill>
              <a:srgbClr val="111111"/>
            </a:solidFill>
          </a:ln>
        </p:spPr>
      </p:sp>
      <p:sp>
        <p:nvSpPr>
          <p:cNvPr id="13" name="Ledning">
            <a:extLst xmlns:a="http://schemas.openxmlformats.org/drawingml/2006/main">
              <a:ext uri="{FF2B5EF4-FFF2-40B4-BE49-F238E27FC236}">
                <a16:creationId xmlns:a16="http://schemas.microsoft.com/office/drawing/2014/main" id="{018C8B95-B849-4FB3-965C-275D403E43EA}"/>
              </a:ext>
            </a:extLst>
          </p:cNvPr>
          <p:cNvSpPr>
            <a:spLocks xmlns:a="http://schemas.openxmlformats.org/drawingml/2006/main" noGrp="1"/>
          </p:cNvSpPr>
          <p:nvPr/>
        </p:nvSpPr>
        <p:spPr>
          <a:xfrm xmlns:a="http://schemas.openxmlformats.org/drawingml/2006/main">
            <a:off x="1000125" y="4726781"/>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14" name="Ledning">
            <a:extLst xmlns:a="http://schemas.openxmlformats.org/drawingml/2006/main">
              <a:ext uri="{FF2B5EF4-FFF2-40B4-BE49-F238E27FC236}">
                <a16:creationId xmlns:a16="http://schemas.microsoft.com/office/drawing/2014/main" id="{3B03E9B4-52DC-4591-890E-59B52E46929C}"/>
              </a:ext>
            </a:extLst>
          </p:cNvPr>
          <p:cNvSpPr>
            <a:spLocks xmlns:a="http://schemas.openxmlformats.org/drawingml/2006/main" noGrp="1"/>
          </p:cNvSpPr>
          <p:nvPr/>
        </p:nvSpPr>
        <p:spPr>
          <a:xfrm xmlns:a="http://schemas.openxmlformats.org/drawingml/2006/main">
            <a:off x="3321844" y="4369594"/>
            <a:ext cx="715" cy="357188"/>
          </a:xfrm>
          <a:custGeom xmlns:a="http://schemas.openxmlformats.org/drawingml/2006/main">
            <a:pathLst>
              <a:path w="953" h="476250">
                <a:moveTo>
                  <a:pt x="0" y="476250"/>
                </a:moveTo>
                <a:lnTo>
                  <a:pt x="0" y="0"/>
                </a:lnTo>
              </a:path>
            </a:pathLst>
          </a:custGeom>
          <a:noFill xmlns:a="http://schemas.openxmlformats.org/drawingml/2006/main"/>
          <a:ln xmlns:a="http://schemas.openxmlformats.org/drawingml/2006/main" w="28575">
            <a:solidFill>
              <a:srgbClr val="111111"/>
            </a:solidFill>
          </a:ln>
        </p:spPr>
      </p:sp>
      <p:sp>
        <p:nvSpPr>
          <p:cNvPr id="15" name="">
            <a:extLst xmlns:a="http://schemas.openxmlformats.org/drawingml/2006/main">
              <a:ext uri="{FF2B5EF4-FFF2-40B4-BE49-F238E27FC236}">
                <a16:creationId xmlns:a16="http://schemas.microsoft.com/office/drawing/2014/main" id="{6CBE6266-0023-4BAA-AE27-E24F1639B550}"/>
              </a:ext>
            </a:extLst>
          </p:cNvPr>
          <p:cNvSpPr>
            <a:spLocks xmlns:a="http://schemas.openxmlformats.org/drawingml/2006/main" noGrp="1"/>
          </p:cNvSpPr>
          <p:nvPr/>
        </p:nvSpPr>
        <p:spPr>
          <a:xfrm xmlns:a="http://schemas.openxmlformats.org/drawingml/2006/main">
            <a:off x="3178969" y="2583656"/>
            <a:ext cx="285750" cy="678656"/>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16" name="R₁">
            <a:extLst xmlns:a="http://schemas.openxmlformats.org/drawingml/2006/main">
              <a:ext uri="{FF2B5EF4-FFF2-40B4-BE49-F238E27FC236}">
                <a16:creationId xmlns:a16="http://schemas.microsoft.com/office/drawing/2014/main" id="{C0B994FD-11F4-4FFD-8E22-F88032A6C41D}"/>
              </a:ext>
            </a:extLst>
          </p:cNvPr>
          <p:cNvSpPr>
            <a:spLocks xmlns:a="http://schemas.openxmlformats.org/drawingml/2006/main" noGrp="1"/>
          </p:cNvSpPr>
          <p:nvPr/>
        </p:nvSpPr>
        <p:spPr>
          <a:xfrm xmlns:a="http://schemas.openxmlformats.org/drawingml/2006/main">
            <a:off x="3550444" y="2526506"/>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R₁</a:t>
            </a:r>
          </a:p>
        </p:txBody>
      </p:sp>
      <p:sp>
        <p:nvSpPr>
          <p:cNvPr id="17" name="1 MΩ">
            <a:extLst xmlns:a="http://schemas.openxmlformats.org/drawingml/2006/main">
              <a:ext uri="{FF2B5EF4-FFF2-40B4-BE49-F238E27FC236}">
                <a16:creationId xmlns:a16="http://schemas.microsoft.com/office/drawing/2014/main" id="{6AE5D866-BEFF-4118-9CD8-AB4528152044}"/>
              </a:ext>
            </a:extLst>
          </p:cNvPr>
          <p:cNvSpPr>
            <a:spLocks xmlns:a="http://schemas.openxmlformats.org/drawingml/2006/main" noGrp="1"/>
          </p:cNvSpPr>
          <p:nvPr/>
        </p:nvSpPr>
        <p:spPr>
          <a:xfrm xmlns:a="http://schemas.openxmlformats.org/drawingml/2006/main">
            <a:off x="3550444" y="2805112"/>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MΩ</a:t>
            </a:r>
          </a:p>
        </p:txBody>
      </p:sp>
      <p:sp>
        <p:nvSpPr>
          <p:cNvPr id="18" name="Ledning">
            <a:extLst xmlns:a="http://schemas.openxmlformats.org/drawingml/2006/main">
              <a:ext uri="{FF2B5EF4-FFF2-40B4-BE49-F238E27FC236}">
                <a16:creationId xmlns:a16="http://schemas.microsoft.com/office/drawing/2014/main" id="{6F8481CD-5D82-4694-ABBF-9C553901A583}"/>
              </a:ext>
            </a:extLst>
          </p:cNvPr>
          <p:cNvSpPr>
            <a:spLocks xmlns:a="http://schemas.openxmlformats.org/drawingml/2006/main" noGrp="1"/>
          </p:cNvSpPr>
          <p:nvPr/>
        </p:nvSpPr>
        <p:spPr>
          <a:xfrm xmlns:a="http://schemas.openxmlformats.org/drawingml/2006/main">
            <a:off x="3321844" y="3262312"/>
            <a:ext cx="715" cy="285750"/>
          </a:xfrm>
          <a:custGeom xmlns:a="http://schemas.openxmlformats.org/drawingml/2006/main">
            <a:pathLst>
              <a:path w="953" h="381000">
                <a:moveTo>
                  <a:pt x="0" y="0"/>
                </a:moveTo>
                <a:lnTo>
                  <a:pt x="0" y="381000"/>
                </a:lnTo>
              </a:path>
            </a:pathLst>
          </a:custGeom>
          <a:noFill xmlns:a="http://schemas.openxmlformats.org/drawingml/2006/main"/>
          <a:ln xmlns:a="http://schemas.openxmlformats.org/drawingml/2006/main" w="28575">
            <a:solidFill>
              <a:srgbClr val="111111"/>
            </a:solidFill>
          </a:ln>
        </p:spPr>
      </p:sp>
      <p:sp>
        <p:nvSpPr>
          <p:cNvPr id="19" name="">
            <a:extLst xmlns:a="http://schemas.openxmlformats.org/drawingml/2006/main">
              <a:ext uri="{FF2B5EF4-FFF2-40B4-BE49-F238E27FC236}">
                <a16:creationId xmlns:a16="http://schemas.microsoft.com/office/drawing/2014/main" id="{8A23103E-CA57-45C7-96F5-56F8B644F92E}"/>
              </a:ext>
            </a:extLst>
          </p:cNvPr>
          <p:cNvSpPr>
            <a:spLocks xmlns:a="http://schemas.openxmlformats.org/drawingml/2006/main" noGrp="1"/>
          </p:cNvSpPr>
          <p:nvPr/>
        </p:nvSpPr>
        <p:spPr>
          <a:xfrm xmlns:a="http://schemas.openxmlformats.org/drawingml/2006/main">
            <a:off x="3178969" y="3762375"/>
            <a:ext cx="285750" cy="607219"/>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20" name="R₂">
            <a:extLst xmlns:a="http://schemas.openxmlformats.org/drawingml/2006/main">
              <a:ext uri="{FF2B5EF4-FFF2-40B4-BE49-F238E27FC236}">
                <a16:creationId xmlns:a16="http://schemas.microsoft.com/office/drawing/2014/main" id="{883512DA-5001-438C-9572-E47F02ED961A}"/>
              </a:ext>
            </a:extLst>
          </p:cNvPr>
          <p:cNvSpPr>
            <a:spLocks xmlns:a="http://schemas.openxmlformats.org/drawingml/2006/main" noGrp="1"/>
          </p:cNvSpPr>
          <p:nvPr/>
        </p:nvSpPr>
        <p:spPr>
          <a:xfrm xmlns:a="http://schemas.openxmlformats.org/drawingml/2006/main">
            <a:off x="3550444" y="3705225"/>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R₂</a:t>
            </a:r>
          </a:p>
        </p:txBody>
      </p:sp>
      <p:sp>
        <p:nvSpPr>
          <p:cNvPr id="21" name="1 MΩ">
            <a:extLst xmlns:a="http://schemas.openxmlformats.org/drawingml/2006/main">
              <a:ext uri="{FF2B5EF4-FFF2-40B4-BE49-F238E27FC236}">
                <a16:creationId xmlns:a16="http://schemas.microsoft.com/office/drawing/2014/main" id="{F33FEC04-AD84-4095-A4B9-6CDF7B4BCC59}"/>
              </a:ext>
            </a:extLst>
          </p:cNvPr>
          <p:cNvSpPr>
            <a:spLocks xmlns:a="http://schemas.openxmlformats.org/drawingml/2006/main" noGrp="1"/>
          </p:cNvSpPr>
          <p:nvPr/>
        </p:nvSpPr>
        <p:spPr>
          <a:xfrm xmlns:a="http://schemas.openxmlformats.org/drawingml/2006/main">
            <a:off x="3550444" y="3983831"/>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MΩ</a:t>
            </a:r>
          </a:p>
        </p:txBody>
      </p:sp>
      <p:sp>
        <p:nvSpPr>
          <p:cNvPr id="22" name="Ledning">
            <a:extLst xmlns:a="http://schemas.openxmlformats.org/drawingml/2006/main">
              <a:ext uri="{FF2B5EF4-FFF2-40B4-BE49-F238E27FC236}">
                <a16:creationId xmlns:a16="http://schemas.microsoft.com/office/drawing/2014/main" id="{8A74B4FC-AE19-452B-894D-A5ABCECFEEE8}"/>
              </a:ext>
            </a:extLst>
          </p:cNvPr>
          <p:cNvSpPr>
            <a:spLocks xmlns:a="http://schemas.openxmlformats.org/drawingml/2006/main" noGrp="1"/>
          </p:cNvSpPr>
          <p:nvPr/>
        </p:nvSpPr>
        <p:spPr>
          <a:xfrm xmlns:a="http://schemas.openxmlformats.org/drawingml/2006/main">
            <a:off x="3321844" y="3548062"/>
            <a:ext cx="715" cy="214312"/>
          </a:xfrm>
          <a:custGeom xmlns:a="http://schemas.openxmlformats.org/drawingml/2006/main">
            <a:pathLst>
              <a:path w="953" h="285750">
                <a:moveTo>
                  <a:pt x="0" y="0"/>
                </a:moveTo>
                <a:lnTo>
                  <a:pt x="0" y="285750"/>
                </a:lnTo>
              </a:path>
            </a:pathLst>
          </a:custGeom>
          <a:noFill xmlns:a="http://schemas.openxmlformats.org/drawingml/2006/main"/>
          <a:ln xmlns:a="http://schemas.openxmlformats.org/drawingml/2006/main" w="28575">
            <a:solidFill>
              <a:srgbClr val="111111"/>
            </a:solidFill>
          </a:ln>
        </p:spPr>
      </p:sp>
      <p:sp>
        <p:nvSpPr>
          <p:cNvPr id="23" name="">
            <a:extLst xmlns:a="http://schemas.openxmlformats.org/drawingml/2006/main">
              <a:ext uri="{FF2B5EF4-FFF2-40B4-BE49-F238E27FC236}">
                <a16:creationId xmlns:a16="http://schemas.microsoft.com/office/drawing/2014/main" id="{871AFE6A-03A5-4237-9231-67D8A7D7FB55}"/>
              </a:ext>
            </a:extLst>
          </p:cNvPr>
          <p:cNvSpPr>
            <a:spLocks xmlns:a="http://schemas.openxmlformats.org/drawingml/2006/main" noGrp="1"/>
          </p:cNvSpPr>
          <p:nvPr/>
        </p:nvSpPr>
        <p:spPr>
          <a:xfrm xmlns:a="http://schemas.openxmlformats.org/drawingml/2006/main">
            <a:off x="3286125" y="3512344"/>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4" name="">
            <a:extLst xmlns:a="http://schemas.openxmlformats.org/drawingml/2006/main">
              <a:ext uri="{FF2B5EF4-FFF2-40B4-BE49-F238E27FC236}">
                <a16:creationId xmlns:a16="http://schemas.microsoft.com/office/drawing/2014/main" id="{468FA4BD-0D2B-4E37-89FC-A6B002EA9F75}"/>
              </a:ext>
            </a:extLst>
          </p:cNvPr>
          <p:cNvSpPr>
            <a:spLocks xmlns:a="http://schemas.openxmlformats.org/drawingml/2006/main" noGrp="1"/>
          </p:cNvSpPr>
          <p:nvPr/>
        </p:nvSpPr>
        <p:spPr>
          <a:xfrm xmlns:a="http://schemas.openxmlformats.org/drawingml/2006/main">
            <a:off x="3286125" y="4691062"/>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5" name="5,000 V">
            <a:extLst xmlns:a="http://schemas.openxmlformats.org/drawingml/2006/main">
              <a:ext uri="{FF2B5EF4-FFF2-40B4-BE49-F238E27FC236}">
                <a16:creationId xmlns:a16="http://schemas.microsoft.com/office/drawing/2014/main" id="{7054EDB3-3EE5-451A-95D8-3480FE1847CE}"/>
              </a:ext>
            </a:extLst>
          </p:cNvPr>
          <p:cNvSpPr>
            <a:spLocks xmlns:a="http://schemas.openxmlformats.org/drawingml/2006/main" noGrp="1"/>
          </p:cNvSpPr>
          <p:nvPr/>
        </p:nvSpPr>
        <p:spPr>
          <a:xfrm xmlns:a="http://schemas.openxmlformats.org/drawingml/2006/main">
            <a:off x="6179344" y="2655094"/>
            <a:ext cx="2536031"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19" b="1">
                <a:solidFill>
                  <a:srgbClr val="064F91"/>
                </a:solidFill>
                <a:latin typeface="Calibri"/>
                <a:ea typeface="Calibri"/>
                <a:cs typeface="Calibri"/>
              </a:defRPr>
            </a:pPr>
            <a:r>
              <a:rPr sz="3319" b="1">
                <a:solidFill>
                  <a:srgbClr val="064F91"/>
                </a:solidFill>
                <a:latin typeface="Calibri"/>
                <a:ea typeface="Calibri"/>
                <a:cs typeface="Calibri"/>
              </a:rPr>
              <a:t>5,000 V</a:t>
            </a:r>
          </a:p>
        </p:txBody>
      </p:sp>
      <p:sp>
        <p:nvSpPr>
          <p:cNvPr id="26" name="Beräknad spänning&#10;över R₂">
            <a:extLst xmlns:a="http://schemas.openxmlformats.org/drawingml/2006/main">
              <a:ext uri="{FF2B5EF4-FFF2-40B4-BE49-F238E27FC236}">
                <a16:creationId xmlns:a16="http://schemas.microsoft.com/office/drawing/2014/main" id="{0310182F-F458-41C9-9C1A-F28312400B4E}"/>
              </a:ext>
            </a:extLst>
          </p:cNvPr>
          <p:cNvSpPr>
            <a:spLocks xmlns:a="http://schemas.openxmlformats.org/drawingml/2006/main" noGrp="1"/>
          </p:cNvSpPr>
          <p:nvPr/>
        </p:nvSpPr>
        <p:spPr>
          <a:xfrm xmlns:a="http://schemas.openxmlformats.org/drawingml/2006/main">
            <a:off x="6215062" y="3640931"/>
            <a:ext cx="2464594" cy="607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88" b="1">
                <a:solidFill>
                  <a:srgbClr val="111111"/>
                </a:solidFill>
                <a:latin typeface="Calibri"/>
                <a:ea typeface="Calibri"/>
                <a:cs typeface="Calibri"/>
              </a:defRPr>
            </a:pPr>
            <a:r>
              <a:rPr sz="1688" b="1">
                <a:solidFill>
                  <a:srgbClr val="111111"/>
                </a:solidFill>
                <a:latin typeface="Calibri"/>
                <a:ea typeface="Calibri"/>
                <a:cs typeface="Calibri"/>
              </a:rPr>
              <a:t>Beräknad spänning</a:t>
            </a:r>
          </a:p>
          <a:p xmlns:a="http://schemas.openxmlformats.org/drawingml/2006/main">
            <a:pPr algn="ctr">
              <a:defRPr sz="1688" b="1">
                <a:solidFill>
                  <a:srgbClr val="111111"/>
                </a:solidFill>
                <a:latin typeface="Calibri"/>
                <a:ea typeface="Calibri"/>
                <a:cs typeface="Calibri"/>
              </a:defRPr>
            </a:pPr>
            <a:r>
              <a:rPr sz="1688" b="1">
                <a:solidFill>
                  <a:srgbClr val="111111"/>
                </a:solidFill>
                <a:latin typeface="Calibri"/>
                <a:ea typeface="Calibri"/>
                <a:cs typeface="Calibri"/>
              </a:rPr>
              <a:t>över R₂</a:t>
            </a:r>
          </a:p>
        </p:txBody>
      </p:sp>
      <p:sp>
        <p:nvSpPr>
          <p:cNvPr id="27" name="Två lika motstånd delar 10 V lika. Över R₂ finns 5 V.">
            <a:extLst xmlns:a="http://schemas.openxmlformats.org/drawingml/2006/main">
              <a:ext uri="{FF2B5EF4-FFF2-40B4-BE49-F238E27FC236}">
                <a16:creationId xmlns:a16="http://schemas.microsoft.com/office/drawing/2014/main" id="{3BC694C9-B86B-4543-82E6-D0403481CF04}"/>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Två lika motstånd delar 10 V lika. Över R₂ finns 5 V.</a:t>
            </a:r>
          </a:p>
        </p:txBody>
      </p:sp>
      <p:sp>
        <p:nvSpPr>
          <p:cNvPr id="9001" name="Två motstånd delar källans spänning">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Två motstånd delar källans spänning</a:t>
            </a:r>
          </a:p>
        </p:txBody>
      </p:sp>
      <p:sp>
        <p:nvSpPr>
          <p:cNvPr id="9002" name="51">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55</a:t>
            </a:r>
          </a:p>
        </p:txBody>
      </p:sp>
    </p:spTree>
    <p:extLst>
      <p:ext uri="{BB962C8B-B14F-4D97-AF65-F5344CB8AC3E}">
        <p14:creationId xmlns:p14="http://schemas.microsoft.com/office/powerpoint/2010/main" val="1627388716"/>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Rₘ = 10 MΩ beskriver mätarens ingång i V-läge">
            <a:extLst xmlns:a="http://schemas.openxmlformats.org/drawingml/2006/main">
              <a:ext uri="{FF2B5EF4-FFF2-40B4-BE49-F238E27FC236}">
                <a16:creationId xmlns:a16="http://schemas.microsoft.com/office/drawing/2014/main" id="{D1781E2F-63C1-48F8-9CAD-AF2D97034B54}"/>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Rₘ = 10 MΩ beskriver mätarens ingång i V-läge</a:t>
            </a:r>
          </a:p>
        </p:txBody>
      </p:sp>
      <p:sp>
        <p:nvSpPr>
          <p:cNvPr id="5" name="Ledning">
            <a:extLst xmlns:a="http://schemas.openxmlformats.org/drawingml/2006/main">
              <a:ext uri="{FF2B5EF4-FFF2-40B4-BE49-F238E27FC236}">
                <a16:creationId xmlns:a16="http://schemas.microsoft.com/office/drawing/2014/main" id="{9903F9C8-0630-49F0-A7C9-056395134A3A}"/>
              </a:ext>
            </a:extLst>
          </p:cNvPr>
          <p:cNvSpPr>
            <a:spLocks xmlns:a="http://schemas.openxmlformats.org/drawingml/2006/main" noGrp="1"/>
          </p:cNvSpPr>
          <p:nvPr/>
        </p:nvSpPr>
        <p:spPr>
          <a:xfrm xmlns:a="http://schemas.openxmlformats.org/drawingml/2006/main">
            <a:off x="1000125" y="2262188"/>
            <a:ext cx="715" cy="964406"/>
          </a:xfrm>
          <a:custGeom xmlns:a="http://schemas.openxmlformats.org/drawingml/2006/main">
            <a:pathLst>
              <a:path w="953" h="1285875">
                <a:moveTo>
                  <a:pt x="0" y="12858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2DD96F79-649E-4D0C-BA37-C4CAF7AB9919}"/>
              </a:ext>
            </a:extLst>
          </p:cNvPr>
          <p:cNvSpPr>
            <a:spLocks xmlns:a="http://schemas.openxmlformats.org/drawingml/2006/main" noGrp="1"/>
          </p:cNvSpPr>
          <p:nvPr/>
        </p:nvSpPr>
        <p:spPr>
          <a:xfrm xmlns:a="http://schemas.openxmlformats.org/drawingml/2006/main">
            <a:off x="1000125" y="2262188"/>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7" name="Ledning">
            <a:extLst xmlns:a="http://schemas.openxmlformats.org/drawingml/2006/main">
              <a:ext uri="{FF2B5EF4-FFF2-40B4-BE49-F238E27FC236}">
                <a16:creationId xmlns:a16="http://schemas.microsoft.com/office/drawing/2014/main" id="{E93A7879-77F6-414B-85D2-DE2F30763264}"/>
              </a:ext>
            </a:extLst>
          </p:cNvPr>
          <p:cNvSpPr>
            <a:spLocks xmlns:a="http://schemas.openxmlformats.org/drawingml/2006/main" noGrp="1"/>
          </p:cNvSpPr>
          <p:nvPr/>
        </p:nvSpPr>
        <p:spPr>
          <a:xfrm xmlns:a="http://schemas.openxmlformats.org/drawingml/2006/main">
            <a:off x="3321844" y="2262188"/>
            <a:ext cx="715" cy="321469"/>
          </a:xfrm>
          <a:custGeom xmlns:a="http://schemas.openxmlformats.org/drawingml/2006/main">
            <a:pathLst>
              <a:path w="953" h="428625">
                <a:moveTo>
                  <a:pt x="0" y="0"/>
                </a:moveTo>
                <a:lnTo>
                  <a:pt x="0" y="428625"/>
                </a:lnTo>
              </a:path>
            </a:pathLst>
          </a:custGeom>
          <a:noFill xmlns:a="http://schemas.openxmlformats.org/drawingml/2006/main"/>
          <a:ln xmlns:a="http://schemas.openxmlformats.org/drawingml/2006/main" w="28575">
            <a:solidFill>
              <a:srgbClr val="111111"/>
            </a:solidFill>
          </a:ln>
        </p:spPr>
      </p:sp>
      <p:sp>
        <p:nvSpPr>
          <p:cNvPr id="8" name="">
            <a:extLst xmlns:a="http://schemas.openxmlformats.org/drawingml/2006/main">
              <a:ext uri="{FF2B5EF4-FFF2-40B4-BE49-F238E27FC236}">
                <a16:creationId xmlns:a16="http://schemas.microsoft.com/office/drawing/2014/main" id="{135052C4-9235-49A6-8648-F78BD18ACEBD}"/>
              </a:ext>
            </a:extLst>
          </p:cNvPr>
          <p:cNvSpPr>
            <a:spLocks xmlns:a="http://schemas.openxmlformats.org/drawingml/2006/main" noGrp="1"/>
          </p:cNvSpPr>
          <p:nvPr/>
        </p:nvSpPr>
        <p:spPr>
          <a:xfrm xmlns:a="http://schemas.openxmlformats.org/drawingml/2006/main">
            <a:off x="750094" y="3226594"/>
            <a:ext cx="500062" cy="500062"/>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9" name="+">
            <a:extLst xmlns:a="http://schemas.openxmlformats.org/drawingml/2006/main">
              <a:ext uri="{FF2B5EF4-FFF2-40B4-BE49-F238E27FC236}">
                <a16:creationId xmlns:a16="http://schemas.microsoft.com/office/drawing/2014/main" id="{CEEBA73B-9565-4369-992A-31189B713830}"/>
              </a:ext>
            </a:extLst>
          </p:cNvPr>
          <p:cNvSpPr>
            <a:spLocks xmlns:a="http://schemas.openxmlformats.org/drawingml/2006/main" noGrp="1"/>
          </p:cNvSpPr>
          <p:nvPr/>
        </p:nvSpPr>
        <p:spPr>
          <a:xfrm xmlns:a="http://schemas.openxmlformats.org/drawingml/2006/main">
            <a:off x="907256" y="3255169"/>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0" name="−">
            <a:extLst xmlns:a="http://schemas.openxmlformats.org/drawingml/2006/main">
              <a:ext uri="{FF2B5EF4-FFF2-40B4-BE49-F238E27FC236}">
                <a16:creationId xmlns:a16="http://schemas.microsoft.com/office/drawing/2014/main" id="{091F7768-33C7-4FFB-9E0D-E1D0228E3F0A}"/>
              </a:ext>
            </a:extLst>
          </p:cNvPr>
          <p:cNvSpPr>
            <a:spLocks xmlns:a="http://schemas.openxmlformats.org/drawingml/2006/main" noGrp="1"/>
          </p:cNvSpPr>
          <p:nvPr/>
        </p:nvSpPr>
        <p:spPr>
          <a:xfrm xmlns:a="http://schemas.openxmlformats.org/drawingml/2006/main">
            <a:off x="907256" y="3490912"/>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1" name="10 V">
            <a:extLst xmlns:a="http://schemas.openxmlformats.org/drawingml/2006/main">
              <a:ext uri="{FF2B5EF4-FFF2-40B4-BE49-F238E27FC236}">
                <a16:creationId xmlns:a16="http://schemas.microsoft.com/office/drawing/2014/main" id="{47FCE033-DE81-49AA-AE1E-CF2748E25EA4}"/>
              </a:ext>
            </a:extLst>
          </p:cNvPr>
          <p:cNvSpPr>
            <a:spLocks xmlns:a="http://schemas.openxmlformats.org/drawingml/2006/main" noGrp="1"/>
          </p:cNvSpPr>
          <p:nvPr/>
        </p:nvSpPr>
        <p:spPr>
          <a:xfrm xmlns:a="http://schemas.openxmlformats.org/drawingml/2006/main">
            <a:off x="1407319" y="3276600"/>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10 V</a:t>
            </a:r>
          </a:p>
        </p:txBody>
      </p:sp>
      <p:sp>
        <p:nvSpPr>
          <p:cNvPr id="12" name="Ledning">
            <a:extLst xmlns:a="http://schemas.openxmlformats.org/drawingml/2006/main">
              <a:ext uri="{FF2B5EF4-FFF2-40B4-BE49-F238E27FC236}">
                <a16:creationId xmlns:a16="http://schemas.microsoft.com/office/drawing/2014/main" id="{14FB0361-AAB8-40A9-ACAD-4BDD378BB24B}"/>
              </a:ext>
            </a:extLst>
          </p:cNvPr>
          <p:cNvSpPr>
            <a:spLocks xmlns:a="http://schemas.openxmlformats.org/drawingml/2006/main" noGrp="1"/>
          </p:cNvSpPr>
          <p:nvPr/>
        </p:nvSpPr>
        <p:spPr>
          <a:xfrm xmlns:a="http://schemas.openxmlformats.org/drawingml/2006/main">
            <a:off x="1000125" y="3726656"/>
            <a:ext cx="715" cy="1000125"/>
          </a:xfrm>
          <a:custGeom xmlns:a="http://schemas.openxmlformats.org/drawingml/2006/main">
            <a:pathLst>
              <a:path w="953" h="1333500">
                <a:moveTo>
                  <a:pt x="0" y="0"/>
                </a:moveTo>
                <a:lnTo>
                  <a:pt x="0" y="1333500"/>
                </a:lnTo>
              </a:path>
            </a:pathLst>
          </a:custGeom>
          <a:noFill xmlns:a="http://schemas.openxmlformats.org/drawingml/2006/main"/>
          <a:ln xmlns:a="http://schemas.openxmlformats.org/drawingml/2006/main" w="28575">
            <a:solidFill>
              <a:srgbClr val="111111"/>
            </a:solidFill>
          </a:ln>
        </p:spPr>
      </p:sp>
      <p:sp>
        <p:nvSpPr>
          <p:cNvPr id="13" name="Ledning">
            <a:extLst xmlns:a="http://schemas.openxmlformats.org/drawingml/2006/main">
              <a:ext uri="{FF2B5EF4-FFF2-40B4-BE49-F238E27FC236}">
                <a16:creationId xmlns:a16="http://schemas.microsoft.com/office/drawing/2014/main" id="{E7E93F1F-8067-4E3A-BC5D-5C97EA07DDCD}"/>
              </a:ext>
            </a:extLst>
          </p:cNvPr>
          <p:cNvSpPr>
            <a:spLocks xmlns:a="http://schemas.openxmlformats.org/drawingml/2006/main" noGrp="1"/>
          </p:cNvSpPr>
          <p:nvPr/>
        </p:nvSpPr>
        <p:spPr>
          <a:xfrm xmlns:a="http://schemas.openxmlformats.org/drawingml/2006/main">
            <a:off x="1000125" y="4726781"/>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14" name="Ledning">
            <a:extLst xmlns:a="http://schemas.openxmlformats.org/drawingml/2006/main">
              <a:ext uri="{FF2B5EF4-FFF2-40B4-BE49-F238E27FC236}">
                <a16:creationId xmlns:a16="http://schemas.microsoft.com/office/drawing/2014/main" id="{73A6AD80-44AB-464C-AEAA-05DFC6196FF8}"/>
              </a:ext>
            </a:extLst>
          </p:cNvPr>
          <p:cNvSpPr>
            <a:spLocks xmlns:a="http://schemas.openxmlformats.org/drawingml/2006/main" noGrp="1"/>
          </p:cNvSpPr>
          <p:nvPr/>
        </p:nvSpPr>
        <p:spPr>
          <a:xfrm xmlns:a="http://schemas.openxmlformats.org/drawingml/2006/main">
            <a:off x="3321844" y="4369594"/>
            <a:ext cx="715" cy="357188"/>
          </a:xfrm>
          <a:custGeom xmlns:a="http://schemas.openxmlformats.org/drawingml/2006/main">
            <a:pathLst>
              <a:path w="953" h="476250">
                <a:moveTo>
                  <a:pt x="0" y="476250"/>
                </a:moveTo>
                <a:lnTo>
                  <a:pt x="0" y="0"/>
                </a:lnTo>
              </a:path>
            </a:pathLst>
          </a:custGeom>
          <a:noFill xmlns:a="http://schemas.openxmlformats.org/drawingml/2006/main"/>
          <a:ln xmlns:a="http://schemas.openxmlformats.org/drawingml/2006/main" w="28575">
            <a:solidFill>
              <a:srgbClr val="111111"/>
            </a:solidFill>
          </a:ln>
        </p:spPr>
      </p:sp>
      <p:sp>
        <p:nvSpPr>
          <p:cNvPr id="15" name="">
            <a:extLst xmlns:a="http://schemas.openxmlformats.org/drawingml/2006/main">
              <a:ext uri="{FF2B5EF4-FFF2-40B4-BE49-F238E27FC236}">
                <a16:creationId xmlns:a16="http://schemas.microsoft.com/office/drawing/2014/main" id="{7B2688DE-D9D5-4032-B6A9-965D8D62E426}"/>
              </a:ext>
            </a:extLst>
          </p:cNvPr>
          <p:cNvSpPr>
            <a:spLocks xmlns:a="http://schemas.openxmlformats.org/drawingml/2006/main" noGrp="1"/>
          </p:cNvSpPr>
          <p:nvPr/>
        </p:nvSpPr>
        <p:spPr>
          <a:xfrm xmlns:a="http://schemas.openxmlformats.org/drawingml/2006/main">
            <a:off x="3178969" y="2583656"/>
            <a:ext cx="285750" cy="678656"/>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16" name="R₁">
            <a:extLst xmlns:a="http://schemas.openxmlformats.org/drawingml/2006/main">
              <a:ext uri="{FF2B5EF4-FFF2-40B4-BE49-F238E27FC236}">
                <a16:creationId xmlns:a16="http://schemas.microsoft.com/office/drawing/2014/main" id="{C43E3BFC-14D4-4DC3-831C-E7CE8B3A4300}"/>
              </a:ext>
            </a:extLst>
          </p:cNvPr>
          <p:cNvSpPr>
            <a:spLocks xmlns:a="http://schemas.openxmlformats.org/drawingml/2006/main" noGrp="1"/>
          </p:cNvSpPr>
          <p:nvPr/>
        </p:nvSpPr>
        <p:spPr>
          <a:xfrm xmlns:a="http://schemas.openxmlformats.org/drawingml/2006/main">
            <a:off x="3550444" y="2526506"/>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R₁</a:t>
            </a:r>
          </a:p>
        </p:txBody>
      </p:sp>
      <p:sp>
        <p:nvSpPr>
          <p:cNvPr id="17" name="1 MΩ">
            <a:extLst xmlns:a="http://schemas.openxmlformats.org/drawingml/2006/main">
              <a:ext uri="{FF2B5EF4-FFF2-40B4-BE49-F238E27FC236}">
                <a16:creationId xmlns:a16="http://schemas.microsoft.com/office/drawing/2014/main" id="{DB33EA0E-D0C4-4A1A-877D-200C8F05A4C2}"/>
              </a:ext>
            </a:extLst>
          </p:cNvPr>
          <p:cNvSpPr>
            <a:spLocks xmlns:a="http://schemas.openxmlformats.org/drawingml/2006/main" noGrp="1"/>
          </p:cNvSpPr>
          <p:nvPr/>
        </p:nvSpPr>
        <p:spPr>
          <a:xfrm xmlns:a="http://schemas.openxmlformats.org/drawingml/2006/main">
            <a:off x="3550444" y="2805112"/>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MΩ</a:t>
            </a:r>
          </a:p>
        </p:txBody>
      </p:sp>
      <p:sp>
        <p:nvSpPr>
          <p:cNvPr id="18" name="Ledning">
            <a:extLst xmlns:a="http://schemas.openxmlformats.org/drawingml/2006/main">
              <a:ext uri="{FF2B5EF4-FFF2-40B4-BE49-F238E27FC236}">
                <a16:creationId xmlns:a16="http://schemas.microsoft.com/office/drawing/2014/main" id="{18A2DFF4-6633-44B6-8508-4BCD6C080B0C}"/>
              </a:ext>
            </a:extLst>
          </p:cNvPr>
          <p:cNvSpPr>
            <a:spLocks xmlns:a="http://schemas.openxmlformats.org/drawingml/2006/main" noGrp="1"/>
          </p:cNvSpPr>
          <p:nvPr/>
        </p:nvSpPr>
        <p:spPr>
          <a:xfrm xmlns:a="http://schemas.openxmlformats.org/drawingml/2006/main">
            <a:off x="3321844" y="3262312"/>
            <a:ext cx="715" cy="285750"/>
          </a:xfrm>
          <a:custGeom xmlns:a="http://schemas.openxmlformats.org/drawingml/2006/main">
            <a:pathLst>
              <a:path w="953" h="381000">
                <a:moveTo>
                  <a:pt x="0" y="0"/>
                </a:moveTo>
                <a:lnTo>
                  <a:pt x="0" y="381000"/>
                </a:lnTo>
              </a:path>
            </a:pathLst>
          </a:custGeom>
          <a:noFill xmlns:a="http://schemas.openxmlformats.org/drawingml/2006/main"/>
          <a:ln xmlns:a="http://schemas.openxmlformats.org/drawingml/2006/main" w="28575">
            <a:solidFill>
              <a:srgbClr val="111111"/>
            </a:solidFill>
          </a:ln>
        </p:spPr>
      </p:sp>
      <p:sp>
        <p:nvSpPr>
          <p:cNvPr id="19" name="">
            <a:extLst xmlns:a="http://schemas.openxmlformats.org/drawingml/2006/main">
              <a:ext uri="{FF2B5EF4-FFF2-40B4-BE49-F238E27FC236}">
                <a16:creationId xmlns:a16="http://schemas.microsoft.com/office/drawing/2014/main" id="{C2B514CE-8F9C-4D78-B495-0188CB95556E}"/>
              </a:ext>
            </a:extLst>
          </p:cNvPr>
          <p:cNvSpPr>
            <a:spLocks xmlns:a="http://schemas.openxmlformats.org/drawingml/2006/main" noGrp="1"/>
          </p:cNvSpPr>
          <p:nvPr/>
        </p:nvSpPr>
        <p:spPr>
          <a:xfrm xmlns:a="http://schemas.openxmlformats.org/drawingml/2006/main">
            <a:off x="3178969" y="3762375"/>
            <a:ext cx="285750" cy="607219"/>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20" name="R₂">
            <a:extLst xmlns:a="http://schemas.openxmlformats.org/drawingml/2006/main">
              <a:ext uri="{FF2B5EF4-FFF2-40B4-BE49-F238E27FC236}">
                <a16:creationId xmlns:a16="http://schemas.microsoft.com/office/drawing/2014/main" id="{52CB10DA-2184-4E98-906F-A64A6C6F64F5}"/>
              </a:ext>
            </a:extLst>
          </p:cNvPr>
          <p:cNvSpPr>
            <a:spLocks xmlns:a="http://schemas.openxmlformats.org/drawingml/2006/main" noGrp="1"/>
          </p:cNvSpPr>
          <p:nvPr/>
        </p:nvSpPr>
        <p:spPr>
          <a:xfrm xmlns:a="http://schemas.openxmlformats.org/drawingml/2006/main">
            <a:off x="3550444" y="3705225"/>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R₂</a:t>
            </a:r>
          </a:p>
        </p:txBody>
      </p:sp>
      <p:sp>
        <p:nvSpPr>
          <p:cNvPr id="21" name="1 MΩ">
            <a:extLst xmlns:a="http://schemas.openxmlformats.org/drawingml/2006/main">
              <a:ext uri="{FF2B5EF4-FFF2-40B4-BE49-F238E27FC236}">
                <a16:creationId xmlns:a16="http://schemas.microsoft.com/office/drawing/2014/main" id="{7EBDB987-4DA8-4AF0-9CA4-42EA45D34C0D}"/>
              </a:ext>
            </a:extLst>
          </p:cNvPr>
          <p:cNvSpPr>
            <a:spLocks xmlns:a="http://schemas.openxmlformats.org/drawingml/2006/main" noGrp="1"/>
          </p:cNvSpPr>
          <p:nvPr/>
        </p:nvSpPr>
        <p:spPr>
          <a:xfrm xmlns:a="http://schemas.openxmlformats.org/drawingml/2006/main">
            <a:off x="3550444" y="3983831"/>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MΩ</a:t>
            </a:r>
          </a:p>
        </p:txBody>
      </p:sp>
      <p:sp>
        <p:nvSpPr>
          <p:cNvPr id="22" name="Ledning">
            <a:extLst xmlns:a="http://schemas.openxmlformats.org/drawingml/2006/main">
              <a:ext uri="{FF2B5EF4-FFF2-40B4-BE49-F238E27FC236}">
                <a16:creationId xmlns:a16="http://schemas.microsoft.com/office/drawing/2014/main" id="{60B3715B-BBAB-4B3A-9169-4E26EE9FC098}"/>
              </a:ext>
            </a:extLst>
          </p:cNvPr>
          <p:cNvSpPr>
            <a:spLocks xmlns:a="http://schemas.openxmlformats.org/drawingml/2006/main" noGrp="1"/>
          </p:cNvSpPr>
          <p:nvPr/>
        </p:nvSpPr>
        <p:spPr>
          <a:xfrm xmlns:a="http://schemas.openxmlformats.org/drawingml/2006/main">
            <a:off x="3321844" y="3548062"/>
            <a:ext cx="715" cy="214312"/>
          </a:xfrm>
          <a:custGeom xmlns:a="http://schemas.openxmlformats.org/drawingml/2006/main">
            <a:pathLst>
              <a:path w="953" h="285750">
                <a:moveTo>
                  <a:pt x="0" y="0"/>
                </a:moveTo>
                <a:lnTo>
                  <a:pt x="0" y="285750"/>
                </a:lnTo>
              </a:path>
            </a:pathLst>
          </a:custGeom>
          <a:noFill xmlns:a="http://schemas.openxmlformats.org/drawingml/2006/main"/>
          <a:ln xmlns:a="http://schemas.openxmlformats.org/drawingml/2006/main" w="28575">
            <a:solidFill>
              <a:srgbClr val="111111"/>
            </a:solidFill>
          </a:ln>
        </p:spPr>
      </p:sp>
      <p:sp>
        <p:nvSpPr>
          <p:cNvPr id="23" name="">
            <a:extLst xmlns:a="http://schemas.openxmlformats.org/drawingml/2006/main">
              <a:ext uri="{FF2B5EF4-FFF2-40B4-BE49-F238E27FC236}">
                <a16:creationId xmlns:a16="http://schemas.microsoft.com/office/drawing/2014/main" id="{3637C4D5-B15F-4AF2-ABDC-ED65A870815B}"/>
              </a:ext>
            </a:extLst>
          </p:cNvPr>
          <p:cNvSpPr>
            <a:spLocks xmlns:a="http://schemas.openxmlformats.org/drawingml/2006/main" noGrp="1"/>
          </p:cNvSpPr>
          <p:nvPr/>
        </p:nvSpPr>
        <p:spPr>
          <a:xfrm xmlns:a="http://schemas.openxmlformats.org/drawingml/2006/main">
            <a:off x="3286125" y="3512344"/>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4" name="">
            <a:extLst xmlns:a="http://schemas.openxmlformats.org/drawingml/2006/main">
              <a:ext uri="{FF2B5EF4-FFF2-40B4-BE49-F238E27FC236}">
                <a16:creationId xmlns:a16="http://schemas.microsoft.com/office/drawing/2014/main" id="{6FAB442B-175F-4D11-A77D-1388A95A01AC}"/>
              </a:ext>
            </a:extLst>
          </p:cNvPr>
          <p:cNvSpPr>
            <a:spLocks xmlns:a="http://schemas.openxmlformats.org/drawingml/2006/main" noGrp="1"/>
          </p:cNvSpPr>
          <p:nvPr/>
        </p:nvSpPr>
        <p:spPr>
          <a:xfrm xmlns:a="http://schemas.openxmlformats.org/drawingml/2006/main">
            <a:off x="3286125" y="4691062"/>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5" name="Ledning">
            <a:extLst xmlns:a="http://schemas.openxmlformats.org/drawingml/2006/main">
              <a:ext uri="{FF2B5EF4-FFF2-40B4-BE49-F238E27FC236}">
                <a16:creationId xmlns:a16="http://schemas.microsoft.com/office/drawing/2014/main" id="{5C713BF2-95B2-48CC-BD44-9DADBE94CD6B}"/>
              </a:ext>
            </a:extLst>
          </p:cNvPr>
          <p:cNvSpPr>
            <a:spLocks xmlns:a="http://schemas.openxmlformats.org/drawingml/2006/main" noGrp="1"/>
          </p:cNvSpPr>
          <p:nvPr/>
        </p:nvSpPr>
        <p:spPr>
          <a:xfrm xmlns:a="http://schemas.openxmlformats.org/drawingml/2006/main">
            <a:off x="3321844" y="3548062"/>
            <a:ext cx="1928812" cy="715"/>
          </a:xfrm>
          <a:custGeom xmlns:a="http://schemas.openxmlformats.org/drawingml/2006/main">
            <a:pathLst>
              <a:path w="2571750" h="953">
                <a:moveTo>
                  <a:pt x="0" y="0"/>
                </a:moveTo>
                <a:lnTo>
                  <a:pt x="2571750" y="0"/>
                </a:lnTo>
              </a:path>
            </a:pathLst>
          </a:custGeom>
          <a:noFill xmlns:a="http://schemas.openxmlformats.org/drawingml/2006/main"/>
          <a:ln xmlns:a="http://schemas.openxmlformats.org/drawingml/2006/main" w="28575">
            <a:solidFill>
              <a:srgbClr val="111111"/>
            </a:solidFill>
          </a:ln>
        </p:spPr>
      </p:sp>
      <p:sp>
        <p:nvSpPr>
          <p:cNvPr id="26" name="Ledning">
            <a:extLst xmlns:a="http://schemas.openxmlformats.org/drawingml/2006/main">
              <a:ext uri="{FF2B5EF4-FFF2-40B4-BE49-F238E27FC236}">
                <a16:creationId xmlns:a16="http://schemas.microsoft.com/office/drawing/2014/main" id="{D98A87FB-9864-4253-8DA5-F8C54F4E4BAB}"/>
              </a:ext>
            </a:extLst>
          </p:cNvPr>
          <p:cNvSpPr>
            <a:spLocks xmlns:a="http://schemas.openxmlformats.org/drawingml/2006/main" noGrp="1"/>
          </p:cNvSpPr>
          <p:nvPr/>
        </p:nvSpPr>
        <p:spPr>
          <a:xfrm xmlns:a="http://schemas.openxmlformats.org/drawingml/2006/main">
            <a:off x="5250656" y="3548062"/>
            <a:ext cx="715" cy="214312"/>
          </a:xfrm>
          <a:custGeom xmlns:a="http://schemas.openxmlformats.org/drawingml/2006/main">
            <a:pathLst>
              <a:path w="953" h="285750">
                <a:moveTo>
                  <a:pt x="0" y="0"/>
                </a:moveTo>
                <a:lnTo>
                  <a:pt x="0" y="285750"/>
                </a:lnTo>
              </a:path>
            </a:pathLst>
          </a:custGeom>
          <a:noFill xmlns:a="http://schemas.openxmlformats.org/drawingml/2006/main"/>
          <a:ln xmlns:a="http://schemas.openxmlformats.org/drawingml/2006/main" w="28575">
            <a:solidFill>
              <a:srgbClr val="111111"/>
            </a:solidFill>
          </a:ln>
        </p:spPr>
      </p:sp>
      <p:sp>
        <p:nvSpPr>
          <p:cNvPr id="27" name="">
            <a:extLst xmlns:a="http://schemas.openxmlformats.org/drawingml/2006/main">
              <a:ext uri="{FF2B5EF4-FFF2-40B4-BE49-F238E27FC236}">
                <a16:creationId xmlns:a16="http://schemas.microsoft.com/office/drawing/2014/main" id="{69ED2C6D-7602-4895-A3C8-FA67D3E5A20E}"/>
              </a:ext>
            </a:extLst>
          </p:cNvPr>
          <p:cNvSpPr>
            <a:spLocks xmlns:a="http://schemas.openxmlformats.org/drawingml/2006/main" noGrp="1"/>
          </p:cNvSpPr>
          <p:nvPr/>
        </p:nvSpPr>
        <p:spPr>
          <a:xfrm xmlns:a="http://schemas.openxmlformats.org/drawingml/2006/main">
            <a:off x="5107781" y="3762375"/>
            <a:ext cx="285750" cy="607219"/>
          </a:xfrm>
          <a:prstGeom xmlns:a="http://schemas.openxmlformats.org/drawingml/2006/main" prst="rect">
            <a:avLst/>
          </a:prstGeom>
          <a:solidFill xmlns:a="http://schemas.openxmlformats.org/drawingml/2006/main">
            <a:srgbClr val="FFFFFF"/>
          </a:solidFill>
          <a:ln xmlns:a="http://schemas.openxmlformats.org/drawingml/2006/main" w="28575">
            <a:solidFill>
              <a:srgbClr val="064F91"/>
            </a:solidFill>
          </a:ln>
        </p:spPr>
      </p:sp>
      <p:sp>
        <p:nvSpPr>
          <p:cNvPr id="28" name="Rₘ">
            <a:extLst xmlns:a="http://schemas.openxmlformats.org/drawingml/2006/main">
              <a:ext uri="{FF2B5EF4-FFF2-40B4-BE49-F238E27FC236}">
                <a16:creationId xmlns:a16="http://schemas.microsoft.com/office/drawing/2014/main" id="{82FF9711-AA45-408B-B7D7-C9DEE9E0C04B}"/>
              </a:ext>
            </a:extLst>
          </p:cNvPr>
          <p:cNvSpPr>
            <a:spLocks xmlns:a="http://schemas.openxmlformats.org/drawingml/2006/main" noGrp="1"/>
          </p:cNvSpPr>
          <p:nvPr/>
        </p:nvSpPr>
        <p:spPr>
          <a:xfrm xmlns:a="http://schemas.openxmlformats.org/drawingml/2006/main">
            <a:off x="5479256" y="3705225"/>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Rₘ</a:t>
            </a:r>
          </a:p>
        </p:txBody>
      </p:sp>
      <p:sp>
        <p:nvSpPr>
          <p:cNvPr id="29" name="10 MΩ">
            <a:extLst xmlns:a="http://schemas.openxmlformats.org/drawingml/2006/main">
              <a:ext uri="{FF2B5EF4-FFF2-40B4-BE49-F238E27FC236}">
                <a16:creationId xmlns:a16="http://schemas.microsoft.com/office/drawing/2014/main" id="{10AC5478-836F-4E5D-BE15-E3D1771B0B9D}"/>
              </a:ext>
            </a:extLst>
          </p:cNvPr>
          <p:cNvSpPr>
            <a:spLocks xmlns:a="http://schemas.openxmlformats.org/drawingml/2006/main" noGrp="1"/>
          </p:cNvSpPr>
          <p:nvPr/>
        </p:nvSpPr>
        <p:spPr>
          <a:xfrm xmlns:a="http://schemas.openxmlformats.org/drawingml/2006/main">
            <a:off x="5479256" y="3983831"/>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064F91"/>
                </a:solidFill>
                <a:latin typeface="Calibri"/>
                <a:ea typeface="Calibri"/>
                <a:cs typeface="Calibri"/>
              </a:defRPr>
            </a:pPr>
            <a:r>
              <a:rPr sz="1406" b="0">
                <a:solidFill>
                  <a:srgbClr val="064F91"/>
                </a:solidFill>
                <a:latin typeface="Calibri"/>
                <a:ea typeface="Calibri"/>
                <a:cs typeface="Calibri"/>
              </a:rPr>
              <a:t>10 MΩ</a:t>
            </a:r>
          </a:p>
        </p:txBody>
      </p:sp>
      <p:sp>
        <p:nvSpPr>
          <p:cNvPr id="30" name="Ledning">
            <a:extLst xmlns:a="http://schemas.openxmlformats.org/drawingml/2006/main">
              <a:ext uri="{FF2B5EF4-FFF2-40B4-BE49-F238E27FC236}">
                <a16:creationId xmlns:a16="http://schemas.microsoft.com/office/drawing/2014/main" id="{CB9641F6-BEC7-462A-8DB7-D1D086C75CA0}"/>
              </a:ext>
            </a:extLst>
          </p:cNvPr>
          <p:cNvSpPr>
            <a:spLocks xmlns:a="http://schemas.openxmlformats.org/drawingml/2006/main" noGrp="1"/>
          </p:cNvSpPr>
          <p:nvPr/>
        </p:nvSpPr>
        <p:spPr>
          <a:xfrm xmlns:a="http://schemas.openxmlformats.org/drawingml/2006/main">
            <a:off x="5250656" y="4369594"/>
            <a:ext cx="715" cy="357188"/>
          </a:xfrm>
          <a:custGeom xmlns:a="http://schemas.openxmlformats.org/drawingml/2006/main">
            <a:pathLst>
              <a:path w="953" h="476250">
                <a:moveTo>
                  <a:pt x="0" y="0"/>
                </a:moveTo>
                <a:lnTo>
                  <a:pt x="0" y="476250"/>
                </a:lnTo>
              </a:path>
            </a:pathLst>
          </a:custGeom>
          <a:noFill xmlns:a="http://schemas.openxmlformats.org/drawingml/2006/main"/>
          <a:ln xmlns:a="http://schemas.openxmlformats.org/drawingml/2006/main" w="28575">
            <a:solidFill>
              <a:srgbClr val="064F91"/>
            </a:solidFill>
          </a:ln>
        </p:spPr>
      </p:sp>
      <p:sp>
        <p:nvSpPr>
          <p:cNvPr id="31" name="Ledning">
            <a:extLst xmlns:a="http://schemas.openxmlformats.org/drawingml/2006/main">
              <a:ext uri="{FF2B5EF4-FFF2-40B4-BE49-F238E27FC236}">
                <a16:creationId xmlns:a16="http://schemas.microsoft.com/office/drawing/2014/main" id="{5076CD16-C39E-4205-804B-9BA0145D3AAF}"/>
              </a:ext>
            </a:extLst>
          </p:cNvPr>
          <p:cNvSpPr>
            <a:spLocks xmlns:a="http://schemas.openxmlformats.org/drawingml/2006/main" noGrp="1"/>
          </p:cNvSpPr>
          <p:nvPr/>
        </p:nvSpPr>
        <p:spPr>
          <a:xfrm xmlns:a="http://schemas.openxmlformats.org/drawingml/2006/main">
            <a:off x="3321844" y="4726781"/>
            <a:ext cx="1928812" cy="715"/>
          </a:xfrm>
          <a:custGeom xmlns:a="http://schemas.openxmlformats.org/drawingml/2006/main">
            <a:pathLst>
              <a:path w="2571750" h="953">
                <a:moveTo>
                  <a:pt x="2571750" y="0"/>
                </a:moveTo>
                <a:lnTo>
                  <a:pt x="0" y="0"/>
                </a:lnTo>
              </a:path>
            </a:pathLst>
          </a:custGeom>
          <a:noFill xmlns:a="http://schemas.openxmlformats.org/drawingml/2006/main"/>
          <a:ln xmlns:a="http://schemas.openxmlformats.org/drawingml/2006/main" w="28575">
            <a:solidFill>
              <a:srgbClr val="064F91"/>
            </a:solidFill>
          </a:ln>
        </p:spPr>
      </p:sp>
      <p:sp>
        <p:nvSpPr>
          <p:cNvPr id="32" name="Mätarens ingång">
            <a:extLst xmlns:a="http://schemas.openxmlformats.org/drawingml/2006/main">
              <a:ext uri="{FF2B5EF4-FFF2-40B4-BE49-F238E27FC236}">
                <a16:creationId xmlns:a16="http://schemas.microsoft.com/office/drawing/2014/main" id="{EB5444F0-9B01-45D0-800D-F6CF1AC7EE6E}"/>
              </a:ext>
            </a:extLst>
          </p:cNvPr>
          <p:cNvSpPr>
            <a:spLocks xmlns:a="http://schemas.openxmlformats.org/drawingml/2006/main" noGrp="1"/>
          </p:cNvSpPr>
          <p:nvPr/>
        </p:nvSpPr>
        <p:spPr>
          <a:xfrm xmlns:a="http://schemas.openxmlformats.org/drawingml/2006/main">
            <a:off x="4843462" y="2947988"/>
            <a:ext cx="221456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Mätarens ingång</a:t>
            </a:r>
          </a:p>
        </p:txBody>
      </p:sp>
      <p:sp>
        <p:nvSpPr>
          <p:cNvPr id="33" name="En liten ström går nu genom mätarens ingång.">
            <a:extLst xmlns:a="http://schemas.openxmlformats.org/drawingml/2006/main">
              <a:ext uri="{FF2B5EF4-FFF2-40B4-BE49-F238E27FC236}">
                <a16:creationId xmlns:a16="http://schemas.microsoft.com/office/drawing/2014/main" id="{B21200EA-D279-46E1-86E3-8B39D86003CA}"/>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En liten ström går nu genom mätarens ingång.</a:t>
            </a:r>
          </a:p>
        </p:txBody>
      </p:sp>
      <p:sp>
        <p:nvSpPr>
          <p:cNvPr id="9001" name="Mätaren tillför en parallell väg">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Mätaren tillför en parallell väg</a:t>
            </a:r>
          </a:p>
        </p:txBody>
      </p:sp>
      <p:sp>
        <p:nvSpPr>
          <p:cNvPr id="9002" name="52">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56</a:t>
            </a:r>
          </a:p>
        </p:txBody>
      </p:sp>
    </p:spTree>
    <p:extLst>
      <p:ext uri="{BB962C8B-B14F-4D97-AF65-F5344CB8AC3E}">
        <p14:creationId xmlns:p14="http://schemas.microsoft.com/office/powerpoint/2010/main" val="653952328"/>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Rₚ = (1 MΩ · 10 MΩ) / (1 MΩ + 10 MΩ) ≈ 0,909 MΩ">
            <a:extLst xmlns:a="http://schemas.openxmlformats.org/drawingml/2006/main">
              <a:ext uri="{FF2B5EF4-FFF2-40B4-BE49-F238E27FC236}">
                <a16:creationId xmlns:a16="http://schemas.microsoft.com/office/drawing/2014/main" id="{8730BB08-D788-43A8-8D43-D661C12BD58C}"/>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Rₚ = (1 MΩ · 10 MΩ) / (1 MΩ + 10 MΩ) ≈ 0,909 MΩ</a:t>
            </a:r>
          </a:p>
        </p:txBody>
      </p:sp>
      <p:sp>
        <p:nvSpPr>
          <p:cNvPr id="5" name="Ledning">
            <a:extLst xmlns:a="http://schemas.openxmlformats.org/drawingml/2006/main">
              <a:ext uri="{FF2B5EF4-FFF2-40B4-BE49-F238E27FC236}">
                <a16:creationId xmlns:a16="http://schemas.microsoft.com/office/drawing/2014/main" id="{9C349D96-752E-48AC-9CB9-6546D7D6CDE6}"/>
              </a:ext>
            </a:extLst>
          </p:cNvPr>
          <p:cNvSpPr>
            <a:spLocks xmlns:a="http://schemas.openxmlformats.org/drawingml/2006/main" noGrp="1"/>
          </p:cNvSpPr>
          <p:nvPr/>
        </p:nvSpPr>
        <p:spPr>
          <a:xfrm xmlns:a="http://schemas.openxmlformats.org/drawingml/2006/main">
            <a:off x="1000125" y="2262188"/>
            <a:ext cx="715" cy="964406"/>
          </a:xfrm>
          <a:custGeom xmlns:a="http://schemas.openxmlformats.org/drawingml/2006/main">
            <a:pathLst>
              <a:path w="953" h="1285875">
                <a:moveTo>
                  <a:pt x="0" y="12858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B421E4F0-870C-4553-8562-2A0A2155F20B}"/>
              </a:ext>
            </a:extLst>
          </p:cNvPr>
          <p:cNvSpPr>
            <a:spLocks xmlns:a="http://schemas.openxmlformats.org/drawingml/2006/main" noGrp="1"/>
          </p:cNvSpPr>
          <p:nvPr/>
        </p:nvSpPr>
        <p:spPr>
          <a:xfrm xmlns:a="http://schemas.openxmlformats.org/drawingml/2006/main">
            <a:off x="1000125" y="2262188"/>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7" name="Ledning">
            <a:extLst xmlns:a="http://schemas.openxmlformats.org/drawingml/2006/main">
              <a:ext uri="{FF2B5EF4-FFF2-40B4-BE49-F238E27FC236}">
                <a16:creationId xmlns:a16="http://schemas.microsoft.com/office/drawing/2014/main" id="{718BEA18-1826-447E-8946-743135CBB9BA}"/>
              </a:ext>
            </a:extLst>
          </p:cNvPr>
          <p:cNvSpPr>
            <a:spLocks xmlns:a="http://schemas.openxmlformats.org/drawingml/2006/main" noGrp="1"/>
          </p:cNvSpPr>
          <p:nvPr/>
        </p:nvSpPr>
        <p:spPr>
          <a:xfrm xmlns:a="http://schemas.openxmlformats.org/drawingml/2006/main">
            <a:off x="3321844" y="2262188"/>
            <a:ext cx="715" cy="321469"/>
          </a:xfrm>
          <a:custGeom xmlns:a="http://schemas.openxmlformats.org/drawingml/2006/main">
            <a:pathLst>
              <a:path w="953" h="428625">
                <a:moveTo>
                  <a:pt x="0" y="0"/>
                </a:moveTo>
                <a:lnTo>
                  <a:pt x="0" y="428625"/>
                </a:lnTo>
              </a:path>
            </a:pathLst>
          </a:custGeom>
          <a:noFill xmlns:a="http://schemas.openxmlformats.org/drawingml/2006/main"/>
          <a:ln xmlns:a="http://schemas.openxmlformats.org/drawingml/2006/main" w="28575">
            <a:solidFill>
              <a:srgbClr val="111111"/>
            </a:solidFill>
          </a:ln>
        </p:spPr>
      </p:sp>
      <p:sp>
        <p:nvSpPr>
          <p:cNvPr id="8" name="">
            <a:extLst xmlns:a="http://schemas.openxmlformats.org/drawingml/2006/main">
              <a:ext uri="{FF2B5EF4-FFF2-40B4-BE49-F238E27FC236}">
                <a16:creationId xmlns:a16="http://schemas.microsoft.com/office/drawing/2014/main" id="{DD4E93C4-7686-4AFB-B45D-9FA6D1D96CDB}"/>
              </a:ext>
            </a:extLst>
          </p:cNvPr>
          <p:cNvSpPr>
            <a:spLocks xmlns:a="http://schemas.openxmlformats.org/drawingml/2006/main" noGrp="1"/>
          </p:cNvSpPr>
          <p:nvPr/>
        </p:nvSpPr>
        <p:spPr>
          <a:xfrm xmlns:a="http://schemas.openxmlformats.org/drawingml/2006/main">
            <a:off x="750094" y="3226594"/>
            <a:ext cx="500062" cy="500062"/>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9" name="+">
            <a:extLst xmlns:a="http://schemas.openxmlformats.org/drawingml/2006/main">
              <a:ext uri="{FF2B5EF4-FFF2-40B4-BE49-F238E27FC236}">
                <a16:creationId xmlns:a16="http://schemas.microsoft.com/office/drawing/2014/main" id="{78D35DA7-2FC1-47DD-8173-7AF7FDA29A0E}"/>
              </a:ext>
            </a:extLst>
          </p:cNvPr>
          <p:cNvSpPr>
            <a:spLocks xmlns:a="http://schemas.openxmlformats.org/drawingml/2006/main" noGrp="1"/>
          </p:cNvSpPr>
          <p:nvPr/>
        </p:nvSpPr>
        <p:spPr>
          <a:xfrm xmlns:a="http://schemas.openxmlformats.org/drawingml/2006/main">
            <a:off x="907256" y="3255169"/>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0" name="−">
            <a:extLst xmlns:a="http://schemas.openxmlformats.org/drawingml/2006/main">
              <a:ext uri="{FF2B5EF4-FFF2-40B4-BE49-F238E27FC236}">
                <a16:creationId xmlns:a16="http://schemas.microsoft.com/office/drawing/2014/main" id="{29D297FA-D32F-4399-9D5C-A2DF73BEAF73}"/>
              </a:ext>
            </a:extLst>
          </p:cNvPr>
          <p:cNvSpPr>
            <a:spLocks xmlns:a="http://schemas.openxmlformats.org/drawingml/2006/main" noGrp="1"/>
          </p:cNvSpPr>
          <p:nvPr/>
        </p:nvSpPr>
        <p:spPr>
          <a:xfrm xmlns:a="http://schemas.openxmlformats.org/drawingml/2006/main">
            <a:off x="907256" y="3490912"/>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1" name="10 V">
            <a:extLst xmlns:a="http://schemas.openxmlformats.org/drawingml/2006/main">
              <a:ext uri="{FF2B5EF4-FFF2-40B4-BE49-F238E27FC236}">
                <a16:creationId xmlns:a16="http://schemas.microsoft.com/office/drawing/2014/main" id="{550BAB33-7633-4F6D-A055-2F37277BB1CD}"/>
              </a:ext>
            </a:extLst>
          </p:cNvPr>
          <p:cNvSpPr>
            <a:spLocks xmlns:a="http://schemas.openxmlformats.org/drawingml/2006/main" noGrp="1"/>
          </p:cNvSpPr>
          <p:nvPr/>
        </p:nvSpPr>
        <p:spPr>
          <a:xfrm xmlns:a="http://schemas.openxmlformats.org/drawingml/2006/main">
            <a:off x="1407319" y="3276600"/>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10 V</a:t>
            </a:r>
          </a:p>
        </p:txBody>
      </p:sp>
      <p:sp>
        <p:nvSpPr>
          <p:cNvPr id="12" name="Ledning">
            <a:extLst xmlns:a="http://schemas.openxmlformats.org/drawingml/2006/main">
              <a:ext uri="{FF2B5EF4-FFF2-40B4-BE49-F238E27FC236}">
                <a16:creationId xmlns:a16="http://schemas.microsoft.com/office/drawing/2014/main" id="{3661A225-7E38-4B2A-8737-C05CC38DAD56}"/>
              </a:ext>
            </a:extLst>
          </p:cNvPr>
          <p:cNvSpPr>
            <a:spLocks xmlns:a="http://schemas.openxmlformats.org/drawingml/2006/main" noGrp="1"/>
          </p:cNvSpPr>
          <p:nvPr/>
        </p:nvSpPr>
        <p:spPr>
          <a:xfrm xmlns:a="http://schemas.openxmlformats.org/drawingml/2006/main">
            <a:off x="1000125" y="3726656"/>
            <a:ext cx="715" cy="1000125"/>
          </a:xfrm>
          <a:custGeom xmlns:a="http://schemas.openxmlformats.org/drawingml/2006/main">
            <a:pathLst>
              <a:path w="953" h="1333500">
                <a:moveTo>
                  <a:pt x="0" y="0"/>
                </a:moveTo>
                <a:lnTo>
                  <a:pt x="0" y="1333500"/>
                </a:lnTo>
              </a:path>
            </a:pathLst>
          </a:custGeom>
          <a:noFill xmlns:a="http://schemas.openxmlformats.org/drawingml/2006/main"/>
          <a:ln xmlns:a="http://schemas.openxmlformats.org/drawingml/2006/main" w="28575">
            <a:solidFill>
              <a:srgbClr val="111111"/>
            </a:solidFill>
          </a:ln>
        </p:spPr>
      </p:sp>
      <p:sp>
        <p:nvSpPr>
          <p:cNvPr id="13" name="Ledning">
            <a:extLst xmlns:a="http://schemas.openxmlformats.org/drawingml/2006/main">
              <a:ext uri="{FF2B5EF4-FFF2-40B4-BE49-F238E27FC236}">
                <a16:creationId xmlns:a16="http://schemas.microsoft.com/office/drawing/2014/main" id="{08F46435-F341-4879-82B0-02B6408890A6}"/>
              </a:ext>
            </a:extLst>
          </p:cNvPr>
          <p:cNvSpPr>
            <a:spLocks xmlns:a="http://schemas.openxmlformats.org/drawingml/2006/main" noGrp="1"/>
          </p:cNvSpPr>
          <p:nvPr/>
        </p:nvSpPr>
        <p:spPr>
          <a:xfrm xmlns:a="http://schemas.openxmlformats.org/drawingml/2006/main">
            <a:off x="1000125" y="4726781"/>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14" name="Ledning">
            <a:extLst xmlns:a="http://schemas.openxmlformats.org/drawingml/2006/main">
              <a:ext uri="{FF2B5EF4-FFF2-40B4-BE49-F238E27FC236}">
                <a16:creationId xmlns:a16="http://schemas.microsoft.com/office/drawing/2014/main" id="{9E6A463E-6741-4CB4-91AB-2FC9A7CFAAEB}"/>
              </a:ext>
            </a:extLst>
          </p:cNvPr>
          <p:cNvSpPr>
            <a:spLocks xmlns:a="http://schemas.openxmlformats.org/drawingml/2006/main" noGrp="1"/>
          </p:cNvSpPr>
          <p:nvPr/>
        </p:nvSpPr>
        <p:spPr>
          <a:xfrm xmlns:a="http://schemas.openxmlformats.org/drawingml/2006/main">
            <a:off x="3321844" y="4369594"/>
            <a:ext cx="715" cy="357188"/>
          </a:xfrm>
          <a:custGeom xmlns:a="http://schemas.openxmlformats.org/drawingml/2006/main">
            <a:pathLst>
              <a:path w="953" h="476250">
                <a:moveTo>
                  <a:pt x="0" y="476250"/>
                </a:moveTo>
                <a:lnTo>
                  <a:pt x="0" y="0"/>
                </a:lnTo>
              </a:path>
            </a:pathLst>
          </a:custGeom>
          <a:noFill xmlns:a="http://schemas.openxmlformats.org/drawingml/2006/main"/>
          <a:ln xmlns:a="http://schemas.openxmlformats.org/drawingml/2006/main" w="28575">
            <a:solidFill>
              <a:srgbClr val="111111"/>
            </a:solidFill>
          </a:ln>
        </p:spPr>
      </p:sp>
      <p:sp>
        <p:nvSpPr>
          <p:cNvPr id="15" name="">
            <a:extLst xmlns:a="http://schemas.openxmlformats.org/drawingml/2006/main">
              <a:ext uri="{FF2B5EF4-FFF2-40B4-BE49-F238E27FC236}">
                <a16:creationId xmlns:a16="http://schemas.microsoft.com/office/drawing/2014/main" id="{21DD3A84-77CC-4CF1-B481-D596A49ADD3B}"/>
              </a:ext>
            </a:extLst>
          </p:cNvPr>
          <p:cNvSpPr>
            <a:spLocks xmlns:a="http://schemas.openxmlformats.org/drawingml/2006/main" noGrp="1"/>
          </p:cNvSpPr>
          <p:nvPr/>
        </p:nvSpPr>
        <p:spPr>
          <a:xfrm xmlns:a="http://schemas.openxmlformats.org/drawingml/2006/main">
            <a:off x="3178969" y="2583656"/>
            <a:ext cx="285750" cy="678656"/>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16" name="R₁">
            <a:extLst xmlns:a="http://schemas.openxmlformats.org/drawingml/2006/main">
              <a:ext uri="{FF2B5EF4-FFF2-40B4-BE49-F238E27FC236}">
                <a16:creationId xmlns:a16="http://schemas.microsoft.com/office/drawing/2014/main" id="{4F9CCB6B-1B91-49C0-8F9B-22D87C95A74A}"/>
              </a:ext>
            </a:extLst>
          </p:cNvPr>
          <p:cNvSpPr>
            <a:spLocks xmlns:a="http://schemas.openxmlformats.org/drawingml/2006/main" noGrp="1"/>
          </p:cNvSpPr>
          <p:nvPr/>
        </p:nvSpPr>
        <p:spPr>
          <a:xfrm xmlns:a="http://schemas.openxmlformats.org/drawingml/2006/main">
            <a:off x="3550444" y="2526506"/>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R₁</a:t>
            </a:r>
          </a:p>
        </p:txBody>
      </p:sp>
      <p:sp>
        <p:nvSpPr>
          <p:cNvPr id="17" name="1 MΩ">
            <a:extLst xmlns:a="http://schemas.openxmlformats.org/drawingml/2006/main">
              <a:ext uri="{FF2B5EF4-FFF2-40B4-BE49-F238E27FC236}">
                <a16:creationId xmlns:a16="http://schemas.microsoft.com/office/drawing/2014/main" id="{D0FB0043-999B-4722-8185-58A4F2A22528}"/>
              </a:ext>
            </a:extLst>
          </p:cNvPr>
          <p:cNvSpPr>
            <a:spLocks xmlns:a="http://schemas.openxmlformats.org/drawingml/2006/main" noGrp="1"/>
          </p:cNvSpPr>
          <p:nvPr/>
        </p:nvSpPr>
        <p:spPr>
          <a:xfrm xmlns:a="http://schemas.openxmlformats.org/drawingml/2006/main">
            <a:off x="3550444" y="2805112"/>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MΩ</a:t>
            </a:r>
          </a:p>
        </p:txBody>
      </p:sp>
      <p:sp>
        <p:nvSpPr>
          <p:cNvPr id="18" name="Ledning">
            <a:extLst xmlns:a="http://schemas.openxmlformats.org/drawingml/2006/main">
              <a:ext uri="{FF2B5EF4-FFF2-40B4-BE49-F238E27FC236}">
                <a16:creationId xmlns:a16="http://schemas.microsoft.com/office/drawing/2014/main" id="{93BDD3F8-5564-469B-8F4A-B695133F02E6}"/>
              </a:ext>
            </a:extLst>
          </p:cNvPr>
          <p:cNvSpPr>
            <a:spLocks xmlns:a="http://schemas.openxmlformats.org/drawingml/2006/main" noGrp="1"/>
          </p:cNvSpPr>
          <p:nvPr/>
        </p:nvSpPr>
        <p:spPr>
          <a:xfrm xmlns:a="http://schemas.openxmlformats.org/drawingml/2006/main">
            <a:off x="3321844" y="3262312"/>
            <a:ext cx="715" cy="285750"/>
          </a:xfrm>
          <a:custGeom xmlns:a="http://schemas.openxmlformats.org/drawingml/2006/main">
            <a:pathLst>
              <a:path w="953" h="381000">
                <a:moveTo>
                  <a:pt x="0" y="0"/>
                </a:moveTo>
                <a:lnTo>
                  <a:pt x="0" y="381000"/>
                </a:lnTo>
              </a:path>
            </a:pathLst>
          </a:custGeom>
          <a:noFill xmlns:a="http://schemas.openxmlformats.org/drawingml/2006/main"/>
          <a:ln xmlns:a="http://schemas.openxmlformats.org/drawingml/2006/main" w="28575">
            <a:solidFill>
              <a:srgbClr val="111111"/>
            </a:solidFill>
          </a:ln>
        </p:spPr>
      </p:sp>
      <p:sp>
        <p:nvSpPr>
          <p:cNvPr id="19" name="">
            <a:extLst xmlns:a="http://schemas.openxmlformats.org/drawingml/2006/main">
              <a:ext uri="{FF2B5EF4-FFF2-40B4-BE49-F238E27FC236}">
                <a16:creationId xmlns:a16="http://schemas.microsoft.com/office/drawing/2014/main" id="{49C4C0F6-D70D-48FA-B13A-4A462CEE8BD1}"/>
              </a:ext>
            </a:extLst>
          </p:cNvPr>
          <p:cNvSpPr>
            <a:spLocks xmlns:a="http://schemas.openxmlformats.org/drawingml/2006/main" noGrp="1"/>
          </p:cNvSpPr>
          <p:nvPr/>
        </p:nvSpPr>
        <p:spPr>
          <a:xfrm xmlns:a="http://schemas.openxmlformats.org/drawingml/2006/main">
            <a:off x="3178969" y="3762375"/>
            <a:ext cx="285750" cy="607219"/>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20" name="Rₚ">
            <a:extLst xmlns:a="http://schemas.openxmlformats.org/drawingml/2006/main">
              <a:ext uri="{FF2B5EF4-FFF2-40B4-BE49-F238E27FC236}">
                <a16:creationId xmlns:a16="http://schemas.microsoft.com/office/drawing/2014/main" id="{8FB9EC8F-13E2-4793-822A-2BC22E9DDB24}"/>
              </a:ext>
            </a:extLst>
          </p:cNvPr>
          <p:cNvSpPr>
            <a:spLocks xmlns:a="http://schemas.openxmlformats.org/drawingml/2006/main" noGrp="1"/>
          </p:cNvSpPr>
          <p:nvPr/>
        </p:nvSpPr>
        <p:spPr>
          <a:xfrm xmlns:a="http://schemas.openxmlformats.org/drawingml/2006/main">
            <a:off x="3550444" y="3705225"/>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Rₚ</a:t>
            </a:r>
          </a:p>
        </p:txBody>
      </p:sp>
      <p:sp>
        <p:nvSpPr>
          <p:cNvPr id="21" name="0,909 MΩ">
            <a:extLst xmlns:a="http://schemas.openxmlformats.org/drawingml/2006/main">
              <a:ext uri="{FF2B5EF4-FFF2-40B4-BE49-F238E27FC236}">
                <a16:creationId xmlns:a16="http://schemas.microsoft.com/office/drawing/2014/main" id="{F6723F1D-A006-4091-B7B4-46D191BDB27C}"/>
              </a:ext>
            </a:extLst>
          </p:cNvPr>
          <p:cNvSpPr>
            <a:spLocks xmlns:a="http://schemas.openxmlformats.org/drawingml/2006/main" noGrp="1"/>
          </p:cNvSpPr>
          <p:nvPr/>
        </p:nvSpPr>
        <p:spPr>
          <a:xfrm xmlns:a="http://schemas.openxmlformats.org/drawingml/2006/main">
            <a:off x="3550444" y="3983831"/>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0,909 MΩ</a:t>
            </a:r>
          </a:p>
        </p:txBody>
      </p:sp>
      <p:sp>
        <p:nvSpPr>
          <p:cNvPr id="22" name="Ledning">
            <a:extLst xmlns:a="http://schemas.openxmlformats.org/drawingml/2006/main">
              <a:ext uri="{FF2B5EF4-FFF2-40B4-BE49-F238E27FC236}">
                <a16:creationId xmlns:a16="http://schemas.microsoft.com/office/drawing/2014/main" id="{78CD716D-3449-4B16-B68A-F93CE8798FD4}"/>
              </a:ext>
            </a:extLst>
          </p:cNvPr>
          <p:cNvSpPr>
            <a:spLocks xmlns:a="http://schemas.openxmlformats.org/drawingml/2006/main" noGrp="1"/>
          </p:cNvSpPr>
          <p:nvPr/>
        </p:nvSpPr>
        <p:spPr>
          <a:xfrm xmlns:a="http://schemas.openxmlformats.org/drawingml/2006/main">
            <a:off x="3321844" y="3548062"/>
            <a:ext cx="715" cy="214312"/>
          </a:xfrm>
          <a:custGeom xmlns:a="http://schemas.openxmlformats.org/drawingml/2006/main">
            <a:pathLst>
              <a:path w="953" h="285750">
                <a:moveTo>
                  <a:pt x="0" y="0"/>
                </a:moveTo>
                <a:lnTo>
                  <a:pt x="0" y="285750"/>
                </a:lnTo>
              </a:path>
            </a:pathLst>
          </a:custGeom>
          <a:noFill xmlns:a="http://schemas.openxmlformats.org/drawingml/2006/main"/>
          <a:ln xmlns:a="http://schemas.openxmlformats.org/drawingml/2006/main" w="28575">
            <a:solidFill>
              <a:srgbClr val="111111"/>
            </a:solidFill>
          </a:ln>
        </p:spPr>
      </p:sp>
      <p:sp>
        <p:nvSpPr>
          <p:cNvPr id="23" name="">
            <a:extLst xmlns:a="http://schemas.openxmlformats.org/drawingml/2006/main">
              <a:ext uri="{FF2B5EF4-FFF2-40B4-BE49-F238E27FC236}">
                <a16:creationId xmlns:a16="http://schemas.microsoft.com/office/drawing/2014/main" id="{82282013-DF7C-4F31-B7C7-ABE27ED9845E}"/>
              </a:ext>
            </a:extLst>
          </p:cNvPr>
          <p:cNvSpPr>
            <a:spLocks xmlns:a="http://schemas.openxmlformats.org/drawingml/2006/main" noGrp="1"/>
          </p:cNvSpPr>
          <p:nvPr/>
        </p:nvSpPr>
        <p:spPr>
          <a:xfrm xmlns:a="http://schemas.openxmlformats.org/drawingml/2006/main">
            <a:off x="3286125" y="3512344"/>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4" name="">
            <a:extLst xmlns:a="http://schemas.openxmlformats.org/drawingml/2006/main">
              <a:ext uri="{FF2B5EF4-FFF2-40B4-BE49-F238E27FC236}">
                <a16:creationId xmlns:a16="http://schemas.microsoft.com/office/drawing/2014/main" id="{535531DD-B345-4A8C-BA5E-2D83AE4F3B1C}"/>
              </a:ext>
            </a:extLst>
          </p:cNvPr>
          <p:cNvSpPr>
            <a:spLocks xmlns:a="http://schemas.openxmlformats.org/drawingml/2006/main" noGrp="1"/>
          </p:cNvSpPr>
          <p:nvPr/>
        </p:nvSpPr>
        <p:spPr>
          <a:xfrm xmlns:a="http://schemas.openxmlformats.org/drawingml/2006/main">
            <a:off x="3286125" y="4691062"/>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5" name="Den nedre delen har fått lägre resistans.">
            <a:extLst xmlns:a="http://schemas.openxmlformats.org/drawingml/2006/main">
              <a:ext uri="{FF2B5EF4-FFF2-40B4-BE49-F238E27FC236}">
                <a16:creationId xmlns:a16="http://schemas.microsoft.com/office/drawing/2014/main" id="{1F2170C3-0B89-4446-9575-DC1B78BCDB3C}"/>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Den nedre delen har fått lägre resistans.</a:t>
            </a:r>
          </a:p>
        </p:txBody>
      </p:sp>
      <p:sp>
        <p:nvSpPr>
          <p:cNvPr id="9001" name="Den nedre parallellkopplingen ersätts">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Den nedre parallellkopplingen ersätts</a:t>
            </a:r>
          </a:p>
        </p:txBody>
      </p:sp>
      <p:sp>
        <p:nvSpPr>
          <p:cNvPr id="9002" name="53">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57</a:t>
            </a:r>
          </a:p>
        </p:txBody>
      </p:sp>
    </p:spTree>
    <p:extLst>
      <p:ext uri="{BB962C8B-B14F-4D97-AF65-F5344CB8AC3E}">
        <p14:creationId xmlns:p14="http://schemas.microsoft.com/office/powerpoint/2010/main" val="786718673"/>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R₁ = 1 MΩ. Rₚ ≈ 0,909 MΩ. Källan ger 10 V.">
            <a:extLst xmlns:a="http://schemas.openxmlformats.org/drawingml/2006/main">
              <a:ext uri="{FF2B5EF4-FFF2-40B4-BE49-F238E27FC236}">
                <a16:creationId xmlns:a16="http://schemas.microsoft.com/office/drawing/2014/main" id="{02E2F797-9007-4BAF-9A18-A229DE0D70BF}"/>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R₁ = 1 MΩ. Rₚ ≈ 0,909 MΩ. Källan ger 10 V.</a:t>
            </a:r>
          </a:p>
        </p:txBody>
      </p:sp>
      <p:sp>
        <p:nvSpPr>
          <p:cNvPr id="5" name="Ledning">
            <a:extLst xmlns:a="http://schemas.openxmlformats.org/drawingml/2006/main">
              <a:ext uri="{FF2B5EF4-FFF2-40B4-BE49-F238E27FC236}">
                <a16:creationId xmlns:a16="http://schemas.microsoft.com/office/drawing/2014/main" id="{A4EEC8B3-4DA7-4EF2-9F21-16BC5B4ABD5E}"/>
              </a:ext>
            </a:extLst>
          </p:cNvPr>
          <p:cNvSpPr>
            <a:spLocks xmlns:a="http://schemas.openxmlformats.org/drawingml/2006/main" noGrp="1"/>
          </p:cNvSpPr>
          <p:nvPr/>
        </p:nvSpPr>
        <p:spPr>
          <a:xfrm xmlns:a="http://schemas.openxmlformats.org/drawingml/2006/main">
            <a:off x="1000125" y="2262188"/>
            <a:ext cx="715" cy="964406"/>
          </a:xfrm>
          <a:custGeom xmlns:a="http://schemas.openxmlformats.org/drawingml/2006/main">
            <a:pathLst>
              <a:path w="953" h="1285875">
                <a:moveTo>
                  <a:pt x="0" y="12858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F04C5C92-FA7D-4736-A842-CFB61DEE5A88}"/>
              </a:ext>
            </a:extLst>
          </p:cNvPr>
          <p:cNvSpPr>
            <a:spLocks xmlns:a="http://schemas.openxmlformats.org/drawingml/2006/main" noGrp="1"/>
          </p:cNvSpPr>
          <p:nvPr/>
        </p:nvSpPr>
        <p:spPr>
          <a:xfrm xmlns:a="http://schemas.openxmlformats.org/drawingml/2006/main">
            <a:off x="1000125" y="2262188"/>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7" name="Ledning">
            <a:extLst xmlns:a="http://schemas.openxmlformats.org/drawingml/2006/main">
              <a:ext uri="{FF2B5EF4-FFF2-40B4-BE49-F238E27FC236}">
                <a16:creationId xmlns:a16="http://schemas.microsoft.com/office/drawing/2014/main" id="{C0FC5E2D-91D2-4012-824D-1002E847DB39}"/>
              </a:ext>
            </a:extLst>
          </p:cNvPr>
          <p:cNvSpPr>
            <a:spLocks xmlns:a="http://schemas.openxmlformats.org/drawingml/2006/main" noGrp="1"/>
          </p:cNvSpPr>
          <p:nvPr/>
        </p:nvSpPr>
        <p:spPr>
          <a:xfrm xmlns:a="http://schemas.openxmlformats.org/drawingml/2006/main">
            <a:off x="3321844" y="2262188"/>
            <a:ext cx="715" cy="321469"/>
          </a:xfrm>
          <a:custGeom xmlns:a="http://schemas.openxmlformats.org/drawingml/2006/main">
            <a:pathLst>
              <a:path w="953" h="428625">
                <a:moveTo>
                  <a:pt x="0" y="0"/>
                </a:moveTo>
                <a:lnTo>
                  <a:pt x="0" y="428625"/>
                </a:lnTo>
              </a:path>
            </a:pathLst>
          </a:custGeom>
          <a:noFill xmlns:a="http://schemas.openxmlformats.org/drawingml/2006/main"/>
          <a:ln xmlns:a="http://schemas.openxmlformats.org/drawingml/2006/main" w="28575">
            <a:solidFill>
              <a:srgbClr val="111111"/>
            </a:solidFill>
          </a:ln>
        </p:spPr>
      </p:sp>
      <p:sp>
        <p:nvSpPr>
          <p:cNvPr id="8" name="">
            <a:extLst xmlns:a="http://schemas.openxmlformats.org/drawingml/2006/main">
              <a:ext uri="{FF2B5EF4-FFF2-40B4-BE49-F238E27FC236}">
                <a16:creationId xmlns:a16="http://schemas.microsoft.com/office/drawing/2014/main" id="{0C82ACEA-6FD5-434F-A2B5-13319778F0DC}"/>
              </a:ext>
            </a:extLst>
          </p:cNvPr>
          <p:cNvSpPr>
            <a:spLocks xmlns:a="http://schemas.openxmlformats.org/drawingml/2006/main" noGrp="1"/>
          </p:cNvSpPr>
          <p:nvPr/>
        </p:nvSpPr>
        <p:spPr>
          <a:xfrm xmlns:a="http://schemas.openxmlformats.org/drawingml/2006/main">
            <a:off x="750094" y="3226594"/>
            <a:ext cx="500062" cy="500062"/>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9" name="+">
            <a:extLst xmlns:a="http://schemas.openxmlformats.org/drawingml/2006/main">
              <a:ext uri="{FF2B5EF4-FFF2-40B4-BE49-F238E27FC236}">
                <a16:creationId xmlns:a16="http://schemas.microsoft.com/office/drawing/2014/main" id="{55578402-8DCC-4C49-B725-6732C289B38B}"/>
              </a:ext>
            </a:extLst>
          </p:cNvPr>
          <p:cNvSpPr>
            <a:spLocks xmlns:a="http://schemas.openxmlformats.org/drawingml/2006/main" noGrp="1"/>
          </p:cNvSpPr>
          <p:nvPr/>
        </p:nvSpPr>
        <p:spPr>
          <a:xfrm xmlns:a="http://schemas.openxmlformats.org/drawingml/2006/main">
            <a:off x="907256" y="3255169"/>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0" name="−">
            <a:extLst xmlns:a="http://schemas.openxmlformats.org/drawingml/2006/main">
              <a:ext uri="{FF2B5EF4-FFF2-40B4-BE49-F238E27FC236}">
                <a16:creationId xmlns:a16="http://schemas.microsoft.com/office/drawing/2014/main" id="{52F1182F-1D5C-4BB0-8FDF-E5B0B007A86D}"/>
              </a:ext>
            </a:extLst>
          </p:cNvPr>
          <p:cNvSpPr>
            <a:spLocks xmlns:a="http://schemas.openxmlformats.org/drawingml/2006/main" noGrp="1"/>
          </p:cNvSpPr>
          <p:nvPr/>
        </p:nvSpPr>
        <p:spPr>
          <a:xfrm xmlns:a="http://schemas.openxmlformats.org/drawingml/2006/main">
            <a:off x="907256" y="3490912"/>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1" name="10 V">
            <a:extLst xmlns:a="http://schemas.openxmlformats.org/drawingml/2006/main">
              <a:ext uri="{FF2B5EF4-FFF2-40B4-BE49-F238E27FC236}">
                <a16:creationId xmlns:a16="http://schemas.microsoft.com/office/drawing/2014/main" id="{E8B4DFDE-CFD4-49F6-9E24-A1CF15562B23}"/>
              </a:ext>
            </a:extLst>
          </p:cNvPr>
          <p:cNvSpPr>
            <a:spLocks xmlns:a="http://schemas.openxmlformats.org/drawingml/2006/main" noGrp="1"/>
          </p:cNvSpPr>
          <p:nvPr/>
        </p:nvSpPr>
        <p:spPr>
          <a:xfrm xmlns:a="http://schemas.openxmlformats.org/drawingml/2006/main">
            <a:off x="1407319" y="3276600"/>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10 V</a:t>
            </a:r>
          </a:p>
        </p:txBody>
      </p:sp>
      <p:sp>
        <p:nvSpPr>
          <p:cNvPr id="12" name="Ledning">
            <a:extLst xmlns:a="http://schemas.openxmlformats.org/drawingml/2006/main">
              <a:ext uri="{FF2B5EF4-FFF2-40B4-BE49-F238E27FC236}">
                <a16:creationId xmlns:a16="http://schemas.microsoft.com/office/drawing/2014/main" id="{D4DE6CBA-25C0-4C50-9702-3C969FE2B2FE}"/>
              </a:ext>
            </a:extLst>
          </p:cNvPr>
          <p:cNvSpPr>
            <a:spLocks xmlns:a="http://schemas.openxmlformats.org/drawingml/2006/main" noGrp="1"/>
          </p:cNvSpPr>
          <p:nvPr/>
        </p:nvSpPr>
        <p:spPr>
          <a:xfrm xmlns:a="http://schemas.openxmlformats.org/drawingml/2006/main">
            <a:off x="1000125" y="3726656"/>
            <a:ext cx="715" cy="1000125"/>
          </a:xfrm>
          <a:custGeom xmlns:a="http://schemas.openxmlformats.org/drawingml/2006/main">
            <a:pathLst>
              <a:path w="953" h="1333500">
                <a:moveTo>
                  <a:pt x="0" y="0"/>
                </a:moveTo>
                <a:lnTo>
                  <a:pt x="0" y="1333500"/>
                </a:lnTo>
              </a:path>
            </a:pathLst>
          </a:custGeom>
          <a:noFill xmlns:a="http://schemas.openxmlformats.org/drawingml/2006/main"/>
          <a:ln xmlns:a="http://schemas.openxmlformats.org/drawingml/2006/main" w="28575">
            <a:solidFill>
              <a:srgbClr val="111111"/>
            </a:solidFill>
          </a:ln>
        </p:spPr>
      </p:sp>
      <p:sp>
        <p:nvSpPr>
          <p:cNvPr id="13" name="Ledning">
            <a:extLst xmlns:a="http://schemas.openxmlformats.org/drawingml/2006/main">
              <a:ext uri="{FF2B5EF4-FFF2-40B4-BE49-F238E27FC236}">
                <a16:creationId xmlns:a16="http://schemas.microsoft.com/office/drawing/2014/main" id="{A1A3B70B-B040-4986-B0F0-B72BC0B70AC9}"/>
              </a:ext>
            </a:extLst>
          </p:cNvPr>
          <p:cNvSpPr>
            <a:spLocks xmlns:a="http://schemas.openxmlformats.org/drawingml/2006/main" noGrp="1"/>
          </p:cNvSpPr>
          <p:nvPr/>
        </p:nvSpPr>
        <p:spPr>
          <a:xfrm xmlns:a="http://schemas.openxmlformats.org/drawingml/2006/main">
            <a:off x="1000125" y="4726781"/>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14" name="Ledning">
            <a:extLst xmlns:a="http://schemas.openxmlformats.org/drawingml/2006/main">
              <a:ext uri="{FF2B5EF4-FFF2-40B4-BE49-F238E27FC236}">
                <a16:creationId xmlns:a16="http://schemas.microsoft.com/office/drawing/2014/main" id="{AE644510-9798-4C67-8A02-5C60AFEAF384}"/>
              </a:ext>
            </a:extLst>
          </p:cNvPr>
          <p:cNvSpPr>
            <a:spLocks xmlns:a="http://schemas.openxmlformats.org/drawingml/2006/main" noGrp="1"/>
          </p:cNvSpPr>
          <p:nvPr/>
        </p:nvSpPr>
        <p:spPr>
          <a:xfrm xmlns:a="http://schemas.openxmlformats.org/drawingml/2006/main">
            <a:off x="3321844" y="4369594"/>
            <a:ext cx="715" cy="357188"/>
          </a:xfrm>
          <a:custGeom xmlns:a="http://schemas.openxmlformats.org/drawingml/2006/main">
            <a:pathLst>
              <a:path w="953" h="476250">
                <a:moveTo>
                  <a:pt x="0" y="476250"/>
                </a:moveTo>
                <a:lnTo>
                  <a:pt x="0" y="0"/>
                </a:lnTo>
              </a:path>
            </a:pathLst>
          </a:custGeom>
          <a:noFill xmlns:a="http://schemas.openxmlformats.org/drawingml/2006/main"/>
          <a:ln xmlns:a="http://schemas.openxmlformats.org/drawingml/2006/main" w="28575">
            <a:solidFill>
              <a:srgbClr val="111111"/>
            </a:solidFill>
          </a:ln>
        </p:spPr>
      </p:sp>
      <p:sp>
        <p:nvSpPr>
          <p:cNvPr id="15" name="">
            <a:extLst xmlns:a="http://schemas.openxmlformats.org/drawingml/2006/main">
              <a:ext uri="{FF2B5EF4-FFF2-40B4-BE49-F238E27FC236}">
                <a16:creationId xmlns:a16="http://schemas.microsoft.com/office/drawing/2014/main" id="{413190D6-DFC1-47F7-BC2A-821ADDBF7CC7}"/>
              </a:ext>
            </a:extLst>
          </p:cNvPr>
          <p:cNvSpPr>
            <a:spLocks xmlns:a="http://schemas.openxmlformats.org/drawingml/2006/main" noGrp="1"/>
          </p:cNvSpPr>
          <p:nvPr/>
        </p:nvSpPr>
        <p:spPr>
          <a:xfrm xmlns:a="http://schemas.openxmlformats.org/drawingml/2006/main">
            <a:off x="3178969" y="2583656"/>
            <a:ext cx="285750" cy="678656"/>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16" name="R₁">
            <a:extLst xmlns:a="http://schemas.openxmlformats.org/drawingml/2006/main">
              <a:ext uri="{FF2B5EF4-FFF2-40B4-BE49-F238E27FC236}">
                <a16:creationId xmlns:a16="http://schemas.microsoft.com/office/drawing/2014/main" id="{5529137F-2E8B-4ED2-B9ED-E7AEAFAF0756}"/>
              </a:ext>
            </a:extLst>
          </p:cNvPr>
          <p:cNvSpPr>
            <a:spLocks xmlns:a="http://schemas.openxmlformats.org/drawingml/2006/main" noGrp="1"/>
          </p:cNvSpPr>
          <p:nvPr/>
        </p:nvSpPr>
        <p:spPr>
          <a:xfrm xmlns:a="http://schemas.openxmlformats.org/drawingml/2006/main">
            <a:off x="3550444" y="2526506"/>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R₁</a:t>
            </a:r>
          </a:p>
        </p:txBody>
      </p:sp>
      <p:sp>
        <p:nvSpPr>
          <p:cNvPr id="17" name="1 MΩ">
            <a:extLst xmlns:a="http://schemas.openxmlformats.org/drawingml/2006/main">
              <a:ext uri="{FF2B5EF4-FFF2-40B4-BE49-F238E27FC236}">
                <a16:creationId xmlns:a16="http://schemas.microsoft.com/office/drawing/2014/main" id="{57BCED8F-ED64-4D83-93A7-BB2FA6BC7D0E}"/>
              </a:ext>
            </a:extLst>
          </p:cNvPr>
          <p:cNvSpPr>
            <a:spLocks xmlns:a="http://schemas.openxmlformats.org/drawingml/2006/main" noGrp="1"/>
          </p:cNvSpPr>
          <p:nvPr/>
        </p:nvSpPr>
        <p:spPr>
          <a:xfrm xmlns:a="http://schemas.openxmlformats.org/drawingml/2006/main">
            <a:off x="3550444" y="2805112"/>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MΩ</a:t>
            </a:r>
          </a:p>
        </p:txBody>
      </p:sp>
      <p:sp>
        <p:nvSpPr>
          <p:cNvPr id="18" name="Ledning">
            <a:extLst xmlns:a="http://schemas.openxmlformats.org/drawingml/2006/main">
              <a:ext uri="{FF2B5EF4-FFF2-40B4-BE49-F238E27FC236}">
                <a16:creationId xmlns:a16="http://schemas.microsoft.com/office/drawing/2014/main" id="{40DA9384-2FB5-48EA-8D2E-72DBEA279A97}"/>
              </a:ext>
            </a:extLst>
          </p:cNvPr>
          <p:cNvSpPr>
            <a:spLocks xmlns:a="http://schemas.openxmlformats.org/drawingml/2006/main" noGrp="1"/>
          </p:cNvSpPr>
          <p:nvPr/>
        </p:nvSpPr>
        <p:spPr>
          <a:xfrm xmlns:a="http://schemas.openxmlformats.org/drawingml/2006/main">
            <a:off x="3321844" y="3262312"/>
            <a:ext cx="715" cy="285750"/>
          </a:xfrm>
          <a:custGeom xmlns:a="http://schemas.openxmlformats.org/drawingml/2006/main">
            <a:pathLst>
              <a:path w="953" h="381000">
                <a:moveTo>
                  <a:pt x="0" y="0"/>
                </a:moveTo>
                <a:lnTo>
                  <a:pt x="0" y="381000"/>
                </a:lnTo>
              </a:path>
            </a:pathLst>
          </a:custGeom>
          <a:noFill xmlns:a="http://schemas.openxmlformats.org/drawingml/2006/main"/>
          <a:ln xmlns:a="http://schemas.openxmlformats.org/drawingml/2006/main" w="28575">
            <a:solidFill>
              <a:srgbClr val="111111"/>
            </a:solidFill>
          </a:ln>
        </p:spPr>
      </p:sp>
      <p:sp>
        <p:nvSpPr>
          <p:cNvPr id="19" name="">
            <a:extLst xmlns:a="http://schemas.openxmlformats.org/drawingml/2006/main">
              <a:ext uri="{FF2B5EF4-FFF2-40B4-BE49-F238E27FC236}">
                <a16:creationId xmlns:a16="http://schemas.microsoft.com/office/drawing/2014/main" id="{22F1E080-32BB-46EE-AEFF-F2DAC38F141B}"/>
              </a:ext>
            </a:extLst>
          </p:cNvPr>
          <p:cNvSpPr>
            <a:spLocks xmlns:a="http://schemas.openxmlformats.org/drawingml/2006/main" noGrp="1"/>
          </p:cNvSpPr>
          <p:nvPr/>
        </p:nvSpPr>
        <p:spPr>
          <a:xfrm xmlns:a="http://schemas.openxmlformats.org/drawingml/2006/main">
            <a:off x="3178969" y="3762375"/>
            <a:ext cx="285750" cy="607219"/>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20" name="Rₚ">
            <a:extLst xmlns:a="http://schemas.openxmlformats.org/drawingml/2006/main">
              <a:ext uri="{FF2B5EF4-FFF2-40B4-BE49-F238E27FC236}">
                <a16:creationId xmlns:a16="http://schemas.microsoft.com/office/drawing/2014/main" id="{5070FD1C-FAFB-4D2F-B2EE-6DC080221010}"/>
              </a:ext>
            </a:extLst>
          </p:cNvPr>
          <p:cNvSpPr>
            <a:spLocks xmlns:a="http://schemas.openxmlformats.org/drawingml/2006/main" noGrp="1"/>
          </p:cNvSpPr>
          <p:nvPr/>
        </p:nvSpPr>
        <p:spPr>
          <a:xfrm xmlns:a="http://schemas.openxmlformats.org/drawingml/2006/main">
            <a:off x="3550444" y="3705225"/>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Rₚ</a:t>
            </a:r>
          </a:p>
        </p:txBody>
      </p:sp>
      <p:sp>
        <p:nvSpPr>
          <p:cNvPr id="21" name="0,909 MΩ">
            <a:extLst xmlns:a="http://schemas.openxmlformats.org/drawingml/2006/main">
              <a:ext uri="{FF2B5EF4-FFF2-40B4-BE49-F238E27FC236}">
                <a16:creationId xmlns:a16="http://schemas.microsoft.com/office/drawing/2014/main" id="{5300865F-E162-41A6-9E4D-73A97E5D80C9}"/>
              </a:ext>
            </a:extLst>
          </p:cNvPr>
          <p:cNvSpPr>
            <a:spLocks xmlns:a="http://schemas.openxmlformats.org/drawingml/2006/main" noGrp="1"/>
          </p:cNvSpPr>
          <p:nvPr/>
        </p:nvSpPr>
        <p:spPr>
          <a:xfrm xmlns:a="http://schemas.openxmlformats.org/drawingml/2006/main">
            <a:off x="3550444" y="3983831"/>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0,909 MΩ</a:t>
            </a:r>
          </a:p>
        </p:txBody>
      </p:sp>
      <p:sp>
        <p:nvSpPr>
          <p:cNvPr id="22" name="Ledning">
            <a:extLst xmlns:a="http://schemas.openxmlformats.org/drawingml/2006/main">
              <a:ext uri="{FF2B5EF4-FFF2-40B4-BE49-F238E27FC236}">
                <a16:creationId xmlns:a16="http://schemas.microsoft.com/office/drawing/2014/main" id="{B1A76899-CF5E-4D60-9B9C-E83DADE13FBE}"/>
              </a:ext>
            </a:extLst>
          </p:cNvPr>
          <p:cNvSpPr>
            <a:spLocks xmlns:a="http://schemas.openxmlformats.org/drawingml/2006/main" noGrp="1"/>
          </p:cNvSpPr>
          <p:nvPr/>
        </p:nvSpPr>
        <p:spPr>
          <a:xfrm xmlns:a="http://schemas.openxmlformats.org/drawingml/2006/main">
            <a:off x="3321844" y="3548062"/>
            <a:ext cx="715" cy="214312"/>
          </a:xfrm>
          <a:custGeom xmlns:a="http://schemas.openxmlformats.org/drawingml/2006/main">
            <a:pathLst>
              <a:path w="953" h="285750">
                <a:moveTo>
                  <a:pt x="0" y="0"/>
                </a:moveTo>
                <a:lnTo>
                  <a:pt x="0" y="285750"/>
                </a:lnTo>
              </a:path>
            </a:pathLst>
          </a:custGeom>
          <a:noFill xmlns:a="http://schemas.openxmlformats.org/drawingml/2006/main"/>
          <a:ln xmlns:a="http://schemas.openxmlformats.org/drawingml/2006/main" w="28575">
            <a:solidFill>
              <a:srgbClr val="111111"/>
            </a:solidFill>
          </a:ln>
        </p:spPr>
      </p:sp>
      <p:sp>
        <p:nvSpPr>
          <p:cNvPr id="23" name="">
            <a:extLst xmlns:a="http://schemas.openxmlformats.org/drawingml/2006/main">
              <a:ext uri="{FF2B5EF4-FFF2-40B4-BE49-F238E27FC236}">
                <a16:creationId xmlns:a16="http://schemas.microsoft.com/office/drawing/2014/main" id="{07EF172F-5CFB-4F01-AB8B-95BF1446B812}"/>
              </a:ext>
            </a:extLst>
          </p:cNvPr>
          <p:cNvSpPr>
            <a:spLocks xmlns:a="http://schemas.openxmlformats.org/drawingml/2006/main" noGrp="1"/>
          </p:cNvSpPr>
          <p:nvPr/>
        </p:nvSpPr>
        <p:spPr>
          <a:xfrm xmlns:a="http://schemas.openxmlformats.org/drawingml/2006/main">
            <a:off x="3286125" y="3512344"/>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4" name="">
            <a:extLst xmlns:a="http://schemas.openxmlformats.org/drawingml/2006/main">
              <a:ext uri="{FF2B5EF4-FFF2-40B4-BE49-F238E27FC236}">
                <a16:creationId xmlns:a16="http://schemas.microsoft.com/office/drawing/2014/main" id="{C85E8D88-F26C-47D9-91F6-E552AE469162}"/>
              </a:ext>
            </a:extLst>
          </p:cNvPr>
          <p:cNvSpPr>
            <a:spLocks xmlns:a="http://schemas.openxmlformats.org/drawingml/2006/main" noGrp="1"/>
          </p:cNvSpPr>
          <p:nvPr/>
        </p:nvSpPr>
        <p:spPr>
          <a:xfrm xmlns:a="http://schemas.openxmlformats.org/drawingml/2006/main">
            <a:off x="3286125" y="4691062"/>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5" name="Uₘ = ?">
            <a:extLst xmlns:a="http://schemas.openxmlformats.org/drawingml/2006/main">
              <a:ext uri="{FF2B5EF4-FFF2-40B4-BE49-F238E27FC236}">
                <a16:creationId xmlns:a16="http://schemas.microsoft.com/office/drawing/2014/main" id="{4A1D28E0-03F3-406F-8BC6-F6B84AE30107}"/>
              </a:ext>
            </a:extLst>
          </p:cNvPr>
          <p:cNvSpPr>
            <a:spLocks xmlns:a="http://schemas.openxmlformats.org/drawingml/2006/main" noGrp="1"/>
          </p:cNvSpPr>
          <p:nvPr/>
        </p:nvSpPr>
        <p:spPr>
          <a:xfrm xmlns:a="http://schemas.openxmlformats.org/drawingml/2006/main">
            <a:off x="6179344" y="2655094"/>
            <a:ext cx="2536031"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19" b="1">
                <a:solidFill>
                  <a:srgbClr val="064F91"/>
                </a:solidFill>
                <a:latin typeface="Calibri"/>
                <a:ea typeface="Calibri"/>
                <a:cs typeface="Calibri"/>
              </a:defRPr>
            </a:pPr>
            <a:r>
              <a:rPr sz="3319" b="1">
                <a:solidFill>
                  <a:srgbClr val="064F91"/>
                </a:solidFill>
                <a:latin typeface="Calibri"/>
                <a:ea typeface="Calibri"/>
                <a:cs typeface="Calibri"/>
              </a:rPr>
              <a:t>Uₘ = ?</a:t>
            </a:r>
          </a:p>
        </p:txBody>
      </p:sp>
      <p:sp>
        <p:nvSpPr>
          <p:cNvPr id="26" name="Uₘ = 10 V · Rₚ / (1 MΩ + Rₚ)">
            <a:extLst xmlns:a="http://schemas.openxmlformats.org/drawingml/2006/main">
              <a:ext uri="{FF2B5EF4-FFF2-40B4-BE49-F238E27FC236}">
                <a16:creationId xmlns:a16="http://schemas.microsoft.com/office/drawing/2014/main" id="{EA6DB622-01B8-40DE-A4CB-4B35D99E53C5}"/>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Uₘ = 10 V · Rₚ / (1 MΩ + Rₚ)</a:t>
            </a:r>
          </a:p>
        </p:txBody>
      </p:sp>
      <p:sp>
        <p:nvSpPr>
          <p:cNvPr id="9001" name="Övning 9  Spänningen med ansluten mätare">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111111"/>
                </a:solidFill>
                <a:latin typeface="Calibri"/>
                <a:ea typeface="Calibri"/>
                <a:cs typeface="Calibri"/>
              </a:defRPr>
            </a:pPr>
            <a:r>
              <a:rPr sz="2850" b="1">
                <a:solidFill>
                  <a:srgbClr val="111111"/>
                </a:solidFill>
                <a:latin typeface="Calibri"/>
                <a:ea typeface="Calibri"/>
                <a:cs typeface="Calibri"/>
              </a:rPr>
              <a:t>Övning 9  Spänningen med ansluten mätare</a:t>
            </a:r>
          </a:p>
        </p:txBody>
      </p:sp>
      <p:sp>
        <p:nvSpPr>
          <p:cNvPr id="9002" name="54">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58</a:t>
            </a:r>
          </a:p>
        </p:txBody>
      </p:sp>
    </p:spTree>
    <p:extLst>
      <p:ext uri="{BB962C8B-B14F-4D97-AF65-F5344CB8AC3E}">
        <p14:creationId xmlns:p14="http://schemas.microsoft.com/office/powerpoint/2010/main" val="1490643360"/>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Uₘ ≈ 10 V · 0,909 MΩ / (1 MΩ + 0,909 MΩ)">
            <a:extLst xmlns:a="http://schemas.openxmlformats.org/drawingml/2006/main">
              <a:ext uri="{FF2B5EF4-FFF2-40B4-BE49-F238E27FC236}">
                <a16:creationId xmlns:a16="http://schemas.microsoft.com/office/drawing/2014/main" id="{44542928-08C5-4747-BA06-18C25AE45DA6}"/>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Uₘ ≈ 10 V · 0,909 MΩ / (1 MΩ + 0,909 MΩ)</a:t>
            </a:r>
          </a:p>
        </p:txBody>
      </p:sp>
      <p:sp>
        <p:nvSpPr>
          <p:cNvPr id="5" name="Ledning">
            <a:extLst xmlns:a="http://schemas.openxmlformats.org/drawingml/2006/main">
              <a:ext uri="{FF2B5EF4-FFF2-40B4-BE49-F238E27FC236}">
                <a16:creationId xmlns:a16="http://schemas.microsoft.com/office/drawing/2014/main" id="{FC6D4BA4-E695-4D07-937F-F44631EF123D}"/>
              </a:ext>
            </a:extLst>
          </p:cNvPr>
          <p:cNvSpPr>
            <a:spLocks xmlns:a="http://schemas.openxmlformats.org/drawingml/2006/main" noGrp="1"/>
          </p:cNvSpPr>
          <p:nvPr/>
        </p:nvSpPr>
        <p:spPr>
          <a:xfrm xmlns:a="http://schemas.openxmlformats.org/drawingml/2006/main">
            <a:off x="1000125" y="2262188"/>
            <a:ext cx="715" cy="964406"/>
          </a:xfrm>
          <a:custGeom xmlns:a="http://schemas.openxmlformats.org/drawingml/2006/main">
            <a:pathLst>
              <a:path w="953" h="1285875">
                <a:moveTo>
                  <a:pt x="0" y="12858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EF453334-6D74-4884-B1CF-0B483AF2B07F}"/>
              </a:ext>
            </a:extLst>
          </p:cNvPr>
          <p:cNvSpPr>
            <a:spLocks xmlns:a="http://schemas.openxmlformats.org/drawingml/2006/main" noGrp="1"/>
          </p:cNvSpPr>
          <p:nvPr/>
        </p:nvSpPr>
        <p:spPr>
          <a:xfrm xmlns:a="http://schemas.openxmlformats.org/drawingml/2006/main">
            <a:off x="1000125" y="2262188"/>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7" name="Ledning">
            <a:extLst xmlns:a="http://schemas.openxmlformats.org/drawingml/2006/main">
              <a:ext uri="{FF2B5EF4-FFF2-40B4-BE49-F238E27FC236}">
                <a16:creationId xmlns:a16="http://schemas.microsoft.com/office/drawing/2014/main" id="{FB00FCA6-60BA-475F-8791-28F05A78305B}"/>
              </a:ext>
            </a:extLst>
          </p:cNvPr>
          <p:cNvSpPr>
            <a:spLocks xmlns:a="http://schemas.openxmlformats.org/drawingml/2006/main" noGrp="1"/>
          </p:cNvSpPr>
          <p:nvPr/>
        </p:nvSpPr>
        <p:spPr>
          <a:xfrm xmlns:a="http://schemas.openxmlformats.org/drawingml/2006/main">
            <a:off x="3321844" y="2262188"/>
            <a:ext cx="715" cy="321469"/>
          </a:xfrm>
          <a:custGeom xmlns:a="http://schemas.openxmlformats.org/drawingml/2006/main">
            <a:pathLst>
              <a:path w="953" h="428625">
                <a:moveTo>
                  <a:pt x="0" y="0"/>
                </a:moveTo>
                <a:lnTo>
                  <a:pt x="0" y="428625"/>
                </a:lnTo>
              </a:path>
            </a:pathLst>
          </a:custGeom>
          <a:noFill xmlns:a="http://schemas.openxmlformats.org/drawingml/2006/main"/>
          <a:ln xmlns:a="http://schemas.openxmlformats.org/drawingml/2006/main" w="28575">
            <a:solidFill>
              <a:srgbClr val="111111"/>
            </a:solidFill>
          </a:ln>
        </p:spPr>
      </p:sp>
      <p:sp>
        <p:nvSpPr>
          <p:cNvPr id="8" name="">
            <a:extLst xmlns:a="http://schemas.openxmlformats.org/drawingml/2006/main">
              <a:ext uri="{FF2B5EF4-FFF2-40B4-BE49-F238E27FC236}">
                <a16:creationId xmlns:a16="http://schemas.microsoft.com/office/drawing/2014/main" id="{848130A5-CB49-4A2F-B9C4-404FCE96809D}"/>
              </a:ext>
            </a:extLst>
          </p:cNvPr>
          <p:cNvSpPr>
            <a:spLocks xmlns:a="http://schemas.openxmlformats.org/drawingml/2006/main" noGrp="1"/>
          </p:cNvSpPr>
          <p:nvPr/>
        </p:nvSpPr>
        <p:spPr>
          <a:xfrm xmlns:a="http://schemas.openxmlformats.org/drawingml/2006/main">
            <a:off x="750094" y="3226594"/>
            <a:ext cx="500062" cy="500062"/>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9" name="+">
            <a:extLst xmlns:a="http://schemas.openxmlformats.org/drawingml/2006/main">
              <a:ext uri="{FF2B5EF4-FFF2-40B4-BE49-F238E27FC236}">
                <a16:creationId xmlns:a16="http://schemas.microsoft.com/office/drawing/2014/main" id="{F4250178-D023-4E88-87B2-D778F95AC4C3}"/>
              </a:ext>
            </a:extLst>
          </p:cNvPr>
          <p:cNvSpPr>
            <a:spLocks xmlns:a="http://schemas.openxmlformats.org/drawingml/2006/main" noGrp="1"/>
          </p:cNvSpPr>
          <p:nvPr/>
        </p:nvSpPr>
        <p:spPr>
          <a:xfrm xmlns:a="http://schemas.openxmlformats.org/drawingml/2006/main">
            <a:off x="907256" y="3255169"/>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0" name="−">
            <a:extLst xmlns:a="http://schemas.openxmlformats.org/drawingml/2006/main">
              <a:ext uri="{FF2B5EF4-FFF2-40B4-BE49-F238E27FC236}">
                <a16:creationId xmlns:a16="http://schemas.microsoft.com/office/drawing/2014/main" id="{A4A10060-A38B-4DFB-A4C3-7E3117B0335A}"/>
              </a:ext>
            </a:extLst>
          </p:cNvPr>
          <p:cNvSpPr>
            <a:spLocks xmlns:a="http://schemas.openxmlformats.org/drawingml/2006/main" noGrp="1"/>
          </p:cNvSpPr>
          <p:nvPr/>
        </p:nvSpPr>
        <p:spPr>
          <a:xfrm xmlns:a="http://schemas.openxmlformats.org/drawingml/2006/main">
            <a:off x="907256" y="3490912"/>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1" name="10 V">
            <a:extLst xmlns:a="http://schemas.openxmlformats.org/drawingml/2006/main">
              <a:ext uri="{FF2B5EF4-FFF2-40B4-BE49-F238E27FC236}">
                <a16:creationId xmlns:a16="http://schemas.microsoft.com/office/drawing/2014/main" id="{E12B07BD-83FF-4ECD-A5ED-412F5497E132}"/>
              </a:ext>
            </a:extLst>
          </p:cNvPr>
          <p:cNvSpPr>
            <a:spLocks xmlns:a="http://schemas.openxmlformats.org/drawingml/2006/main" noGrp="1"/>
          </p:cNvSpPr>
          <p:nvPr/>
        </p:nvSpPr>
        <p:spPr>
          <a:xfrm xmlns:a="http://schemas.openxmlformats.org/drawingml/2006/main">
            <a:off x="1407319" y="3276600"/>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10 V</a:t>
            </a:r>
          </a:p>
        </p:txBody>
      </p:sp>
      <p:sp>
        <p:nvSpPr>
          <p:cNvPr id="12" name="Ledning">
            <a:extLst xmlns:a="http://schemas.openxmlformats.org/drawingml/2006/main">
              <a:ext uri="{FF2B5EF4-FFF2-40B4-BE49-F238E27FC236}">
                <a16:creationId xmlns:a16="http://schemas.microsoft.com/office/drawing/2014/main" id="{6966BC6A-5CF2-4035-BE3A-2F50F6DD93FD}"/>
              </a:ext>
            </a:extLst>
          </p:cNvPr>
          <p:cNvSpPr>
            <a:spLocks xmlns:a="http://schemas.openxmlformats.org/drawingml/2006/main" noGrp="1"/>
          </p:cNvSpPr>
          <p:nvPr/>
        </p:nvSpPr>
        <p:spPr>
          <a:xfrm xmlns:a="http://schemas.openxmlformats.org/drawingml/2006/main">
            <a:off x="1000125" y="3726656"/>
            <a:ext cx="715" cy="1000125"/>
          </a:xfrm>
          <a:custGeom xmlns:a="http://schemas.openxmlformats.org/drawingml/2006/main">
            <a:pathLst>
              <a:path w="953" h="1333500">
                <a:moveTo>
                  <a:pt x="0" y="0"/>
                </a:moveTo>
                <a:lnTo>
                  <a:pt x="0" y="1333500"/>
                </a:lnTo>
              </a:path>
            </a:pathLst>
          </a:custGeom>
          <a:noFill xmlns:a="http://schemas.openxmlformats.org/drawingml/2006/main"/>
          <a:ln xmlns:a="http://schemas.openxmlformats.org/drawingml/2006/main" w="28575">
            <a:solidFill>
              <a:srgbClr val="111111"/>
            </a:solidFill>
          </a:ln>
        </p:spPr>
      </p:sp>
      <p:sp>
        <p:nvSpPr>
          <p:cNvPr id="13" name="Ledning">
            <a:extLst xmlns:a="http://schemas.openxmlformats.org/drawingml/2006/main">
              <a:ext uri="{FF2B5EF4-FFF2-40B4-BE49-F238E27FC236}">
                <a16:creationId xmlns:a16="http://schemas.microsoft.com/office/drawing/2014/main" id="{76A73655-8248-4BC0-B96C-9A0E2636EE23}"/>
              </a:ext>
            </a:extLst>
          </p:cNvPr>
          <p:cNvSpPr>
            <a:spLocks xmlns:a="http://schemas.openxmlformats.org/drawingml/2006/main" noGrp="1"/>
          </p:cNvSpPr>
          <p:nvPr/>
        </p:nvSpPr>
        <p:spPr>
          <a:xfrm xmlns:a="http://schemas.openxmlformats.org/drawingml/2006/main">
            <a:off x="1000125" y="4726781"/>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14" name="Ledning">
            <a:extLst xmlns:a="http://schemas.openxmlformats.org/drawingml/2006/main">
              <a:ext uri="{FF2B5EF4-FFF2-40B4-BE49-F238E27FC236}">
                <a16:creationId xmlns:a16="http://schemas.microsoft.com/office/drawing/2014/main" id="{F232953B-A1B1-48C6-A0F0-D6BDEDC9BB0B}"/>
              </a:ext>
            </a:extLst>
          </p:cNvPr>
          <p:cNvSpPr>
            <a:spLocks xmlns:a="http://schemas.openxmlformats.org/drawingml/2006/main" noGrp="1"/>
          </p:cNvSpPr>
          <p:nvPr/>
        </p:nvSpPr>
        <p:spPr>
          <a:xfrm xmlns:a="http://schemas.openxmlformats.org/drawingml/2006/main">
            <a:off x="3321844" y="4369594"/>
            <a:ext cx="715" cy="357188"/>
          </a:xfrm>
          <a:custGeom xmlns:a="http://schemas.openxmlformats.org/drawingml/2006/main">
            <a:pathLst>
              <a:path w="953" h="476250">
                <a:moveTo>
                  <a:pt x="0" y="476250"/>
                </a:moveTo>
                <a:lnTo>
                  <a:pt x="0" y="0"/>
                </a:lnTo>
              </a:path>
            </a:pathLst>
          </a:custGeom>
          <a:noFill xmlns:a="http://schemas.openxmlformats.org/drawingml/2006/main"/>
          <a:ln xmlns:a="http://schemas.openxmlformats.org/drawingml/2006/main" w="28575">
            <a:solidFill>
              <a:srgbClr val="111111"/>
            </a:solidFill>
          </a:ln>
        </p:spPr>
      </p:sp>
      <p:sp>
        <p:nvSpPr>
          <p:cNvPr id="15" name="">
            <a:extLst xmlns:a="http://schemas.openxmlformats.org/drawingml/2006/main">
              <a:ext uri="{FF2B5EF4-FFF2-40B4-BE49-F238E27FC236}">
                <a16:creationId xmlns:a16="http://schemas.microsoft.com/office/drawing/2014/main" id="{27B093B3-E878-48A9-AF8E-7A86627559FF}"/>
              </a:ext>
            </a:extLst>
          </p:cNvPr>
          <p:cNvSpPr>
            <a:spLocks xmlns:a="http://schemas.openxmlformats.org/drawingml/2006/main" noGrp="1"/>
          </p:cNvSpPr>
          <p:nvPr/>
        </p:nvSpPr>
        <p:spPr>
          <a:xfrm xmlns:a="http://schemas.openxmlformats.org/drawingml/2006/main">
            <a:off x="3178969" y="2583656"/>
            <a:ext cx="285750" cy="678656"/>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16" name="R₁">
            <a:extLst xmlns:a="http://schemas.openxmlformats.org/drawingml/2006/main">
              <a:ext uri="{FF2B5EF4-FFF2-40B4-BE49-F238E27FC236}">
                <a16:creationId xmlns:a16="http://schemas.microsoft.com/office/drawing/2014/main" id="{D4E2C83D-C6D2-4572-B8B0-9A4C8C5FD145}"/>
              </a:ext>
            </a:extLst>
          </p:cNvPr>
          <p:cNvSpPr>
            <a:spLocks xmlns:a="http://schemas.openxmlformats.org/drawingml/2006/main" noGrp="1"/>
          </p:cNvSpPr>
          <p:nvPr/>
        </p:nvSpPr>
        <p:spPr>
          <a:xfrm xmlns:a="http://schemas.openxmlformats.org/drawingml/2006/main">
            <a:off x="3550444" y="2526506"/>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R₁</a:t>
            </a:r>
          </a:p>
        </p:txBody>
      </p:sp>
      <p:sp>
        <p:nvSpPr>
          <p:cNvPr id="17" name="1 MΩ">
            <a:extLst xmlns:a="http://schemas.openxmlformats.org/drawingml/2006/main">
              <a:ext uri="{FF2B5EF4-FFF2-40B4-BE49-F238E27FC236}">
                <a16:creationId xmlns:a16="http://schemas.microsoft.com/office/drawing/2014/main" id="{EBD4B3D0-C985-48D2-96AB-4FDA19A4835F}"/>
              </a:ext>
            </a:extLst>
          </p:cNvPr>
          <p:cNvSpPr>
            <a:spLocks xmlns:a="http://schemas.openxmlformats.org/drawingml/2006/main" noGrp="1"/>
          </p:cNvSpPr>
          <p:nvPr/>
        </p:nvSpPr>
        <p:spPr>
          <a:xfrm xmlns:a="http://schemas.openxmlformats.org/drawingml/2006/main">
            <a:off x="3550444" y="2805112"/>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MΩ</a:t>
            </a:r>
          </a:p>
        </p:txBody>
      </p:sp>
      <p:sp>
        <p:nvSpPr>
          <p:cNvPr id="18" name="Ledning">
            <a:extLst xmlns:a="http://schemas.openxmlformats.org/drawingml/2006/main">
              <a:ext uri="{FF2B5EF4-FFF2-40B4-BE49-F238E27FC236}">
                <a16:creationId xmlns:a16="http://schemas.microsoft.com/office/drawing/2014/main" id="{6414A5CE-6EE5-47DC-BEE5-A010854CCC34}"/>
              </a:ext>
            </a:extLst>
          </p:cNvPr>
          <p:cNvSpPr>
            <a:spLocks xmlns:a="http://schemas.openxmlformats.org/drawingml/2006/main" noGrp="1"/>
          </p:cNvSpPr>
          <p:nvPr/>
        </p:nvSpPr>
        <p:spPr>
          <a:xfrm xmlns:a="http://schemas.openxmlformats.org/drawingml/2006/main">
            <a:off x="3321844" y="3262312"/>
            <a:ext cx="715" cy="285750"/>
          </a:xfrm>
          <a:custGeom xmlns:a="http://schemas.openxmlformats.org/drawingml/2006/main">
            <a:pathLst>
              <a:path w="953" h="381000">
                <a:moveTo>
                  <a:pt x="0" y="0"/>
                </a:moveTo>
                <a:lnTo>
                  <a:pt x="0" y="381000"/>
                </a:lnTo>
              </a:path>
            </a:pathLst>
          </a:custGeom>
          <a:noFill xmlns:a="http://schemas.openxmlformats.org/drawingml/2006/main"/>
          <a:ln xmlns:a="http://schemas.openxmlformats.org/drawingml/2006/main" w="28575">
            <a:solidFill>
              <a:srgbClr val="111111"/>
            </a:solidFill>
          </a:ln>
        </p:spPr>
      </p:sp>
      <p:sp>
        <p:nvSpPr>
          <p:cNvPr id="19" name="">
            <a:extLst xmlns:a="http://schemas.openxmlformats.org/drawingml/2006/main">
              <a:ext uri="{FF2B5EF4-FFF2-40B4-BE49-F238E27FC236}">
                <a16:creationId xmlns:a16="http://schemas.microsoft.com/office/drawing/2014/main" id="{DBC9AB47-D370-4B98-AC66-C65DF6427417}"/>
              </a:ext>
            </a:extLst>
          </p:cNvPr>
          <p:cNvSpPr>
            <a:spLocks xmlns:a="http://schemas.openxmlformats.org/drawingml/2006/main" noGrp="1"/>
          </p:cNvSpPr>
          <p:nvPr/>
        </p:nvSpPr>
        <p:spPr>
          <a:xfrm xmlns:a="http://schemas.openxmlformats.org/drawingml/2006/main">
            <a:off x="3178969" y="3762375"/>
            <a:ext cx="285750" cy="607219"/>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20" name="Rₚ">
            <a:extLst xmlns:a="http://schemas.openxmlformats.org/drawingml/2006/main">
              <a:ext uri="{FF2B5EF4-FFF2-40B4-BE49-F238E27FC236}">
                <a16:creationId xmlns:a16="http://schemas.microsoft.com/office/drawing/2014/main" id="{12EC4FAB-DD4E-4BE5-ADCE-F160DB43E7BB}"/>
              </a:ext>
            </a:extLst>
          </p:cNvPr>
          <p:cNvSpPr>
            <a:spLocks xmlns:a="http://schemas.openxmlformats.org/drawingml/2006/main" noGrp="1"/>
          </p:cNvSpPr>
          <p:nvPr/>
        </p:nvSpPr>
        <p:spPr>
          <a:xfrm xmlns:a="http://schemas.openxmlformats.org/drawingml/2006/main">
            <a:off x="3550444" y="3705225"/>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Rₚ</a:t>
            </a:r>
          </a:p>
        </p:txBody>
      </p:sp>
      <p:sp>
        <p:nvSpPr>
          <p:cNvPr id="21" name="0,909 MΩ">
            <a:extLst xmlns:a="http://schemas.openxmlformats.org/drawingml/2006/main">
              <a:ext uri="{FF2B5EF4-FFF2-40B4-BE49-F238E27FC236}">
                <a16:creationId xmlns:a16="http://schemas.microsoft.com/office/drawing/2014/main" id="{605F837C-83D3-4140-BCCB-8563820B4049}"/>
              </a:ext>
            </a:extLst>
          </p:cNvPr>
          <p:cNvSpPr>
            <a:spLocks xmlns:a="http://schemas.openxmlformats.org/drawingml/2006/main" noGrp="1"/>
          </p:cNvSpPr>
          <p:nvPr/>
        </p:nvSpPr>
        <p:spPr>
          <a:xfrm xmlns:a="http://schemas.openxmlformats.org/drawingml/2006/main">
            <a:off x="3550444" y="3983831"/>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0,909 MΩ</a:t>
            </a:r>
          </a:p>
        </p:txBody>
      </p:sp>
      <p:sp>
        <p:nvSpPr>
          <p:cNvPr id="22" name="Ledning">
            <a:extLst xmlns:a="http://schemas.openxmlformats.org/drawingml/2006/main">
              <a:ext uri="{FF2B5EF4-FFF2-40B4-BE49-F238E27FC236}">
                <a16:creationId xmlns:a16="http://schemas.microsoft.com/office/drawing/2014/main" id="{71894D6E-6203-4316-86E0-D6B2C8451C91}"/>
              </a:ext>
            </a:extLst>
          </p:cNvPr>
          <p:cNvSpPr>
            <a:spLocks xmlns:a="http://schemas.openxmlformats.org/drawingml/2006/main" noGrp="1"/>
          </p:cNvSpPr>
          <p:nvPr/>
        </p:nvSpPr>
        <p:spPr>
          <a:xfrm xmlns:a="http://schemas.openxmlformats.org/drawingml/2006/main">
            <a:off x="3321844" y="3548062"/>
            <a:ext cx="715" cy="214312"/>
          </a:xfrm>
          <a:custGeom xmlns:a="http://schemas.openxmlformats.org/drawingml/2006/main">
            <a:pathLst>
              <a:path w="953" h="285750">
                <a:moveTo>
                  <a:pt x="0" y="0"/>
                </a:moveTo>
                <a:lnTo>
                  <a:pt x="0" y="285750"/>
                </a:lnTo>
              </a:path>
            </a:pathLst>
          </a:custGeom>
          <a:noFill xmlns:a="http://schemas.openxmlformats.org/drawingml/2006/main"/>
          <a:ln xmlns:a="http://schemas.openxmlformats.org/drawingml/2006/main" w="28575">
            <a:solidFill>
              <a:srgbClr val="111111"/>
            </a:solidFill>
          </a:ln>
        </p:spPr>
      </p:sp>
      <p:sp>
        <p:nvSpPr>
          <p:cNvPr id="23" name="">
            <a:extLst xmlns:a="http://schemas.openxmlformats.org/drawingml/2006/main">
              <a:ext uri="{FF2B5EF4-FFF2-40B4-BE49-F238E27FC236}">
                <a16:creationId xmlns:a16="http://schemas.microsoft.com/office/drawing/2014/main" id="{A1997CF3-0609-42BD-A03D-906BC4CA3519}"/>
              </a:ext>
            </a:extLst>
          </p:cNvPr>
          <p:cNvSpPr>
            <a:spLocks xmlns:a="http://schemas.openxmlformats.org/drawingml/2006/main" noGrp="1"/>
          </p:cNvSpPr>
          <p:nvPr/>
        </p:nvSpPr>
        <p:spPr>
          <a:xfrm xmlns:a="http://schemas.openxmlformats.org/drawingml/2006/main">
            <a:off x="3286125" y="3512344"/>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4" name="">
            <a:extLst xmlns:a="http://schemas.openxmlformats.org/drawingml/2006/main">
              <a:ext uri="{FF2B5EF4-FFF2-40B4-BE49-F238E27FC236}">
                <a16:creationId xmlns:a16="http://schemas.microsoft.com/office/drawing/2014/main" id="{859E7525-2EF2-4051-896B-4714D2670F71}"/>
              </a:ext>
            </a:extLst>
          </p:cNvPr>
          <p:cNvSpPr>
            <a:spLocks xmlns:a="http://schemas.openxmlformats.org/drawingml/2006/main" noGrp="1"/>
          </p:cNvSpPr>
          <p:nvPr/>
        </p:nvSpPr>
        <p:spPr>
          <a:xfrm xmlns:a="http://schemas.openxmlformats.org/drawingml/2006/main">
            <a:off x="3286125" y="4691062"/>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5" name="4,762 V">
            <a:extLst xmlns:a="http://schemas.openxmlformats.org/drawingml/2006/main">
              <a:ext uri="{FF2B5EF4-FFF2-40B4-BE49-F238E27FC236}">
                <a16:creationId xmlns:a16="http://schemas.microsoft.com/office/drawing/2014/main" id="{35E4B12D-78BB-483A-88CB-686E091C23A2}"/>
              </a:ext>
            </a:extLst>
          </p:cNvPr>
          <p:cNvSpPr>
            <a:spLocks xmlns:a="http://schemas.openxmlformats.org/drawingml/2006/main" noGrp="1"/>
          </p:cNvSpPr>
          <p:nvPr/>
        </p:nvSpPr>
        <p:spPr>
          <a:xfrm xmlns:a="http://schemas.openxmlformats.org/drawingml/2006/main">
            <a:off x="6179344" y="2655094"/>
            <a:ext cx="2536031"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19" b="1">
                <a:solidFill>
                  <a:srgbClr val="064F91"/>
                </a:solidFill>
                <a:latin typeface="Calibri"/>
                <a:ea typeface="Calibri"/>
                <a:cs typeface="Calibri"/>
              </a:defRPr>
            </a:pPr>
            <a:r>
              <a:rPr sz="3319" b="1">
                <a:solidFill>
                  <a:srgbClr val="064F91"/>
                </a:solidFill>
                <a:latin typeface="Calibri"/>
                <a:ea typeface="Calibri"/>
                <a:cs typeface="Calibri"/>
              </a:rPr>
              <a:t>4,762 V</a:t>
            </a:r>
          </a:p>
        </p:txBody>
      </p:sp>
      <p:sp>
        <p:nvSpPr>
          <p:cNvPr id="26" name="Avrundat till 0,01 V:&#10;4,76 V">
            <a:extLst xmlns:a="http://schemas.openxmlformats.org/drawingml/2006/main">
              <a:ext uri="{FF2B5EF4-FFF2-40B4-BE49-F238E27FC236}">
                <a16:creationId xmlns:a16="http://schemas.microsoft.com/office/drawing/2014/main" id="{D6B1EF4F-72A1-4634-9A80-BFF3C81CD0E9}"/>
              </a:ext>
            </a:extLst>
          </p:cNvPr>
          <p:cNvSpPr>
            <a:spLocks xmlns:a="http://schemas.openxmlformats.org/drawingml/2006/main" noGrp="1"/>
          </p:cNvSpPr>
          <p:nvPr/>
        </p:nvSpPr>
        <p:spPr>
          <a:xfrm xmlns:a="http://schemas.openxmlformats.org/drawingml/2006/main">
            <a:off x="6215062" y="3640931"/>
            <a:ext cx="2464594" cy="607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88" b="1">
                <a:solidFill>
                  <a:srgbClr val="111111"/>
                </a:solidFill>
                <a:latin typeface="Calibri"/>
                <a:ea typeface="Calibri"/>
                <a:cs typeface="Calibri"/>
              </a:defRPr>
            </a:pPr>
            <a:r>
              <a:rPr sz="1688" b="1">
                <a:solidFill>
                  <a:srgbClr val="111111"/>
                </a:solidFill>
                <a:latin typeface="Calibri"/>
                <a:ea typeface="Calibri"/>
                <a:cs typeface="Calibri"/>
              </a:rPr>
              <a:t>Avrundat till 0,01 V:</a:t>
            </a:r>
          </a:p>
          <a:p xmlns:a="http://schemas.openxmlformats.org/drawingml/2006/main">
            <a:pPr algn="ctr">
              <a:defRPr sz="1688" b="1">
                <a:solidFill>
                  <a:srgbClr val="111111"/>
                </a:solidFill>
                <a:latin typeface="Calibri"/>
                <a:ea typeface="Calibri"/>
                <a:cs typeface="Calibri"/>
              </a:defRPr>
            </a:pPr>
            <a:r>
              <a:rPr sz="1688" b="1">
                <a:solidFill>
                  <a:srgbClr val="111111"/>
                </a:solidFill>
                <a:latin typeface="Calibri"/>
                <a:ea typeface="Calibri"/>
                <a:cs typeface="Calibri"/>
              </a:rPr>
              <a:t>4,76 V</a:t>
            </a:r>
          </a:p>
        </p:txBody>
      </p:sp>
      <p:sp>
        <p:nvSpPr>
          <p:cNvPr id="27" name="Mätaren har ändrat den spänning vi försöker mäta.">
            <a:extLst xmlns:a="http://schemas.openxmlformats.org/drawingml/2006/main">
              <a:ext uri="{FF2B5EF4-FFF2-40B4-BE49-F238E27FC236}">
                <a16:creationId xmlns:a16="http://schemas.microsoft.com/office/drawing/2014/main" id="{C2CFB966-983E-44EE-B985-B5B6A3E88EC8}"/>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Mätaren har ändrat den spänning vi försöker mäta.</a:t>
            </a:r>
          </a:p>
        </p:txBody>
      </p:sp>
      <p:sp>
        <p:nvSpPr>
          <p:cNvPr id="9001" name="Facit  Spänningen blir cirka 4,762 V">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Facit  Spänningen blir cirka 4,762 V</a:t>
            </a:r>
          </a:p>
        </p:txBody>
      </p:sp>
      <p:sp>
        <p:nvSpPr>
          <p:cNvPr id="9002" name="55">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59</a:t>
            </a:r>
          </a:p>
        </p:txBody>
      </p:sp>
    </p:spTree>
    <p:extLst>
      <p:ext uri="{BB962C8B-B14F-4D97-AF65-F5344CB8AC3E}">
        <p14:creationId xmlns:p14="http://schemas.microsoft.com/office/powerpoint/2010/main" val="247442416"/>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Samma källa och samma R₁ och R₂. Nu är Rₘ = 1 MΩ.">
            <a:extLst xmlns:a="http://schemas.openxmlformats.org/drawingml/2006/main">
              <a:ext uri="{FF2B5EF4-FFF2-40B4-BE49-F238E27FC236}">
                <a16:creationId xmlns:a16="http://schemas.microsoft.com/office/drawing/2014/main" id="{DE7DFA60-38F4-4AE3-BF8C-FD49EA581F48}"/>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Samma källa och samma R₁ och R₂. Nu är Rₘ = 1 MΩ.</a:t>
            </a:r>
          </a:p>
        </p:txBody>
      </p:sp>
      <p:sp>
        <p:nvSpPr>
          <p:cNvPr id="5" name="Ledning">
            <a:extLst xmlns:a="http://schemas.openxmlformats.org/drawingml/2006/main">
              <a:ext uri="{FF2B5EF4-FFF2-40B4-BE49-F238E27FC236}">
                <a16:creationId xmlns:a16="http://schemas.microsoft.com/office/drawing/2014/main" id="{8EA95E3D-D8FB-4637-9D5A-141AB6FA5CF9}"/>
              </a:ext>
            </a:extLst>
          </p:cNvPr>
          <p:cNvSpPr>
            <a:spLocks xmlns:a="http://schemas.openxmlformats.org/drawingml/2006/main" noGrp="1"/>
          </p:cNvSpPr>
          <p:nvPr/>
        </p:nvSpPr>
        <p:spPr>
          <a:xfrm xmlns:a="http://schemas.openxmlformats.org/drawingml/2006/main">
            <a:off x="1000125" y="2262188"/>
            <a:ext cx="715" cy="964406"/>
          </a:xfrm>
          <a:custGeom xmlns:a="http://schemas.openxmlformats.org/drawingml/2006/main">
            <a:pathLst>
              <a:path w="953" h="1285875">
                <a:moveTo>
                  <a:pt x="0" y="12858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815A3B2D-0754-4744-B717-663A147FC5C3}"/>
              </a:ext>
            </a:extLst>
          </p:cNvPr>
          <p:cNvSpPr>
            <a:spLocks xmlns:a="http://schemas.openxmlformats.org/drawingml/2006/main" noGrp="1"/>
          </p:cNvSpPr>
          <p:nvPr/>
        </p:nvSpPr>
        <p:spPr>
          <a:xfrm xmlns:a="http://schemas.openxmlformats.org/drawingml/2006/main">
            <a:off x="1000125" y="2262188"/>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7" name="Ledning">
            <a:extLst xmlns:a="http://schemas.openxmlformats.org/drawingml/2006/main">
              <a:ext uri="{FF2B5EF4-FFF2-40B4-BE49-F238E27FC236}">
                <a16:creationId xmlns:a16="http://schemas.microsoft.com/office/drawing/2014/main" id="{9AFA1F06-13A7-4280-B46E-5C4623757014}"/>
              </a:ext>
            </a:extLst>
          </p:cNvPr>
          <p:cNvSpPr>
            <a:spLocks xmlns:a="http://schemas.openxmlformats.org/drawingml/2006/main" noGrp="1"/>
          </p:cNvSpPr>
          <p:nvPr/>
        </p:nvSpPr>
        <p:spPr>
          <a:xfrm xmlns:a="http://schemas.openxmlformats.org/drawingml/2006/main">
            <a:off x="3321844" y="2262188"/>
            <a:ext cx="715" cy="321469"/>
          </a:xfrm>
          <a:custGeom xmlns:a="http://schemas.openxmlformats.org/drawingml/2006/main">
            <a:pathLst>
              <a:path w="953" h="428625">
                <a:moveTo>
                  <a:pt x="0" y="0"/>
                </a:moveTo>
                <a:lnTo>
                  <a:pt x="0" y="428625"/>
                </a:lnTo>
              </a:path>
            </a:pathLst>
          </a:custGeom>
          <a:noFill xmlns:a="http://schemas.openxmlformats.org/drawingml/2006/main"/>
          <a:ln xmlns:a="http://schemas.openxmlformats.org/drawingml/2006/main" w="28575">
            <a:solidFill>
              <a:srgbClr val="111111"/>
            </a:solidFill>
          </a:ln>
        </p:spPr>
      </p:sp>
      <p:sp>
        <p:nvSpPr>
          <p:cNvPr id="8" name="">
            <a:extLst xmlns:a="http://schemas.openxmlformats.org/drawingml/2006/main">
              <a:ext uri="{FF2B5EF4-FFF2-40B4-BE49-F238E27FC236}">
                <a16:creationId xmlns:a16="http://schemas.microsoft.com/office/drawing/2014/main" id="{7B0F8100-C99D-4A27-8AF0-ED530D9A2091}"/>
              </a:ext>
            </a:extLst>
          </p:cNvPr>
          <p:cNvSpPr>
            <a:spLocks xmlns:a="http://schemas.openxmlformats.org/drawingml/2006/main" noGrp="1"/>
          </p:cNvSpPr>
          <p:nvPr/>
        </p:nvSpPr>
        <p:spPr>
          <a:xfrm xmlns:a="http://schemas.openxmlformats.org/drawingml/2006/main">
            <a:off x="750094" y="3226594"/>
            <a:ext cx="500062" cy="500062"/>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9" name="+">
            <a:extLst xmlns:a="http://schemas.openxmlformats.org/drawingml/2006/main">
              <a:ext uri="{FF2B5EF4-FFF2-40B4-BE49-F238E27FC236}">
                <a16:creationId xmlns:a16="http://schemas.microsoft.com/office/drawing/2014/main" id="{5EEA0982-A209-4386-A7DF-AD911C8B60F1}"/>
              </a:ext>
            </a:extLst>
          </p:cNvPr>
          <p:cNvSpPr>
            <a:spLocks xmlns:a="http://schemas.openxmlformats.org/drawingml/2006/main" noGrp="1"/>
          </p:cNvSpPr>
          <p:nvPr/>
        </p:nvSpPr>
        <p:spPr>
          <a:xfrm xmlns:a="http://schemas.openxmlformats.org/drawingml/2006/main">
            <a:off x="907256" y="3255169"/>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0" name="−">
            <a:extLst xmlns:a="http://schemas.openxmlformats.org/drawingml/2006/main">
              <a:ext uri="{FF2B5EF4-FFF2-40B4-BE49-F238E27FC236}">
                <a16:creationId xmlns:a16="http://schemas.microsoft.com/office/drawing/2014/main" id="{EFF5BFFE-1497-49C6-8757-22F8BF14C9F8}"/>
              </a:ext>
            </a:extLst>
          </p:cNvPr>
          <p:cNvSpPr>
            <a:spLocks xmlns:a="http://schemas.openxmlformats.org/drawingml/2006/main" noGrp="1"/>
          </p:cNvSpPr>
          <p:nvPr/>
        </p:nvSpPr>
        <p:spPr>
          <a:xfrm xmlns:a="http://schemas.openxmlformats.org/drawingml/2006/main">
            <a:off x="907256" y="3490912"/>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1" name="10 V">
            <a:extLst xmlns:a="http://schemas.openxmlformats.org/drawingml/2006/main">
              <a:ext uri="{FF2B5EF4-FFF2-40B4-BE49-F238E27FC236}">
                <a16:creationId xmlns:a16="http://schemas.microsoft.com/office/drawing/2014/main" id="{F486E62A-173B-4823-8DD9-30F06BDE8938}"/>
              </a:ext>
            </a:extLst>
          </p:cNvPr>
          <p:cNvSpPr>
            <a:spLocks xmlns:a="http://schemas.openxmlformats.org/drawingml/2006/main" noGrp="1"/>
          </p:cNvSpPr>
          <p:nvPr/>
        </p:nvSpPr>
        <p:spPr>
          <a:xfrm xmlns:a="http://schemas.openxmlformats.org/drawingml/2006/main">
            <a:off x="1407319" y="3276600"/>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10 V</a:t>
            </a:r>
          </a:p>
        </p:txBody>
      </p:sp>
      <p:sp>
        <p:nvSpPr>
          <p:cNvPr id="12" name="Ledning">
            <a:extLst xmlns:a="http://schemas.openxmlformats.org/drawingml/2006/main">
              <a:ext uri="{FF2B5EF4-FFF2-40B4-BE49-F238E27FC236}">
                <a16:creationId xmlns:a16="http://schemas.microsoft.com/office/drawing/2014/main" id="{FBAB18F8-8615-4778-928B-94F46359F61E}"/>
              </a:ext>
            </a:extLst>
          </p:cNvPr>
          <p:cNvSpPr>
            <a:spLocks xmlns:a="http://schemas.openxmlformats.org/drawingml/2006/main" noGrp="1"/>
          </p:cNvSpPr>
          <p:nvPr/>
        </p:nvSpPr>
        <p:spPr>
          <a:xfrm xmlns:a="http://schemas.openxmlformats.org/drawingml/2006/main">
            <a:off x="1000125" y="3726656"/>
            <a:ext cx="715" cy="1000125"/>
          </a:xfrm>
          <a:custGeom xmlns:a="http://schemas.openxmlformats.org/drawingml/2006/main">
            <a:pathLst>
              <a:path w="953" h="1333500">
                <a:moveTo>
                  <a:pt x="0" y="0"/>
                </a:moveTo>
                <a:lnTo>
                  <a:pt x="0" y="1333500"/>
                </a:lnTo>
              </a:path>
            </a:pathLst>
          </a:custGeom>
          <a:noFill xmlns:a="http://schemas.openxmlformats.org/drawingml/2006/main"/>
          <a:ln xmlns:a="http://schemas.openxmlformats.org/drawingml/2006/main" w="28575">
            <a:solidFill>
              <a:srgbClr val="111111"/>
            </a:solidFill>
          </a:ln>
        </p:spPr>
      </p:sp>
      <p:sp>
        <p:nvSpPr>
          <p:cNvPr id="13" name="Ledning">
            <a:extLst xmlns:a="http://schemas.openxmlformats.org/drawingml/2006/main">
              <a:ext uri="{FF2B5EF4-FFF2-40B4-BE49-F238E27FC236}">
                <a16:creationId xmlns:a16="http://schemas.microsoft.com/office/drawing/2014/main" id="{717F7434-F5ED-4A1C-9BF2-A2E2A9345EEB}"/>
              </a:ext>
            </a:extLst>
          </p:cNvPr>
          <p:cNvSpPr>
            <a:spLocks xmlns:a="http://schemas.openxmlformats.org/drawingml/2006/main" noGrp="1"/>
          </p:cNvSpPr>
          <p:nvPr/>
        </p:nvSpPr>
        <p:spPr>
          <a:xfrm xmlns:a="http://schemas.openxmlformats.org/drawingml/2006/main">
            <a:off x="1000125" y="4726781"/>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14" name="Ledning">
            <a:extLst xmlns:a="http://schemas.openxmlformats.org/drawingml/2006/main">
              <a:ext uri="{FF2B5EF4-FFF2-40B4-BE49-F238E27FC236}">
                <a16:creationId xmlns:a16="http://schemas.microsoft.com/office/drawing/2014/main" id="{9E52EF1D-02BF-48EA-8D0C-99BCE3406CDB}"/>
              </a:ext>
            </a:extLst>
          </p:cNvPr>
          <p:cNvSpPr>
            <a:spLocks xmlns:a="http://schemas.openxmlformats.org/drawingml/2006/main" noGrp="1"/>
          </p:cNvSpPr>
          <p:nvPr/>
        </p:nvSpPr>
        <p:spPr>
          <a:xfrm xmlns:a="http://schemas.openxmlformats.org/drawingml/2006/main">
            <a:off x="3321844" y="4369594"/>
            <a:ext cx="715" cy="357188"/>
          </a:xfrm>
          <a:custGeom xmlns:a="http://schemas.openxmlformats.org/drawingml/2006/main">
            <a:pathLst>
              <a:path w="953" h="476250">
                <a:moveTo>
                  <a:pt x="0" y="476250"/>
                </a:moveTo>
                <a:lnTo>
                  <a:pt x="0" y="0"/>
                </a:lnTo>
              </a:path>
            </a:pathLst>
          </a:custGeom>
          <a:noFill xmlns:a="http://schemas.openxmlformats.org/drawingml/2006/main"/>
          <a:ln xmlns:a="http://schemas.openxmlformats.org/drawingml/2006/main" w="28575">
            <a:solidFill>
              <a:srgbClr val="111111"/>
            </a:solidFill>
          </a:ln>
        </p:spPr>
      </p:sp>
      <p:sp>
        <p:nvSpPr>
          <p:cNvPr id="15" name="">
            <a:extLst xmlns:a="http://schemas.openxmlformats.org/drawingml/2006/main">
              <a:ext uri="{FF2B5EF4-FFF2-40B4-BE49-F238E27FC236}">
                <a16:creationId xmlns:a16="http://schemas.microsoft.com/office/drawing/2014/main" id="{05826FF5-AEBC-478E-B16C-60DF299EFABF}"/>
              </a:ext>
            </a:extLst>
          </p:cNvPr>
          <p:cNvSpPr>
            <a:spLocks xmlns:a="http://schemas.openxmlformats.org/drawingml/2006/main" noGrp="1"/>
          </p:cNvSpPr>
          <p:nvPr/>
        </p:nvSpPr>
        <p:spPr>
          <a:xfrm xmlns:a="http://schemas.openxmlformats.org/drawingml/2006/main">
            <a:off x="3178969" y="2583656"/>
            <a:ext cx="285750" cy="678656"/>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16" name="R₁">
            <a:extLst xmlns:a="http://schemas.openxmlformats.org/drawingml/2006/main">
              <a:ext uri="{FF2B5EF4-FFF2-40B4-BE49-F238E27FC236}">
                <a16:creationId xmlns:a16="http://schemas.microsoft.com/office/drawing/2014/main" id="{C98643A2-D68D-4399-9CC0-2EC2BCFF0444}"/>
              </a:ext>
            </a:extLst>
          </p:cNvPr>
          <p:cNvSpPr>
            <a:spLocks xmlns:a="http://schemas.openxmlformats.org/drawingml/2006/main" noGrp="1"/>
          </p:cNvSpPr>
          <p:nvPr/>
        </p:nvSpPr>
        <p:spPr>
          <a:xfrm xmlns:a="http://schemas.openxmlformats.org/drawingml/2006/main">
            <a:off x="3550444" y="2526506"/>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R₁</a:t>
            </a:r>
          </a:p>
        </p:txBody>
      </p:sp>
      <p:sp>
        <p:nvSpPr>
          <p:cNvPr id="17" name="1 MΩ">
            <a:extLst xmlns:a="http://schemas.openxmlformats.org/drawingml/2006/main">
              <a:ext uri="{FF2B5EF4-FFF2-40B4-BE49-F238E27FC236}">
                <a16:creationId xmlns:a16="http://schemas.microsoft.com/office/drawing/2014/main" id="{2428864E-5399-4598-8B27-E1A197907B69}"/>
              </a:ext>
            </a:extLst>
          </p:cNvPr>
          <p:cNvSpPr>
            <a:spLocks xmlns:a="http://schemas.openxmlformats.org/drawingml/2006/main" noGrp="1"/>
          </p:cNvSpPr>
          <p:nvPr/>
        </p:nvSpPr>
        <p:spPr>
          <a:xfrm xmlns:a="http://schemas.openxmlformats.org/drawingml/2006/main">
            <a:off x="3550444" y="2805112"/>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MΩ</a:t>
            </a:r>
          </a:p>
        </p:txBody>
      </p:sp>
      <p:sp>
        <p:nvSpPr>
          <p:cNvPr id="18" name="Ledning">
            <a:extLst xmlns:a="http://schemas.openxmlformats.org/drawingml/2006/main">
              <a:ext uri="{FF2B5EF4-FFF2-40B4-BE49-F238E27FC236}">
                <a16:creationId xmlns:a16="http://schemas.microsoft.com/office/drawing/2014/main" id="{A1D91246-D69A-4807-81F8-A2376943747A}"/>
              </a:ext>
            </a:extLst>
          </p:cNvPr>
          <p:cNvSpPr>
            <a:spLocks xmlns:a="http://schemas.openxmlformats.org/drawingml/2006/main" noGrp="1"/>
          </p:cNvSpPr>
          <p:nvPr/>
        </p:nvSpPr>
        <p:spPr>
          <a:xfrm xmlns:a="http://schemas.openxmlformats.org/drawingml/2006/main">
            <a:off x="3321844" y="3262312"/>
            <a:ext cx="715" cy="285750"/>
          </a:xfrm>
          <a:custGeom xmlns:a="http://schemas.openxmlformats.org/drawingml/2006/main">
            <a:pathLst>
              <a:path w="953" h="381000">
                <a:moveTo>
                  <a:pt x="0" y="0"/>
                </a:moveTo>
                <a:lnTo>
                  <a:pt x="0" y="381000"/>
                </a:lnTo>
              </a:path>
            </a:pathLst>
          </a:custGeom>
          <a:noFill xmlns:a="http://schemas.openxmlformats.org/drawingml/2006/main"/>
          <a:ln xmlns:a="http://schemas.openxmlformats.org/drawingml/2006/main" w="28575">
            <a:solidFill>
              <a:srgbClr val="111111"/>
            </a:solidFill>
          </a:ln>
        </p:spPr>
      </p:sp>
      <p:sp>
        <p:nvSpPr>
          <p:cNvPr id="19" name="">
            <a:extLst xmlns:a="http://schemas.openxmlformats.org/drawingml/2006/main">
              <a:ext uri="{FF2B5EF4-FFF2-40B4-BE49-F238E27FC236}">
                <a16:creationId xmlns:a16="http://schemas.microsoft.com/office/drawing/2014/main" id="{46E70FAB-8406-44D3-9F76-B51264344364}"/>
              </a:ext>
            </a:extLst>
          </p:cNvPr>
          <p:cNvSpPr>
            <a:spLocks xmlns:a="http://schemas.openxmlformats.org/drawingml/2006/main" noGrp="1"/>
          </p:cNvSpPr>
          <p:nvPr/>
        </p:nvSpPr>
        <p:spPr>
          <a:xfrm xmlns:a="http://schemas.openxmlformats.org/drawingml/2006/main">
            <a:off x="3178969" y="3762375"/>
            <a:ext cx="285750" cy="607219"/>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20" name="R₂">
            <a:extLst xmlns:a="http://schemas.openxmlformats.org/drawingml/2006/main">
              <a:ext uri="{FF2B5EF4-FFF2-40B4-BE49-F238E27FC236}">
                <a16:creationId xmlns:a16="http://schemas.microsoft.com/office/drawing/2014/main" id="{70F38292-047A-4ACB-B098-52DC89147F2D}"/>
              </a:ext>
            </a:extLst>
          </p:cNvPr>
          <p:cNvSpPr>
            <a:spLocks xmlns:a="http://schemas.openxmlformats.org/drawingml/2006/main" noGrp="1"/>
          </p:cNvSpPr>
          <p:nvPr/>
        </p:nvSpPr>
        <p:spPr>
          <a:xfrm xmlns:a="http://schemas.openxmlformats.org/drawingml/2006/main">
            <a:off x="3550444" y="3705225"/>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R₂</a:t>
            </a:r>
          </a:p>
        </p:txBody>
      </p:sp>
      <p:sp>
        <p:nvSpPr>
          <p:cNvPr id="21" name="1 MΩ">
            <a:extLst xmlns:a="http://schemas.openxmlformats.org/drawingml/2006/main">
              <a:ext uri="{FF2B5EF4-FFF2-40B4-BE49-F238E27FC236}">
                <a16:creationId xmlns:a16="http://schemas.microsoft.com/office/drawing/2014/main" id="{E58052DD-4C6B-4C0D-A42F-62B89091AD50}"/>
              </a:ext>
            </a:extLst>
          </p:cNvPr>
          <p:cNvSpPr>
            <a:spLocks xmlns:a="http://schemas.openxmlformats.org/drawingml/2006/main" noGrp="1"/>
          </p:cNvSpPr>
          <p:nvPr/>
        </p:nvSpPr>
        <p:spPr>
          <a:xfrm xmlns:a="http://schemas.openxmlformats.org/drawingml/2006/main">
            <a:off x="3550444" y="3983831"/>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MΩ</a:t>
            </a:r>
          </a:p>
        </p:txBody>
      </p:sp>
      <p:sp>
        <p:nvSpPr>
          <p:cNvPr id="22" name="Ledning">
            <a:extLst xmlns:a="http://schemas.openxmlformats.org/drawingml/2006/main">
              <a:ext uri="{FF2B5EF4-FFF2-40B4-BE49-F238E27FC236}">
                <a16:creationId xmlns:a16="http://schemas.microsoft.com/office/drawing/2014/main" id="{1F9C8637-36A4-45A2-8BD7-0AF5D4530CCC}"/>
              </a:ext>
            </a:extLst>
          </p:cNvPr>
          <p:cNvSpPr>
            <a:spLocks xmlns:a="http://schemas.openxmlformats.org/drawingml/2006/main" noGrp="1"/>
          </p:cNvSpPr>
          <p:nvPr/>
        </p:nvSpPr>
        <p:spPr>
          <a:xfrm xmlns:a="http://schemas.openxmlformats.org/drawingml/2006/main">
            <a:off x="3321844" y="3548062"/>
            <a:ext cx="715" cy="214312"/>
          </a:xfrm>
          <a:custGeom xmlns:a="http://schemas.openxmlformats.org/drawingml/2006/main">
            <a:pathLst>
              <a:path w="953" h="285750">
                <a:moveTo>
                  <a:pt x="0" y="0"/>
                </a:moveTo>
                <a:lnTo>
                  <a:pt x="0" y="285750"/>
                </a:lnTo>
              </a:path>
            </a:pathLst>
          </a:custGeom>
          <a:noFill xmlns:a="http://schemas.openxmlformats.org/drawingml/2006/main"/>
          <a:ln xmlns:a="http://schemas.openxmlformats.org/drawingml/2006/main" w="28575">
            <a:solidFill>
              <a:srgbClr val="111111"/>
            </a:solidFill>
          </a:ln>
        </p:spPr>
      </p:sp>
      <p:sp>
        <p:nvSpPr>
          <p:cNvPr id="23" name="">
            <a:extLst xmlns:a="http://schemas.openxmlformats.org/drawingml/2006/main">
              <a:ext uri="{FF2B5EF4-FFF2-40B4-BE49-F238E27FC236}">
                <a16:creationId xmlns:a16="http://schemas.microsoft.com/office/drawing/2014/main" id="{317E0339-2351-4B84-B12E-072047040A06}"/>
              </a:ext>
            </a:extLst>
          </p:cNvPr>
          <p:cNvSpPr>
            <a:spLocks xmlns:a="http://schemas.openxmlformats.org/drawingml/2006/main" noGrp="1"/>
          </p:cNvSpPr>
          <p:nvPr/>
        </p:nvSpPr>
        <p:spPr>
          <a:xfrm xmlns:a="http://schemas.openxmlformats.org/drawingml/2006/main">
            <a:off x="3286125" y="3512344"/>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4" name="">
            <a:extLst xmlns:a="http://schemas.openxmlformats.org/drawingml/2006/main">
              <a:ext uri="{FF2B5EF4-FFF2-40B4-BE49-F238E27FC236}">
                <a16:creationId xmlns:a16="http://schemas.microsoft.com/office/drawing/2014/main" id="{BBE3E595-8344-4111-AC2F-DCBDFCF9FA7F}"/>
              </a:ext>
            </a:extLst>
          </p:cNvPr>
          <p:cNvSpPr>
            <a:spLocks xmlns:a="http://schemas.openxmlformats.org/drawingml/2006/main" noGrp="1"/>
          </p:cNvSpPr>
          <p:nvPr/>
        </p:nvSpPr>
        <p:spPr>
          <a:xfrm xmlns:a="http://schemas.openxmlformats.org/drawingml/2006/main">
            <a:off x="3286125" y="4691062"/>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5" name="Ledning">
            <a:extLst xmlns:a="http://schemas.openxmlformats.org/drawingml/2006/main">
              <a:ext uri="{FF2B5EF4-FFF2-40B4-BE49-F238E27FC236}">
                <a16:creationId xmlns:a16="http://schemas.microsoft.com/office/drawing/2014/main" id="{821F3090-ED58-4DE9-A490-68BE026CF82A}"/>
              </a:ext>
            </a:extLst>
          </p:cNvPr>
          <p:cNvSpPr>
            <a:spLocks xmlns:a="http://schemas.openxmlformats.org/drawingml/2006/main" noGrp="1"/>
          </p:cNvSpPr>
          <p:nvPr/>
        </p:nvSpPr>
        <p:spPr>
          <a:xfrm xmlns:a="http://schemas.openxmlformats.org/drawingml/2006/main">
            <a:off x="3321844" y="3548062"/>
            <a:ext cx="1928812" cy="715"/>
          </a:xfrm>
          <a:custGeom xmlns:a="http://schemas.openxmlformats.org/drawingml/2006/main">
            <a:pathLst>
              <a:path w="2571750" h="953">
                <a:moveTo>
                  <a:pt x="0" y="0"/>
                </a:moveTo>
                <a:lnTo>
                  <a:pt x="2571750" y="0"/>
                </a:lnTo>
              </a:path>
            </a:pathLst>
          </a:custGeom>
          <a:noFill xmlns:a="http://schemas.openxmlformats.org/drawingml/2006/main"/>
          <a:ln xmlns:a="http://schemas.openxmlformats.org/drawingml/2006/main" w="28575">
            <a:solidFill>
              <a:srgbClr val="111111"/>
            </a:solidFill>
          </a:ln>
        </p:spPr>
      </p:sp>
      <p:sp>
        <p:nvSpPr>
          <p:cNvPr id="26" name="Ledning">
            <a:extLst xmlns:a="http://schemas.openxmlformats.org/drawingml/2006/main">
              <a:ext uri="{FF2B5EF4-FFF2-40B4-BE49-F238E27FC236}">
                <a16:creationId xmlns:a16="http://schemas.microsoft.com/office/drawing/2014/main" id="{AC1EE408-B3C4-41C4-B16C-994AD98457B9}"/>
              </a:ext>
            </a:extLst>
          </p:cNvPr>
          <p:cNvSpPr>
            <a:spLocks xmlns:a="http://schemas.openxmlformats.org/drawingml/2006/main" noGrp="1"/>
          </p:cNvSpPr>
          <p:nvPr/>
        </p:nvSpPr>
        <p:spPr>
          <a:xfrm xmlns:a="http://schemas.openxmlformats.org/drawingml/2006/main">
            <a:off x="5250656" y="3548062"/>
            <a:ext cx="715" cy="214312"/>
          </a:xfrm>
          <a:custGeom xmlns:a="http://schemas.openxmlformats.org/drawingml/2006/main">
            <a:pathLst>
              <a:path w="953" h="285750">
                <a:moveTo>
                  <a:pt x="0" y="0"/>
                </a:moveTo>
                <a:lnTo>
                  <a:pt x="0" y="285750"/>
                </a:lnTo>
              </a:path>
            </a:pathLst>
          </a:custGeom>
          <a:noFill xmlns:a="http://schemas.openxmlformats.org/drawingml/2006/main"/>
          <a:ln xmlns:a="http://schemas.openxmlformats.org/drawingml/2006/main" w="28575">
            <a:solidFill>
              <a:srgbClr val="111111"/>
            </a:solidFill>
          </a:ln>
        </p:spPr>
      </p:sp>
      <p:sp>
        <p:nvSpPr>
          <p:cNvPr id="27" name="">
            <a:extLst xmlns:a="http://schemas.openxmlformats.org/drawingml/2006/main">
              <a:ext uri="{FF2B5EF4-FFF2-40B4-BE49-F238E27FC236}">
                <a16:creationId xmlns:a16="http://schemas.microsoft.com/office/drawing/2014/main" id="{B0D22F1A-D47E-49E0-B331-F04484636DDB}"/>
              </a:ext>
            </a:extLst>
          </p:cNvPr>
          <p:cNvSpPr>
            <a:spLocks xmlns:a="http://schemas.openxmlformats.org/drawingml/2006/main" noGrp="1"/>
          </p:cNvSpPr>
          <p:nvPr/>
        </p:nvSpPr>
        <p:spPr>
          <a:xfrm xmlns:a="http://schemas.openxmlformats.org/drawingml/2006/main">
            <a:off x="5107781" y="3762375"/>
            <a:ext cx="285750" cy="607219"/>
          </a:xfrm>
          <a:prstGeom xmlns:a="http://schemas.openxmlformats.org/drawingml/2006/main" prst="rect">
            <a:avLst/>
          </a:prstGeom>
          <a:solidFill xmlns:a="http://schemas.openxmlformats.org/drawingml/2006/main">
            <a:srgbClr val="FFFFFF"/>
          </a:solidFill>
          <a:ln xmlns:a="http://schemas.openxmlformats.org/drawingml/2006/main" w="28575">
            <a:solidFill>
              <a:srgbClr val="064F91"/>
            </a:solidFill>
          </a:ln>
        </p:spPr>
      </p:sp>
      <p:sp>
        <p:nvSpPr>
          <p:cNvPr id="28" name="Rₘ">
            <a:extLst xmlns:a="http://schemas.openxmlformats.org/drawingml/2006/main">
              <a:ext uri="{FF2B5EF4-FFF2-40B4-BE49-F238E27FC236}">
                <a16:creationId xmlns:a16="http://schemas.microsoft.com/office/drawing/2014/main" id="{57AB15AC-262C-4AE3-BB69-0A0A8423D9C8}"/>
              </a:ext>
            </a:extLst>
          </p:cNvPr>
          <p:cNvSpPr>
            <a:spLocks xmlns:a="http://schemas.openxmlformats.org/drawingml/2006/main" noGrp="1"/>
          </p:cNvSpPr>
          <p:nvPr/>
        </p:nvSpPr>
        <p:spPr>
          <a:xfrm xmlns:a="http://schemas.openxmlformats.org/drawingml/2006/main">
            <a:off x="5479256" y="3705225"/>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Rₘ</a:t>
            </a:r>
          </a:p>
        </p:txBody>
      </p:sp>
      <p:sp>
        <p:nvSpPr>
          <p:cNvPr id="29" name="1 MΩ">
            <a:extLst xmlns:a="http://schemas.openxmlformats.org/drawingml/2006/main">
              <a:ext uri="{FF2B5EF4-FFF2-40B4-BE49-F238E27FC236}">
                <a16:creationId xmlns:a16="http://schemas.microsoft.com/office/drawing/2014/main" id="{19C36573-85D6-4D5F-B8D9-F09811096112}"/>
              </a:ext>
            </a:extLst>
          </p:cNvPr>
          <p:cNvSpPr>
            <a:spLocks xmlns:a="http://schemas.openxmlformats.org/drawingml/2006/main" noGrp="1"/>
          </p:cNvSpPr>
          <p:nvPr/>
        </p:nvSpPr>
        <p:spPr>
          <a:xfrm xmlns:a="http://schemas.openxmlformats.org/drawingml/2006/main">
            <a:off x="5479256" y="3983831"/>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064F91"/>
                </a:solidFill>
                <a:latin typeface="Calibri"/>
                <a:ea typeface="Calibri"/>
                <a:cs typeface="Calibri"/>
              </a:defRPr>
            </a:pPr>
            <a:r>
              <a:rPr sz="1406" b="0">
                <a:solidFill>
                  <a:srgbClr val="064F91"/>
                </a:solidFill>
                <a:latin typeface="Calibri"/>
                <a:ea typeface="Calibri"/>
                <a:cs typeface="Calibri"/>
              </a:rPr>
              <a:t>1 MΩ</a:t>
            </a:r>
          </a:p>
        </p:txBody>
      </p:sp>
      <p:sp>
        <p:nvSpPr>
          <p:cNvPr id="30" name="Ledning">
            <a:extLst xmlns:a="http://schemas.openxmlformats.org/drawingml/2006/main">
              <a:ext uri="{FF2B5EF4-FFF2-40B4-BE49-F238E27FC236}">
                <a16:creationId xmlns:a16="http://schemas.microsoft.com/office/drawing/2014/main" id="{21F0C9F4-CB80-4D02-BB05-0CA956E55AE3}"/>
              </a:ext>
            </a:extLst>
          </p:cNvPr>
          <p:cNvSpPr>
            <a:spLocks xmlns:a="http://schemas.openxmlformats.org/drawingml/2006/main" noGrp="1"/>
          </p:cNvSpPr>
          <p:nvPr/>
        </p:nvSpPr>
        <p:spPr>
          <a:xfrm xmlns:a="http://schemas.openxmlformats.org/drawingml/2006/main">
            <a:off x="5250656" y="4369594"/>
            <a:ext cx="715" cy="357188"/>
          </a:xfrm>
          <a:custGeom xmlns:a="http://schemas.openxmlformats.org/drawingml/2006/main">
            <a:pathLst>
              <a:path w="953" h="476250">
                <a:moveTo>
                  <a:pt x="0" y="0"/>
                </a:moveTo>
                <a:lnTo>
                  <a:pt x="0" y="476250"/>
                </a:lnTo>
              </a:path>
            </a:pathLst>
          </a:custGeom>
          <a:noFill xmlns:a="http://schemas.openxmlformats.org/drawingml/2006/main"/>
          <a:ln xmlns:a="http://schemas.openxmlformats.org/drawingml/2006/main" w="28575">
            <a:solidFill>
              <a:srgbClr val="064F91"/>
            </a:solidFill>
          </a:ln>
        </p:spPr>
      </p:sp>
      <p:sp>
        <p:nvSpPr>
          <p:cNvPr id="31" name="Ledning">
            <a:extLst xmlns:a="http://schemas.openxmlformats.org/drawingml/2006/main">
              <a:ext uri="{FF2B5EF4-FFF2-40B4-BE49-F238E27FC236}">
                <a16:creationId xmlns:a16="http://schemas.microsoft.com/office/drawing/2014/main" id="{9CD9E345-C81D-4B4A-9CD9-C5AEFF2E2DD5}"/>
              </a:ext>
            </a:extLst>
          </p:cNvPr>
          <p:cNvSpPr>
            <a:spLocks xmlns:a="http://schemas.openxmlformats.org/drawingml/2006/main" noGrp="1"/>
          </p:cNvSpPr>
          <p:nvPr/>
        </p:nvSpPr>
        <p:spPr>
          <a:xfrm xmlns:a="http://schemas.openxmlformats.org/drawingml/2006/main">
            <a:off x="3321844" y="4726781"/>
            <a:ext cx="1928812" cy="715"/>
          </a:xfrm>
          <a:custGeom xmlns:a="http://schemas.openxmlformats.org/drawingml/2006/main">
            <a:pathLst>
              <a:path w="2571750" h="953">
                <a:moveTo>
                  <a:pt x="2571750" y="0"/>
                </a:moveTo>
                <a:lnTo>
                  <a:pt x="0" y="0"/>
                </a:lnTo>
              </a:path>
            </a:pathLst>
          </a:custGeom>
          <a:noFill xmlns:a="http://schemas.openxmlformats.org/drawingml/2006/main"/>
          <a:ln xmlns:a="http://schemas.openxmlformats.org/drawingml/2006/main" w="28575">
            <a:solidFill>
              <a:srgbClr val="064F91"/>
            </a:solidFill>
          </a:ln>
        </p:spPr>
      </p:sp>
      <p:sp>
        <p:nvSpPr>
          <p:cNvPr id="32" name="Mätarens ingång">
            <a:extLst xmlns:a="http://schemas.openxmlformats.org/drawingml/2006/main">
              <a:ext uri="{FF2B5EF4-FFF2-40B4-BE49-F238E27FC236}">
                <a16:creationId xmlns:a16="http://schemas.microsoft.com/office/drawing/2014/main" id="{83FD2225-840C-436B-88EF-55F8EB1F7A5B}"/>
              </a:ext>
            </a:extLst>
          </p:cNvPr>
          <p:cNvSpPr>
            <a:spLocks xmlns:a="http://schemas.openxmlformats.org/drawingml/2006/main" noGrp="1"/>
          </p:cNvSpPr>
          <p:nvPr/>
        </p:nvSpPr>
        <p:spPr>
          <a:xfrm xmlns:a="http://schemas.openxmlformats.org/drawingml/2006/main">
            <a:off x="4843462" y="2947988"/>
            <a:ext cx="2214562"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064F91"/>
                </a:solidFill>
                <a:latin typeface="Calibri"/>
                <a:ea typeface="Calibri"/>
                <a:cs typeface="Calibri"/>
              </a:defRPr>
            </a:pPr>
            <a:r>
              <a:rPr sz="1350" b="1">
                <a:solidFill>
                  <a:srgbClr val="064F91"/>
                </a:solidFill>
                <a:latin typeface="Calibri"/>
                <a:ea typeface="Calibri"/>
                <a:cs typeface="Calibri"/>
              </a:rPr>
              <a:t>Mätarens ingång</a:t>
            </a:r>
          </a:p>
        </p:txBody>
      </p:sp>
      <p:sp>
        <p:nvSpPr>
          <p:cNvPr id="33" name="Beräkna spänningen. Jämför med 5,000 V utan mätare.">
            <a:extLst xmlns:a="http://schemas.openxmlformats.org/drawingml/2006/main">
              <a:ext uri="{FF2B5EF4-FFF2-40B4-BE49-F238E27FC236}">
                <a16:creationId xmlns:a16="http://schemas.microsoft.com/office/drawing/2014/main" id="{DA6FDDB0-E534-40CD-9DD8-EECFC691ADD4}"/>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Beräkna spänningen. Jämför med 5,000 V utan mätare.</a:t>
            </a:r>
          </a:p>
        </p:txBody>
      </p:sp>
      <p:sp>
        <p:nvSpPr>
          <p:cNvPr id="9001" name="Övning 10  Lägre ingångsresistans">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Övning 10  Lägre ingångsresistans</a:t>
            </a:r>
          </a:p>
        </p:txBody>
      </p:sp>
      <p:sp>
        <p:nvSpPr>
          <p:cNvPr id="9002" name="56">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60</a:t>
            </a:r>
          </a:p>
        </p:txBody>
      </p:sp>
    </p:spTree>
    <p:extLst>
      <p:ext uri="{BB962C8B-B14F-4D97-AF65-F5344CB8AC3E}">
        <p14:creationId xmlns:p14="http://schemas.microsoft.com/office/powerpoint/2010/main" val="166434239"/>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Rₚ = (1 MΩ · 1 MΩ) / (1 MΩ + 1 MΩ) = 0,5 MΩ">
            <a:extLst xmlns:a="http://schemas.openxmlformats.org/drawingml/2006/main">
              <a:ext uri="{FF2B5EF4-FFF2-40B4-BE49-F238E27FC236}">
                <a16:creationId xmlns:a16="http://schemas.microsoft.com/office/drawing/2014/main" id="{7308C60B-358B-4A9F-973C-FE5C9DD880CF}"/>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Rₚ = (1 MΩ · 1 MΩ) / (1 MΩ + 1 MΩ) = 0,5 MΩ</a:t>
            </a:r>
          </a:p>
        </p:txBody>
      </p:sp>
      <p:sp>
        <p:nvSpPr>
          <p:cNvPr id="5" name="Ledning">
            <a:extLst xmlns:a="http://schemas.openxmlformats.org/drawingml/2006/main">
              <a:ext uri="{FF2B5EF4-FFF2-40B4-BE49-F238E27FC236}">
                <a16:creationId xmlns:a16="http://schemas.microsoft.com/office/drawing/2014/main" id="{9E40E563-026C-49DE-A4E8-40FCFF6F40F0}"/>
              </a:ext>
            </a:extLst>
          </p:cNvPr>
          <p:cNvSpPr>
            <a:spLocks xmlns:a="http://schemas.openxmlformats.org/drawingml/2006/main" noGrp="1"/>
          </p:cNvSpPr>
          <p:nvPr/>
        </p:nvSpPr>
        <p:spPr>
          <a:xfrm xmlns:a="http://schemas.openxmlformats.org/drawingml/2006/main">
            <a:off x="1000125" y="2262188"/>
            <a:ext cx="715" cy="964406"/>
          </a:xfrm>
          <a:custGeom xmlns:a="http://schemas.openxmlformats.org/drawingml/2006/main">
            <a:pathLst>
              <a:path w="953" h="1285875">
                <a:moveTo>
                  <a:pt x="0" y="12858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F3DC5C3C-50C9-41D3-95BC-B21838B52378}"/>
              </a:ext>
            </a:extLst>
          </p:cNvPr>
          <p:cNvSpPr>
            <a:spLocks xmlns:a="http://schemas.openxmlformats.org/drawingml/2006/main" noGrp="1"/>
          </p:cNvSpPr>
          <p:nvPr/>
        </p:nvSpPr>
        <p:spPr>
          <a:xfrm xmlns:a="http://schemas.openxmlformats.org/drawingml/2006/main">
            <a:off x="1000125" y="2262188"/>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7" name="Ledning">
            <a:extLst xmlns:a="http://schemas.openxmlformats.org/drawingml/2006/main">
              <a:ext uri="{FF2B5EF4-FFF2-40B4-BE49-F238E27FC236}">
                <a16:creationId xmlns:a16="http://schemas.microsoft.com/office/drawing/2014/main" id="{D7C84F82-FC55-442E-BDC5-7F5064AC1599}"/>
              </a:ext>
            </a:extLst>
          </p:cNvPr>
          <p:cNvSpPr>
            <a:spLocks xmlns:a="http://schemas.openxmlformats.org/drawingml/2006/main" noGrp="1"/>
          </p:cNvSpPr>
          <p:nvPr/>
        </p:nvSpPr>
        <p:spPr>
          <a:xfrm xmlns:a="http://schemas.openxmlformats.org/drawingml/2006/main">
            <a:off x="3321844" y="2262188"/>
            <a:ext cx="715" cy="321469"/>
          </a:xfrm>
          <a:custGeom xmlns:a="http://schemas.openxmlformats.org/drawingml/2006/main">
            <a:pathLst>
              <a:path w="953" h="428625">
                <a:moveTo>
                  <a:pt x="0" y="0"/>
                </a:moveTo>
                <a:lnTo>
                  <a:pt x="0" y="428625"/>
                </a:lnTo>
              </a:path>
            </a:pathLst>
          </a:custGeom>
          <a:noFill xmlns:a="http://schemas.openxmlformats.org/drawingml/2006/main"/>
          <a:ln xmlns:a="http://schemas.openxmlformats.org/drawingml/2006/main" w="28575">
            <a:solidFill>
              <a:srgbClr val="111111"/>
            </a:solidFill>
          </a:ln>
        </p:spPr>
      </p:sp>
      <p:sp>
        <p:nvSpPr>
          <p:cNvPr id="8" name="">
            <a:extLst xmlns:a="http://schemas.openxmlformats.org/drawingml/2006/main">
              <a:ext uri="{FF2B5EF4-FFF2-40B4-BE49-F238E27FC236}">
                <a16:creationId xmlns:a16="http://schemas.microsoft.com/office/drawing/2014/main" id="{751FFE01-0F2B-45FD-9A3C-164CF63CC41E}"/>
              </a:ext>
            </a:extLst>
          </p:cNvPr>
          <p:cNvSpPr>
            <a:spLocks xmlns:a="http://schemas.openxmlformats.org/drawingml/2006/main" noGrp="1"/>
          </p:cNvSpPr>
          <p:nvPr/>
        </p:nvSpPr>
        <p:spPr>
          <a:xfrm xmlns:a="http://schemas.openxmlformats.org/drawingml/2006/main">
            <a:off x="750094" y="3226594"/>
            <a:ext cx="500062" cy="500062"/>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9" name="+">
            <a:extLst xmlns:a="http://schemas.openxmlformats.org/drawingml/2006/main">
              <a:ext uri="{FF2B5EF4-FFF2-40B4-BE49-F238E27FC236}">
                <a16:creationId xmlns:a16="http://schemas.microsoft.com/office/drawing/2014/main" id="{26D800D9-C1C1-4164-AC81-7024B500AE23}"/>
              </a:ext>
            </a:extLst>
          </p:cNvPr>
          <p:cNvSpPr>
            <a:spLocks xmlns:a="http://schemas.openxmlformats.org/drawingml/2006/main" noGrp="1"/>
          </p:cNvSpPr>
          <p:nvPr/>
        </p:nvSpPr>
        <p:spPr>
          <a:xfrm xmlns:a="http://schemas.openxmlformats.org/drawingml/2006/main">
            <a:off x="907256" y="3255169"/>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0" name="−">
            <a:extLst xmlns:a="http://schemas.openxmlformats.org/drawingml/2006/main">
              <a:ext uri="{FF2B5EF4-FFF2-40B4-BE49-F238E27FC236}">
                <a16:creationId xmlns:a16="http://schemas.microsoft.com/office/drawing/2014/main" id="{B691B9EB-69A2-40CC-B590-411E45417ACE}"/>
              </a:ext>
            </a:extLst>
          </p:cNvPr>
          <p:cNvSpPr>
            <a:spLocks xmlns:a="http://schemas.openxmlformats.org/drawingml/2006/main" noGrp="1"/>
          </p:cNvSpPr>
          <p:nvPr/>
        </p:nvSpPr>
        <p:spPr>
          <a:xfrm xmlns:a="http://schemas.openxmlformats.org/drawingml/2006/main">
            <a:off x="907256" y="3490912"/>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1" name="10 V">
            <a:extLst xmlns:a="http://schemas.openxmlformats.org/drawingml/2006/main">
              <a:ext uri="{FF2B5EF4-FFF2-40B4-BE49-F238E27FC236}">
                <a16:creationId xmlns:a16="http://schemas.microsoft.com/office/drawing/2014/main" id="{67AD92E4-FBBF-4F8C-984E-E582183473F6}"/>
              </a:ext>
            </a:extLst>
          </p:cNvPr>
          <p:cNvSpPr>
            <a:spLocks xmlns:a="http://schemas.openxmlformats.org/drawingml/2006/main" noGrp="1"/>
          </p:cNvSpPr>
          <p:nvPr/>
        </p:nvSpPr>
        <p:spPr>
          <a:xfrm xmlns:a="http://schemas.openxmlformats.org/drawingml/2006/main">
            <a:off x="1407319" y="3276600"/>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10 V</a:t>
            </a:r>
          </a:p>
        </p:txBody>
      </p:sp>
      <p:sp>
        <p:nvSpPr>
          <p:cNvPr id="12" name="Ledning">
            <a:extLst xmlns:a="http://schemas.openxmlformats.org/drawingml/2006/main">
              <a:ext uri="{FF2B5EF4-FFF2-40B4-BE49-F238E27FC236}">
                <a16:creationId xmlns:a16="http://schemas.microsoft.com/office/drawing/2014/main" id="{4B7056EE-BD37-4907-ABAC-0C71DEC6CA34}"/>
              </a:ext>
            </a:extLst>
          </p:cNvPr>
          <p:cNvSpPr>
            <a:spLocks xmlns:a="http://schemas.openxmlformats.org/drawingml/2006/main" noGrp="1"/>
          </p:cNvSpPr>
          <p:nvPr/>
        </p:nvSpPr>
        <p:spPr>
          <a:xfrm xmlns:a="http://schemas.openxmlformats.org/drawingml/2006/main">
            <a:off x="1000125" y="3726656"/>
            <a:ext cx="715" cy="1000125"/>
          </a:xfrm>
          <a:custGeom xmlns:a="http://schemas.openxmlformats.org/drawingml/2006/main">
            <a:pathLst>
              <a:path w="953" h="1333500">
                <a:moveTo>
                  <a:pt x="0" y="0"/>
                </a:moveTo>
                <a:lnTo>
                  <a:pt x="0" y="1333500"/>
                </a:lnTo>
              </a:path>
            </a:pathLst>
          </a:custGeom>
          <a:noFill xmlns:a="http://schemas.openxmlformats.org/drawingml/2006/main"/>
          <a:ln xmlns:a="http://schemas.openxmlformats.org/drawingml/2006/main" w="28575">
            <a:solidFill>
              <a:srgbClr val="111111"/>
            </a:solidFill>
          </a:ln>
        </p:spPr>
      </p:sp>
      <p:sp>
        <p:nvSpPr>
          <p:cNvPr id="13" name="Ledning">
            <a:extLst xmlns:a="http://schemas.openxmlformats.org/drawingml/2006/main">
              <a:ext uri="{FF2B5EF4-FFF2-40B4-BE49-F238E27FC236}">
                <a16:creationId xmlns:a16="http://schemas.microsoft.com/office/drawing/2014/main" id="{08C719FD-264F-4CBA-BEFB-E75E4347BDD9}"/>
              </a:ext>
            </a:extLst>
          </p:cNvPr>
          <p:cNvSpPr>
            <a:spLocks xmlns:a="http://schemas.openxmlformats.org/drawingml/2006/main" noGrp="1"/>
          </p:cNvSpPr>
          <p:nvPr/>
        </p:nvSpPr>
        <p:spPr>
          <a:xfrm xmlns:a="http://schemas.openxmlformats.org/drawingml/2006/main">
            <a:off x="1000125" y="4726781"/>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14" name="Ledning">
            <a:extLst xmlns:a="http://schemas.openxmlformats.org/drawingml/2006/main">
              <a:ext uri="{FF2B5EF4-FFF2-40B4-BE49-F238E27FC236}">
                <a16:creationId xmlns:a16="http://schemas.microsoft.com/office/drawing/2014/main" id="{5D57BCC5-EC1D-467B-98E5-85455F8A95A5}"/>
              </a:ext>
            </a:extLst>
          </p:cNvPr>
          <p:cNvSpPr>
            <a:spLocks xmlns:a="http://schemas.openxmlformats.org/drawingml/2006/main" noGrp="1"/>
          </p:cNvSpPr>
          <p:nvPr/>
        </p:nvSpPr>
        <p:spPr>
          <a:xfrm xmlns:a="http://schemas.openxmlformats.org/drawingml/2006/main">
            <a:off x="3321844" y="4369594"/>
            <a:ext cx="715" cy="357188"/>
          </a:xfrm>
          <a:custGeom xmlns:a="http://schemas.openxmlformats.org/drawingml/2006/main">
            <a:pathLst>
              <a:path w="953" h="476250">
                <a:moveTo>
                  <a:pt x="0" y="476250"/>
                </a:moveTo>
                <a:lnTo>
                  <a:pt x="0" y="0"/>
                </a:lnTo>
              </a:path>
            </a:pathLst>
          </a:custGeom>
          <a:noFill xmlns:a="http://schemas.openxmlformats.org/drawingml/2006/main"/>
          <a:ln xmlns:a="http://schemas.openxmlformats.org/drawingml/2006/main" w="28575">
            <a:solidFill>
              <a:srgbClr val="111111"/>
            </a:solidFill>
          </a:ln>
        </p:spPr>
      </p:sp>
      <p:sp>
        <p:nvSpPr>
          <p:cNvPr id="15" name="">
            <a:extLst xmlns:a="http://schemas.openxmlformats.org/drawingml/2006/main">
              <a:ext uri="{FF2B5EF4-FFF2-40B4-BE49-F238E27FC236}">
                <a16:creationId xmlns:a16="http://schemas.microsoft.com/office/drawing/2014/main" id="{38A575BB-81AF-462F-BBD1-5189021139E8}"/>
              </a:ext>
            </a:extLst>
          </p:cNvPr>
          <p:cNvSpPr>
            <a:spLocks xmlns:a="http://schemas.openxmlformats.org/drawingml/2006/main" noGrp="1"/>
          </p:cNvSpPr>
          <p:nvPr/>
        </p:nvSpPr>
        <p:spPr>
          <a:xfrm xmlns:a="http://schemas.openxmlformats.org/drawingml/2006/main">
            <a:off x="3178969" y="2583656"/>
            <a:ext cx="285750" cy="678656"/>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16" name="R₁">
            <a:extLst xmlns:a="http://schemas.openxmlformats.org/drawingml/2006/main">
              <a:ext uri="{FF2B5EF4-FFF2-40B4-BE49-F238E27FC236}">
                <a16:creationId xmlns:a16="http://schemas.microsoft.com/office/drawing/2014/main" id="{92A616B0-EEF0-4913-A2D4-8A60F2F8F0A3}"/>
              </a:ext>
            </a:extLst>
          </p:cNvPr>
          <p:cNvSpPr>
            <a:spLocks xmlns:a="http://schemas.openxmlformats.org/drawingml/2006/main" noGrp="1"/>
          </p:cNvSpPr>
          <p:nvPr/>
        </p:nvSpPr>
        <p:spPr>
          <a:xfrm xmlns:a="http://schemas.openxmlformats.org/drawingml/2006/main">
            <a:off x="3550444" y="2526506"/>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R₁</a:t>
            </a:r>
          </a:p>
        </p:txBody>
      </p:sp>
      <p:sp>
        <p:nvSpPr>
          <p:cNvPr id="17" name="1 MΩ">
            <a:extLst xmlns:a="http://schemas.openxmlformats.org/drawingml/2006/main">
              <a:ext uri="{FF2B5EF4-FFF2-40B4-BE49-F238E27FC236}">
                <a16:creationId xmlns:a16="http://schemas.microsoft.com/office/drawing/2014/main" id="{59B4170F-5183-4A55-9372-7EF92240BC3B}"/>
              </a:ext>
            </a:extLst>
          </p:cNvPr>
          <p:cNvSpPr>
            <a:spLocks xmlns:a="http://schemas.openxmlformats.org/drawingml/2006/main" noGrp="1"/>
          </p:cNvSpPr>
          <p:nvPr/>
        </p:nvSpPr>
        <p:spPr>
          <a:xfrm xmlns:a="http://schemas.openxmlformats.org/drawingml/2006/main">
            <a:off x="3550444" y="2805112"/>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MΩ</a:t>
            </a:r>
          </a:p>
        </p:txBody>
      </p:sp>
      <p:sp>
        <p:nvSpPr>
          <p:cNvPr id="18" name="Ledning">
            <a:extLst xmlns:a="http://schemas.openxmlformats.org/drawingml/2006/main">
              <a:ext uri="{FF2B5EF4-FFF2-40B4-BE49-F238E27FC236}">
                <a16:creationId xmlns:a16="http://schemas.microsoft.com/office/drawing/2014/main" id="{E2047151-13F1-46CE-9FF8-62B82DED3816}"/>
              </a:ext>
            </a:extLst>
          </p:cNvPr>
          <p:cNvSpPr>
            <a:spLocks xmlns:a="http://schemas.openxmlformats.org/drawingml/2006/main" noGrp="1"/>
          </p:cNvSpPr>
          <p:nvPr/>
        </p:nvSpPr>
        <p:spPr>
          <a:xfrm xmlns:a="http://schemas.openxmlformats.org/drawingml/2006/main">
            <a:off x="3321844" y="3262312"/>
            <a:ext cx="715" cy="285750"/>
          </a:xfrm>
          <a:custGeom xmlns:a="http://schemas.openxmlformats.org/drawingml/2006/main">
            <a:pathLst>
              <a:path w="953" h="381000">
                <a:moveTo>
                  <a:pt x="0" y="0"/>
                </a:moveTo>
                <a:lnTo>
                  <a:pt x="0" y="381000"/>
                </a:lnTo>
              </a:path>
            </a:pathLst>
          </a:custGeom>
          <a:noFill xmlns:a="http://schemas.openxmlformats.org/drawingml/2006/main"/>
          <a:ln xmlns:a="http://schemas.openxmlformats.org/drawingml/2006/main" w="28575">
            <a:solidFill>
              <a:srgbClr val="111111"/>
            </a:solidFill>
          </a:ln>
        </p:spPr>
      </p:sp>
      <p:sp>
        <p:nvSpPr>
          <p:cNvPr id="19" name="">
            <a:extLst xmlns:a="http://schemas.openxmlformats.org/drawingml/2006/main">
              <a:ext uri="{FF2B5EF4-FFF2-40B4-BE49-F238E27FC236}">
                <a16:creationId xmlns:a16="http://schemas.microsoft.com/office/drawing/2014/main" id="{3DD2B8B8-AC4B-4157-976C-B1BF549CADFA}"/>
              </a:ext>
            </a:extLst>
          </p:cNvPr>
          <p:cNvSpPr>
            <a:spLocks xmlns:a="http://schemas.openxmlformats.org/drawingml/2006/main" noGrp="1"/>
          </p:cNvSpPr>
          <p:nvPr/>
        </p:nvSpPr>
        <p:spPr>
          <a:xfrm xmlns:a="http://schemas.openxmlformats.org/drawingml/2006/main">
            <a:off x="3178969" y="3762375"/>
            <a:ext cx="285750" cy="607219"/>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20" name="Rₚ">
            <a:extLst xmlns:a="http://schemas.openxmlformats.org/drawingml/2006/main">
              <a:ext uri="{FF2B5EF4-FFF2-40B4-BE49-F238E27FC236}">
                <a16:creationId xmlns:a16="http://schemas.microsoft.com/office/drawing/2014/main" id="{BB364D84-8E8D-4CAA-8B06-01AD8EE26871}"/>
              </a:ext>
            </a:extLst>
          </p:cNvPr>
          <p:cNvSpPr>
            <a:spLocks xmlns:a="http://schemas.openxmlformats.org/drawingml/2006/main" noGrp="1"/>
          </p:cNvSpPr>
          <p:nvPr/>
        </p:nvSpPr>
        <p:spPr>
          <a:xfrm xmlns:a="http://schemas.openxmlformats.org/drawingml/2006/main">
            <a:off x="3550444" y="3705225"/>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Rₚ</a:t>
            </a:r>
          </a:p>
        </p:txBody>
      </p:sp>
      <p:sp>
        <p:nvSpPr>
          <p:cNvPr id="21" name="0,5 MΩ">
            <a:extLst xmlns:a="http://schemas.openxmlformats.org/drawingml/2006/main">
              <a:ext uri="{FF2B5EF4-FFF2-40B4-BE49-F238E27FC236}">
                <a16:creationId xmlns:a16="http://schemas.microsoft.com/office/drawing/2014/main" id="{F7889B60-F39F-42FE-9AFB-030B071BDE8D}"/>
              </a:ext>
            </a:extLst>
          </p:cNvPr>
          <p:cNvSpPr>
            <a:spLocks xmlns:a="http://schemas.openxmlformats.org/drawingml/2006/main" noGrp="1"/>
          </p:cNvSpPr>
          <p:nvPr/>
        </p:nvSpPr>
        <p:spPr>
          <a:xfrm xmlns:a="http://schemas.openxmlformats.org/drawingml/2006/main">
            <a:off x="3550444" y="3983831"/>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0,5 MΩ</a:t>
            </a:r>
          </a:p>
        </p:txBody>
      </p:sp>
      <p:sp>
        <p:nvSpPr>
          <p:cNvPr id="22" name="Ledning">
            <a:extLst xmlns:a="http://schemas.openxmlformats.org/drawingml/2006/main">
              <a:ext uri="{FF2B5EF4-FFF2-40B4-BE49-F238E27FC236}">
                <a16:creationId xmlns:a16="http://schemas.microsoft.com/office/drawing/2014/main" id="{69AFFF27-8EAD-4715-BB88-9DC44D6E0425}"/>
              </a:ext>
            </a:extLst>
          </p:cNvPr>
          <p:cNvSpPr>
            <a:spLocks xmlns:a="http://schemas.openxmlformats.org/drawingml/2006/main" noGrp="1"/>
          </p:cNvSpPr>
          <p:nvPr/>
        </p:nvSpPr>
        <p:spPr>
          <a:xfrm xmlns:a="http://schemas.openxmlformats.org/drawingml/2006/main">
            <a:off x="3321844" y="3548062"/>
            <a:ext cx="715" cy="214312"/>
          </a:xfrm>
          <a:custGeom xmlns:a="http://schemas.openxmlformats.org/drawingml/2006/main">
            <a:pathLst>
              <a:path w="953" h="285750">
                <a:moveTo>
                  <a:pt x="0" y="0"/>
                </a:moveTo>
                <a:lnTo>
                  <a:pt x="0" y="285750"/>
                </a:lnTo>
              </a:path>
            </a:pathLst>
          </a:custGeom>
          <a:noFill xmlns:a="http://schemas.openxmlformats.org/drawingml/2006/main"/>
          <a:ln xmlns:a="http://schemas.openxmlformats.org/drawingml/2006/main" w="28575">
            <a:solidFill>
              <a:srgbClr val="111111"/>
            </a:solidFill>
          </a:ln>
        </p:spPr>
      </p:sp>
      <p:sp>
        <p:nvSpPr>
          <p:cNvPr id="23" name="">
            <a:extLst xmlns:a="http://schemas.openxmlformats.org/drawingml/2006/main">
              <a:ext uri="{FF2B5EF4-FFF2-40B4-BE49-F238E27FC236}">
                <a16:creationId xmlns:a16="http://schemas.microsoft.com/office/drawing/2014/main" id="{C94FB0A3-63EB-41B8-B6F0-3A443E6D17F3}"/>
              </a:ext>
            </a:extLst>
          </p:cNvPr>
          <p:cNvSpPr>
            <a:spLocks xmlns:a="http://schemas.openxmlformats.org/drawingml/2006/main" noGrp="1"/>
          </p:cNvSpPr>
          <p:nvPr/>
        </p:nvSpPr>
        <p:spPr>
          <a:xfrm xmlns:a="http://schemas.openxmlformats.org/drawingml/2006/main">
            <a:off x="3286125" y="3512344"/>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4" name="">
            <a:extLst xmlns:a="http://schemas.openxmlformats.org/drawingml/2006/main">
              <a:ext uri="{FF2B5EF4-FFF2-40B4-BE49-F238E27FC236}">
                <a16:creationId xmlns:a16="http://schemas.microsoft.com/office/drawing/2014/main" id="{20D08DBF-FB42-4CF1-B3D8-E3231CDE4B80}"/>
              </a:ext>
            </a:extLst>
          </p:cNvPr>
          <p:cNvSpPr>
            <a:spLocks xmlns:a="http://schemas.openxmlformats.org/drawingml/2006/main" noGrp="1"/>
          </p:cNvSpPr>
          <p:nvPr/>
        </p:nvSpPr>
        <p:spPr>
          <a:xfrm xmlns:a="http://schemas.openxmlformats.org/drawingml/2006/main">
            <a:off x="3286125" y="4691062"/>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5" name="3,333 V">
            <a:extLst xmlns:a="http://schemas.openxmlformats.org/drawingml/2006/main">
              <a:ext uri="{FF2B5EF4-FFF2-40B4-BE49-F238E27FC236}">
                <a16:creationId xmlns:a16="http://schemas.microsoft.com/office/drawing/2014/main" id="{3A222377-04BC-42E7-921A-3AC72D7DF4CE}"/>
              </a:ext>
            </a:extLst>
          </p:cNvPr>
          <p:cNvSpPr>
            <a:spLocks xmlns:a="http://schemas.openxmlformats.org/drawingml/2006/main" noGrp="1"/>
          </p:cNvSpPr>
          <p:nvPr/>
        </p:nvSpPr>
        <p:spPr>
          <a:xfrm xmlns:a="http://schemas.openxmlformats.org/drawingml/2006/main">
            <a:off x="6179344" y="2655094"/>
            <a:ext cx="2536031"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19" b="1">
                <a:solidFill>
                  <a:srgbClr val="064F91"/>
                </a:solidFill>
                <a:latin typeface="Calibri"/>
                <a:ea typeface="Calibri"/>
                <a:cs typeface="Calibri"/>
              </a:defRPr>
            </a:pPr>
            <a:r>
              <a:rPr sz="3319" b="1">
                <a:solidFill>
                  <a:srgbClr val="064F91"/>
                </a:solidFill>
                <a:latin typeface="Calibri"/>
                <a:ea typeface="Calibri"/>
                <a:cs typeface="Calibri"/>
              </a:rPr>
              <a:t>3,333 V</a:t>
            </a:r>
          </a:p>
        </p:txBody>
      </p:sp>
      <p:sp>
        <p:nvSpPr>
          <p:cNvPr id="26" name="Avrundat till 0,01 V:&#10;3,33 V">
            <a:extLst xmlns:a="http://schemas.openxmlformats.org/drawingml/2006/main">
              <a:ext uri="{FF2B5EF4-FFF2-40B4-BE49-F238E27FC236}">
                <a16:creationId xmlns:a16="http://schemas.microsoft.com/office/drawing/2014/main" id="{AE81ED33-F88E-4568-BF5B-7780368E4C41}"/>
              </a:ext>
            </a:extLst>
          </p:cNvPr>
          <p:cNvSpPr>
            <a:spLocks xmlns:a="http://schemas.openxmlformats.org/drawingml/2006/main" noGrp="1"/>
          </p:cNvSpPr>
          <p:nvPr/>
        </p:nvSpPr>
        <p:spPr>
          <a:xfrm xmlns:a="http://schemas.openxmlformats.org/drawingml/2006/main">
            <a:off x="6215062" y="3640931"/>
            <a:ext cx="2464594" cy="607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88" b="1">
                <a:solidFill>
                  <a:srgbClr val="111111"/>
                </a:solidFill>
                <a:latin typeface="Calibri"/>
                <a:ea typeface="Calibri"/>
                <a:cs typeface="Calibri"/>
              </a:defRPr>
            </a:pPr>
            <a:r>
              <a:rPr sz="1688" b="1">
                <a:solidFill>
                  <a:srgbClr val="111111"/>
                </a:solidFill>
                <a:latin typeface="Calibri"/>
                <a:ea typeface="Calibri"/>
                <a:cs typeface="Calibri"/>
              </a:rPr>
              <a:t>Avrundat till 0,01 V:</a:t>
            </a:r>
          </a:p>
          <a:p xmlns:a="http://schemas.openxmlformats.org/drawingml/2006/main">
            <a:pPr algn="ctr">
              <a:defRPr sz="1688" b="1">
                <a:solidFill>
                  <a:srgbClr val="111111"/>
                </a:solidFill>
                <a:latin typeface="Calibri"/>
                <a:ea typeface="Calibri"/>
                <a:cs typeface="Calibri"/>
              </a:defRPr>
            </a:pPr>
            <a:r>
              <a:rPr sz="1688" b="1">
                <a:solidFill>
                  <a:srgbClr val="111111"/>
                </a:solidFill>
                <a:latin typeface="Calibri"/>
                <a:ea typeface="Calibri"/>
                <a:cs typeface="Calibri"/>
              </a:rPr>
              <a:t>3,33 V</a:t>
            </a:r>
          </a:p>
        </p:txBody>
      </p:sp>
      <p:sp>
        <p:nvSpPr>
          <p:cNvPr id="27" name="Uₘ = 10 V · 0,5 MΩ / (1 MΩ + 0,5 MΩ) ≈ 3,333 V">
            <a:extLst xmlns:a="http://schemas.openxmlformats.org/drawingml/2006/main">
              <a:ext uri="{FF2B5EF4-FFF2-40B4-BE49-F238E27FC236}">
                <a16:creationId xmlns:a16="http://schemas.microsoft.com/office/drawing/2014/main" id="{7DBC77DA-CA83-4781-8D5C-A62DC89BA871}"/>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Uₘ = 10 V · 0,5 MΩ / (1 MΩ + 0,5 MΩ) ≈ 3,333 V</a:t>
            </a:r>
          </a:p>
        </p:txBody>
      </p:sp>
      <p:sp>
        <p:nvSpPr>
          <p:cNvPr id="9001" name="Facit  Parallellvärde och ny spänning">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Facit  Parallellvärde och ny spänning</a:t>
            </a:r>
          </a:p>
        </p:txBody>
      </p:sp>
      <p:sp>
        <p:nvSpPr>
          <p:cNvPr id="9002" name="57">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61</a:t>
            </a:r>
          </a:p>
        </p:txBody>
      </p:sp>
    </p:spTree>
    <p:extLst>
      <p:ext uri="{BB962C8B-B14F-4D97-AF65-F5344CB8AC3E}">
        <p14:creationId xmlns:p14="http://schemas.microsoft.com/office/powerpoint/2010/main" val="127019740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3,333 V − 5,000 V) / 5,000 V · 100 %">
            <a:extLst xmlns:a="http://schemas.openxmlformats.org/drawingml/2006/main">
              <a:ext uri="{FF2B5EF4-FFF2-40B4-BE49-F238E27FC236}">
                <a16:creationId xmlns:a16="http://schemas.microsoft.com/office/drawing/2014/main" id="{3DED5675-565F-4391-B78B-0FD069EE4A29}"/>
              </a:ext>
            </a:extLst>
          </p:cNvPr>
          <p:cNvSpPr>
            <a:spLocks xmlns:a="http://schemas.openxmlformats.org/drawingml/2006/main" noGrp="1"/>
          </p:cNvSpPr>
          <p:nvPr/>
        </p:nvSpPr>
        <p:spPr>
          <a:xfrm xmlns:a="http://schemas.openxmlformats.org/drawingml/2006/main">
            <a:off x="464344" y="2347912"/>
            <a:ext cx="8215312" cy="8801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644" b="1">
                <a:solidFill>
                  <a:srgbClr val="111111"/>
                </a:solidFill>
                <a:latin typeface="Calibri"/>
                <a:ea typeface="Calibri"/>
                <a:cs typeface="Calibri"/>
              </a:defRPr>
            </a:pPr>
            <a:r>
              <a:rPr sz="2644" b="1">
                <a:solidFill>
                  <a:srgbClr val="111111"/>
                </a:solidFill>
                <a:latin typeface="Calibri"/>
                <a:ea typeface="Calibri"/>
                <a:cs typeface="Calibri"/>
              </a:rPr>
              <a:t>(3,333 V − 5,000 V) / 5,000 V · 100 %</a:t>
            </a:r>
          </a:p>
        </p:txBody>
      </p:sp>
      <p:sp>
        <p:nvSpPr>
          <p:cNvPr id="5" name="≈ −33,3 %">
            <a:extLst xmlns:a="http://schemas.openxmlformats.org/drawingml/2006/main">
              <a:ext uri="{FF2B5EF4-FFF2-40B4-BE49-F238E27FC236}">
                <a16:creationId xmlns:a16="http://schemas.microsoft.com/office/drawing/2014/main" id="{38EC4BA1-995B-4C61-A14C-D27E3E92EBD3}"/>
              </a:ext>
            </a:extLst>
          </p:cNvPr>
          <p:cNvSpPr>
            <a:spLocks xmlns:a="http://schemas.openxmlformats.org/drawingml/2006/main" noGrp="1"/>
          </p:cNvSpPr>
          <p:nvPr/>
        </p:nvSpPr>
        <p:spPr>
          <a:xfrm xmlns:a="http://schemas.openxmlformats.org/drawingml/2006/main">
            <a:off x="1785938" y="3562350"/>
            <a:ext cx="5572125" cy="1005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894" b="1">
                <a:solidFill>
                  <a:srgbClr val="064F91"/>
                </a:solidFill>
                <a:latin typeface="Calibri"/>
                <a:ea typeface="Calibri"/>
                <a:cs typeface="Calibri"/>
              </a:defRPr>
            </a:pPr>
            <a:r>
              <a:rPr sz="4894" b="1">
                <a:solidFill>
                  <a:srgbClr val="064F91"/>
                </a:solidFill>
                <a:latin typeface="Calibri"/>
                <a:ea typeface="Calibri"/>
                <a:cs typeface="Calibri"/>
              </a:rPr>
              <a:t>≈ −33,3 %</a:t>
            </a:r>
          </a:p>
        </p:txBody>
      </p:sp>
      <p:sp>
        <p:nvSpPr>
          <p:cNvPr id="6" name="Minustecknet betyder lägre spänning än utan ansluten mä">
            <a:extLst xmlns:a="http://schemas.openxmlformats.org/drawingml/2006/main">
              <a:ext uri="{FF2B5EF4-FFF2-40B4-BE49-F238E27FC236}">
                <a16:creationId xmlns:a16="http://schemas.microsoft.com/office/drawing/2014/main" id="{6FA9AD6D-CF48-40E4-B4ED-8A2316EA82C3}"/>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Minustecknet betyder lägre spänning än utan ansluten mätare.</a:t>
            </a:r>
          </a:p>
        </p:txBody>
      </p:sp>
      <p:sp>
        <p:nvSpPr>
          <p:cNvPr id="9001" name="Facit  Belastningsfelet i procent">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Facit  Belastningsfelet i procent</a:t>
            </a:r>
          </a:p>
        </p:txBody>
      </p:sp>
      <p:sp>
        <p:nvSpPr>
          <p:cNvPr id="9002" name="58">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62</a:t>
            </a:r>
          </a:p>
        </p:txBody>
      </p:sp>
    </p:spTree>
    <p:extLst>
      <p:ext uri="{BB962C8B-B14F-4D97-AF65-F5344CB8AC3E}">
        <p14:creationId xmlns:p14="http://schemas.microsoft.com/office/powerpoint/2010/main" val="825247462"/>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graphicFrame>
        <p:nvGraphicFramePr>
          <p:cNvPr id="9" name=""/>
          <p:cNvGraphicFramePr/>
          <p:nvPr/>
        </p:nvGraphicFramePr>
        <p:xfrm>
          <a:off xmlns:a="http://schemas.openxmlformats.org/drawingml/2006/main" x="400050" y="2212181"/>
          <a:ext xmlns:a="http://schemas.openxmlformats.org/drawingml/2006/main" cx="8343900" cy="2443162"/>
        </p:xfrm>
        <a:graphic xmlns:a="http://schemas.openxmlformats.org/drawingml/2006/main">
          <a:graphicData uri="http://schemas.openxmlformats.org/drawingml/2006/table">
            <a:tbl>
              <a:tblPr/>
              <a:tblGrid>
                <a:gridCol w="2928938"/>
                <a:gridCol w="2857500"/>
                <a:gridCol w="2557462"/>
              </a:tblGrid>
              <a:tr h="610791">
                <a:tc>
                  <a:txBody>
                    <a:bodyPr lIns="85725" tIns="71438" rIns="85725" bIns="71438"/>
                    <a:lstStyle/>
                    <a:p>
                      <a:r>
                        <a:rPr sz="1785" b="1">
                          <a:solidFill>
                            <a:srgbClr val="111111"/>
                          </a:solidFill>
                          <a:latin typeface="Calibri"/>
                          <a:ea typeface="Calibri"/>
                          <a:cs typeface="Calibri"/>
                        </a:rPr>
                        <a:t>Mätarens ingång</a:t>
                      </a:r>
                    </a:p>
                  </a:txBody>
                  <a:tcPr marL="68580" marR="68580" marT="34290" marB="34290" anchor="ctr">
                    <a:solidFill>
                      <a:srgbClr val="EAF1F7"/>
                    </a:solidFill>
                  </a:tcPr>
                </a:tc>
                <a:tc>
                  <a:txBody>
                    <a:bodyPr lIns="85725" tIns="71438" rIns="85725" bIns="71438"/>
                    <a:lstStyle/>
                    <a:p>
                      <a:r>
                        <a:rPr sz="1785" b="1">
                          <a:solidFill>
                            <a:srgbClr val="111111"/>
                          </a:solidFill>
                          <a:latin typeface="Calibri"/>
                          <a:ea typeface="Calibri"/>
                          <a:cs typeface="Calibri"/>
                        </a:rPr>
                        <a:t>Beräknad spänning</a:t>
                      </a:r>
                    </a:p>
                  </a:txBody>
                  <a:tcPr marL="68580" marR="68580" marT="34290" marB="34290" anchor="ctr">
                    <a:solidFill>
                      <a:srgbClr val="EAF1F7"/>
                    </a:solidFill>
                  </a:tcPr>
                </a:tc>
                <a:tc>
                  <a:txBody>
                    <a:bodyPr lIns="85725" tIns="71438" rIns="85725" bIns="71438"/>
                    <a:lstStyle/>
                    <a:p>
                      <a:r>
                        <a:rPr sz="1785" b="1">
                          <a:solidFill>
                            <a:srgbClr val="111111"/>
                          </a:solidFill>
                          <a:latin typeface="Calibri"/>
                          <a:ea typeface="Calibri"/>
                          <a:cs typeface="Calibri"/>
                        </a:rPr>
                        <a:t>Ändring från 5 V</a:t>
                      </a:r>
                    </a:p>
                  </a:txBody>
                  <a:tcPr marL="68580" marR="68580" marT="34290" marB="34290" anchor="ctr">
                    <a:solidFill>
                      <a:srgbClr val="EAF1F7"/>
                    </a:solidFill>
                  </a:tcPr>
                </a:tc>
              </a:tr>
              <a:tr h="610791">
                <a:tc>
                  <a:txBody>
                    <a:bodyPr lIns="85725" tIns="71438" rIns="85725" bIns="71438"/>
                    <a:lstStyle/>
                    <a:p>
                      <a:r>
                        <a:rPr sz="1785" b="0">
                          <a:solidFill>
                            <a:srgbClr val="111111"/>
                          </a:solidFill>
                          <a:latin typeface="Calibri"/>
                          <a:ea typeface="Calibri"/>
                          <a:cs typeface="Calibri"/>
                        </a:rPr>
                        <a:t>Ingen mätare</a:t>
                      </a:r>
                    </a:p>
                  </a:txBody>
                  <a:tcPr marL="68580" marR="68580" marT="34290" marB="34290" anchor="ctr">
                    <a:solidFill>
                      <a:srgbClr val="FFFFFF"/>
                    </a:solidFill>
                  </a:tcPr>
                </a:tc>
                <a:tc>
                  <a:txBody>
                    <a:bodyPr lIns="85725" tIns="71438" rIns="85725" bIns="71438"/>
                    <a:lstStyle/>
                    <a:p>
                      <a:r>
                        <a:rPr sz="1785" b="0">
                          <a:solidFill>
                            <a:srgbClr val="111111"/>
                          </a:solidFill>
                          <a:latin typeface="Calibri"/>
                          <a:ea typeface="Calibri"/>
                          <a:cs typeface="Calibri"/>
                        </a:rPr>
                        <a:t>5,000 V</a:t>
                      </a:r>
                    </a:p>
                  </a:txBody>
                  <a:tcPr marL="68580" marR="68580" marT="34290" marB="34290" anchor="ctr">
                    <a:solidFill>
                      <a:srgbClr val="FFFFFF"/>
                    </a:solidFill>
                  </a:tcPr>
                </a:tc>
                <a:tc>
                  <a:txBody>
                    <a:bodyPr lIns="85725" tIns="71438" rIns="85725" bIns="71438"/>
                    <a:lstStyle/>
                    <a:p>
                      <a:r>
                        <a:rPr sz="1785" b="0">
                          <a:solidFill>
                            <a:srgbClr val="111111"/>
                          </a:solidFill>
                          <a:latin typeface="Calibri"/>
                          <a:ea typeface="Calibri"/>
                          <a:cs typeface="Calibri"/>
                        </a:rPr>
                        <a:t>Referens</a:t>
                      </a:r>
                    </a:p>
                  </a:txBody>
                  <a:tcPr marL="68580" marR="68580" marT="34290" marB="34290" anchor="ctr">
                    <a:solidFill>
                      <a:srgbClr val="FFFFFF"/>
                    </a:solidFill>
                  </a:tcPr>
                </a:tc>
              </a:tr>
              <a:tr h="610791">
                <a:tc>
                  <a:txBody>
                    <a:bodyPr lIns="85725" tIns="71438" rIns="85725" bIns="71438"/>
                    <a:lstStyle/>
                    <a:p>
                      <a:r>
                        <a:rPr sz="1785" b="0">
                          <a:solidFill>
                            <a:srgbClr val="111111"/>
                          </a:solidFill>
                          <a:latin typeface="Calibri"/>
                          <a:ea typeface="Calibri"/>
                          <a:cs typeface="Calibri"/>
                        </a:rPr>
                        <a:t>10 MΩ</a:t>
                      </a:r>
                    </a:p>
                  </a:txBody>
                  <a:tcPr marL="68580" marR="68580" marT="34290" marB="34290" anchor="ctr">
                    <a:solidFill>
                      <a:srgbClr val="FFFFFF"/>
                    </a:solidFill>
                  </a:tcPr>
                </a:tc>
                <a:tc>
                  <a:txBody>
                    <a:bodyPr lIns="85725" tIns="71438" rIns="85725" bIns="71438"/>
                    <a:lstStyle/>
                    <a:p>
                      <a:r>
                        <a:rPr sz="1785" b="0">
                          <a:solidFill>
                            <a:srgbClr val="111111"/>
                          </a:solidFill>
                          <a:latin typeface="Calibri"/>
                          <a:ea typeface="Calibri"/>
                          <a:cs typeface="Calibri"/>
                        </a:rPr>
                        <a:t>cirka 4,762 V</a:t>
                      </a:r>
                    </a:p>
                  </a:txBody>
                  <a:tcPr marL="68580" marR="68580" marT="34290" marB="34290" anchor="ctr">
                    <a:solidFill>
                      <a:srgbClr val="FFFFFF"/>
                    </a:solidFill>
                  </a:tcPr>
                </a:tc>
                <a:tc>
                  <a:txBody>
                    <a:bodyPr lIns="85725" tIns="71438" rIns="85725" bIns="71438"/>
                    <a:lstStyle/>
                    <a:p>
                      <a:r>
                        <a:rPr sz="1785" b="0">
                          <a:solidFill>
                            <a:srgbClr val="111111"/>
                          </a:solidFill>
                          <a:latin typeface="Calibri"/>
                          <a:ea typeface="Calibri"/>
                          <a:cs typeface="Calibri"/>
                        </a:rPr>
                        <a:t>cirka −4,76 %</a:t>
                      </a:r>
                    </a:p>
                  </a:txBody>
                  <a:tcPr marL="68580" marR="68580" marT="34290" marB="34290" anchor="ctr">
                    <a:solidFill>
                      <a:srgbClr val="FFFFFF"/>
                    </a:solidFill>
                  </a:tcPr>
                </a:tc>
              </a:tr>
              <a:tr h="610791">
                <a:tc>
                  <a:txBody>
                    <a:bodyPr lIns="85725" tIns="71438" rIns="85725" bIns="71438"/>
                    <a:lstStyle/>
                    <a:p>
                      <a:r>
                        <a:rPr sz="1785" b="0">
                          <a:solidFill>
                            <a:srgbClr val="111111"/>
                          </a:solidFill>
                          <a:latin typeface="Calibri"/>
                          <a:ea typeface="Calibri"/>
                          <a:cs typeface="Calibri"/>
                        </a:rPr>
                        <a:t>1 MΩ</a:t>
                      </a:r>
                    </a:p>
                  </a:txBody>
                  <a:tcPr marL="68580" marR="68580" marT="34290" marB="34290" anchor="ctr">
                    <a:solidFill>
                      <a:srgbClr val="FFFFFF"/>
                    </a:solidFill>
                  </a:tcPr>
                </a:tc>
                <a:tc>
                  <a:txBody>
                    <a:bodyPr lIns="85725" tIns="71438" rIns="85725" bIns="71438"/>
                    <a:lstStyle/>
                    <a:p>
                      <a:r>
                        <a:rPr sz="1785" b="0">
                          <a:solidFill>
                            <a:srgbClr val="111111"/>
                          </a:solidFill>
                          <a:latin typeface="Calibri"/>
                          <a:ea typeface="Calibri"/>
                          <a:cs typeface="Calibri"/>
                        </a:rPr>
                        <a:t>cirka 3,333 V</a:t>
                      </a:r>
                    </a:p>
                  </a:txBody>
                  <a:tcPr marL="68580" marR="68580" marT="34290" marB="34290" anchor="ctr">
                    <a:solidFill>
                      <a:srgbClr val="FFFFFF"/>
                    </a:solidFill>
                  </a:tcPr>
                </a:tc>
                <a:tc>
                  <a:txBody>
                    <a:bodyPr lIns="85725" tIns="71438" rIns="85725" bIns="71438"/>
                    <a:lstStyle/>
                    <a:p>
                      <a:r>
                        <a:rPr sz="1785" b="0">
                          <a:solidFill>
                            <a:srgbClr val="111111"/>
                          </a:solidFill>
                          <a:latin typeface="Calibri"/>
                          <a:ea typeface="Calibri"/>
                          <a:cs typeface="Calibri"/>
                        </a:rPr>
                        <a:t>cirka −33,3 %</a:t>
                      </a:r>
                    </a:p>
                  </a:txBody>
                  <a:tcPr marL="68580" marR="68580" marT="34290" marB="34290" anchor="ctr">
                    <a:solidFill>
                      <a:srgbClr val="FFFFFF"/>
                    </a:solidFill>
                  </a:tcPr>
                </a:tc>
              </a:tr>
            </a:tbl>
          </a:graphicData>
        </a:graphic>
      </p:graphicFrame>
      <p:sp>
        <p:nvSpPr>
          <p:cNvPr id="5" name="Stora resistanser i givarkretsen gör mätarens belastnin">
            <a:extLst xmlns:a="http://schemas.openxmlformats.org/drawingml/2006/main">
              <a:ext uri="{FF2B5EF4-FFF2-40B4-BE49-F238E27FC236}">
                <a16:creationId xmlns:a16="http://schemas.microsoft.com/office/drawing/2014/main" id="{9605C729-8AD7-4C0B-83DA-FCA53340C70F}"/>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Stora resistanser i givarkretsen gör mätarens belastning märkbar.</a:t>
            </a:r>
          </a:p>
        </p:txBody>
      </p:sp>
      <p:sp>
        <p:nvSpPr>
          <p:cNvPr id="9001" name="Samma givarkrets med olika mätare">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Samma givarkrets med olika mätare</a:t>
            </a:r>
          </a:p>
        </p:txBody>
      </p:sp>
      <p:sp>
        <p:nvSpPr>
          <p:cNvPr id="9002" name="59">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63</a:t>
            </a:r>
          </a:p>
        </p:txBody>
      </p:sp>
    </p:spTree>
    <p:extLst>
      <p:ext uri="{BB962C8B-B14F-4D97-AF65-F5344CB8AC3E}">
        <p14:creationId xmlns:p14="http://schemas.microsoft.com/office/powerpoint/2010/main" val="2048433152"/>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Varför kopplas V parallellt och A i serie?">
            <a:extLst xmlns:a="http://schemas.openxmlformats.org/drawingml/2006/main">
              <a:ext uri="{FF2B5EF4-FFF2-40B4-BE49-F238E27FC236}">
                <a16:creationId xmlns:a16="http://schemas.microsoft.com/office/drawing/2014/main" id="{A7FF9803-6C5C-40F4-A33F-F8FD42F4E4A3}"/>
              </a:ext>
            </a:extLst>
          </p:cNvPr>
          <p:cNvSpPr>
            <a:spLocks xmlns:a="http://schemas.openxmlformats.org/drawingml/2006/main" noGrp="1"/>
          </p:cNvSpPr>
          <p:nvPr/>
        </p:nvSpPr>
        <p:spPr>
          <a:xfrm xmlns:a="http://schemas.openxmlformats.org/drawingml/2006/main">
            <a:off x="500062" y="2147888"/>
            <a:ext cx="8072438"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Varför kopplas V parallellt och A i serie?</a:t>
            </a:r>
          </a:p>
        </p:txBody>
      </p:sp>
      <p:sp>
        <p:nvSpPr>
          <p:cNvPr id="5" name="Vad skiljer upplösning, felgräns och belastningsfel?">
            <a:extLst xmlns:a="http://schemas.openxmlformats.org/drawingml/2006/main">
              <a:ext uri="{FF2B5EF4-FFF2-40B4-BE49-F238E27FC236}">
                <a16:creationId xmlns:a16="http://schemas.microsoft.com/office/drawing/2014/main" id="{6BF42916-FF72-4BEE-A86B-D8A904EF9B82}"/>
              </a:ext>
            </a:extLst>
          </p:cNvPr>
          <p:cNvSpPr>
            <a:spLocks xmlns:a="http://schemas.openxmlformats.org/drawingml/2006/main" noGrp="1"/>
          </p:cNvSpPr>
          <p:nvPr/>
        </p:nvSpPr>
        <p:spPr>
          <a:xfrm xmlns:a="http://schemas.openxmlformats.org/drawingml/2006/main">
            <a:off x="500062" y="2990850"/>
            <a:ext cx="8072438"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Vad skiljer upplösning, felgräns och belastningsfel?</a:t>
            </a:r>
          </a:p>
        </p:txBody>
      </p:sp>
      <p:sp>
        <p:nvSpPr>
          <p:cNvPr id="6" name="Vad behöver nästa vakt för att tolka din mätning?">
            <a:extLst xmlns:a="http://schemas.openxmlformats.org/drawingml/2006/main">
              <a:ext uri="{FF2B5EF4-FFF2-40B4-BE49-F238E27FC236}">
                <a16:creationId xmlns:a16="http://schemas.microsoft.com/office/drawing/2014/main" id="{53AF108B-1769-4AEF-B29C-5EAFFF2FA6AE}"/>
              </a:ext>
            </a:extLst>
          </p:cNvPr>
          <p:cNvSpPr>
            <a:spLocks xmlns:a="http://schemas.openxmlformats.org/drawingml/2006/main" noGrp="1"/>
          </p:cNvSpPr>
          <p:nvPr/>
        </p:nvSpPr>
        <p:spPr>
          <a:xfrm xmlns:a="http://schemas.openxmlformats.org/drawingml/2006/main">
            <a:off x="500062" y="3833812"/>
            <a:ext cx="8072438"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Vad behöver nästa vakt för att tolka din mätning?</a:t>
            </a:r>
          </a:p>
        </p:txBody>
      </p:sp>
      <p:sp>
        <p:nvSpPr>
          <p:cNvPr id="7" name="Förklara med egna ord och peka på ett schema.">
            <a:extLst xmlns:a="http://schemas.openxmlformats.org/drawingml/2006/main">
              <a:ext uri="{FF2B5EF4-FFF2-40B4-BE49-F238E27FC236}">
                <a16:creationId xmlns:a16="http://schemas.microsoft.com/office/drawing/2014/main" id="{7EA161B3-9ED3-4677-BB18-17E6C246BC25}"/>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Förklara med egna ord och peka på ett schema.</a:t>
            </a:r>
          </a:p>
        </p:txBody>
      </p:sp>
      <p:sp>
        <p:nvSpPr>
          <p:cNvPr id="9001" name="Vad har vi mätt och vad kan påverka">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Vad har vi mätt och vad kan påverka</a:t>
            </a:r>
          </a:p>
        </p:txBody>
      </p:sp>
      <p:sp>
        <p:nvSpPr>
          <p:cNvPr id="9002" name="60">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64</a:t>
            </a:r>
          </a:p>
        </p:txBody>
      </p:sp>
    </p:spTree>
    <p:extLst>
      <p:ext uri="{BB962C8B-B14F-4D97-AF65-F5344CB8AC3E}">
        <p14:creationId xmlns:p14="http://schemas.microsoft.com/office/powerpoint/2010/main" val="202902794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Rita och förklara en korrekt mätkoppling.">
            <a:extLst xmlns:a="http://schemas.openxmlformats.org/drawingml/2006/main">
              <a:ext uri="{FF2B5EF4-FFF2-40B4-BE49-F238E27FC236}">
                <a16:creationId xmlns:a16="http://schemas.microsoft.com/office/drawing/2014/main" id="{987E22C7-0EA2-4722-A7D8-615A50C319C6}"/>
              </a:ext>
            </a:extLst>
          </p:cNvPr>
          <p:cNvSpPr>
            <a:spLocks xmlns:a="http://schemas.openxmlformats.org/drawingml/2006/main" noGrp="1"/>
          </p:cNvSpPr>
          <p:nvPr/>
        </p:nvSpPr>
        <p:spPr>
          <a:xfrm xmlns:a="http://schemas.openxmlformats.org/drawingml/2006/main">
            <a:off x="500062" y="2119312"/>
            <a:ext cx="8072438" cy="83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Rita och förklara en korrekt mätkoppling.</a:t>
            </a:r>
          </a:p>
        </p:txBody>
      </p:sp>
      <p:sp>
        <p:nvSpPr>
          <p:cNvPr id="5" name="Bifoga ett kort mätprotokoll utifrån givna data.">
            <a:extLst xmlns:a="http://schemas.openxmlformats.org/drawingml/2006/main">
              <a:ext uri="{FF2B5EF4-FFF2-40B4-BE49-F238E27FC236}">
                <a16:creationId xmlns:a16="http://schemas.microsoft.com/office/drawing/2014/main" id="{480ACDDB-715F-4FA3-B0A1-CB41E667D18A}"/>
              </a:ext>
            </a:extLst>
          </p:cNvPr>
          <p:cNvSpPr>
            <a:spLocks xmlns:a="http://schemas.openxmlformats.org/drawingml/2006/main" noGrp="1"/>
          </p:cNvSpPr>
          <p:nvPr/>
        </p:nvSpPr>
        <p:spPr>
          <a:xfrm xmlns:a="http://schemas.openxmlformats.org/drawingml/2006/main">
            <a:off x="500062" y="2976562"/>
            <a:ext cx="8072438" cy="83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Bifoga ett kort mätprotokoll utifrån givna data.</a:t>
            </a:r>
          </a:p>
        </p:txBody>
      </p:sp>
      <p:sp>
        <p:nvSpPr>
          <p:cNvPr id="6" name="Redovisa mätpunkter, inställning, resultat och slutsats">
            <a:extLst xmlns:a="http://schemas.openxmlformats.org/drawingml/2006/main">
              <a:ext uri="{FF2B5EF4-FFF2-40B4-BE49-F238E27FC236}">
                <a16:creationId xmlns:a16="http://schemas.microsoft.com/office/drawing/2014/main" id="{B1251C5D-6B61-4675-8427-7EC04CDE68F5}"/>
              </a:ext>
            </a:extLst>
          </p:cNvPr>
          <p:cNvSpPr>
            <a:spLocks xmlns:a="http://schemas.openxmlformats.org/drawingml/2006/main" noGrp="1"/>
          </p:cNvSpPr>
          <p:nvPr/>
        </p:nvSpPr>
        <p:spPr>
          <a:xfrm xmlns:a="http://schemas.openxmlformats.org/drawingml/2006/main">
            <a:off x="500062" y="3833812"/>
            <a:ext cx="8072438" cy="83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Redovisa mätpunkter, inställning, resultat och slutsats.</a:t>
            </a:r>
          </a:p>
        </p:txBody>
      </p:sp>
      <p:sp>
        <p:nvSpPr>
          <p:cNvPr id="7" name="Följ kursens aktuella inlämningsanvisning.">
            <a:extLst xmlns:a="http://schemas.openxmlformats.org/drawingml/2006/main">
              <a:ext uri="{FF2B5EF4-FFF2-40B4-BE49-F238E27FC236}">
                <a16:creationId xmlns:a16="http://schemas.microsoft.com/office/drawing/2014/main" id="{C6190031-6E4F-41F6-B54A-2210F5ACB03A}"/>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Följ kursens aktuella inlämningsanvisning.</a:t>
            </a:r>
          </a:p>
        </p:txBody>
      </p:sp>
      <p:sp>
        <p:nvSpPr>
          <p:cNvPr id="9001" name="Avslut och eget arbete">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Avslut och eget arbete</a:t>
            </a:r>
          </a:p>
        </p:txBody>
      </p:sp>
      <p:sp>
        <p:nvSpPr>
          <p:cNvPr id="9002" name="61">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65</a:t>
            </a:r>
          </a:p>
        </p:txBody>
      </p:sp>
    </p:spTree>
    <p:extLst>
      <p:ext uri="{BB962C8B-B14F-4D97-AF65-F5344CB8AC3E}">
        <p14:creationId xmlns:p14="http://schemas.microsoft.com/office/powerpoint/2010/main" val="685791827"/>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Exempel: 12 V, last 120 Ω och mätarens resistans 1 Ω">
            <a:extLst xmlns:a="http://schemas.openxmlformats.org/drawingml/2006/main">
              <a:ext uri="{FF2B5EF4-FFF2-40B4-BE49-F238E27FC236}">
                <a16:creationId xmlns:a16="http://schemas.microsoft.com/office/drawing/2014/main" id="{0D2C82F4-57FB-429D-8BA5-55DA59427971}"/>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Exempel: 12 V, last 120 Ω och mätarens resistans 1 Ω</a:t>
            </a:r>
          </a:p>
        </p:txBody>
      </p:sp>
      <p:sp>
        <p:nvSpPr>
          <p:cNvPr id="5" name="Utan mätare: 12 V / 120 Ω = 0,100 A">
            <a:extLst xmlns:a="http://schemas.openxmlformats.org/drawingml/2006/main">
              <a:ext uri="{FF2B5EF4-FFF2-40B4-BE49-F238E27FC236}">
                <a16:creationId xmlns:a16="http://schemas.microsoft.com/office/drawing/2014/main" id="{59B60E55-449A-46D3-B476-9B9E1365D712}"/>
              </a:ext>
            </a:extLst>
          </p:cNvPr>
          <p:cNvSpPr>
            <a:spLocks xmlns:a="http://schemas.openxmlformats.org/drawingml/2006/main" noGrp="1"/>
          </p:cNvSpPr>
          <p:nvPr/>
        </p:nvSpPr>
        <p:spPr>
          <a:xfrm xmlns:a="http://schemas.openxmlformats.org/drawingml/2006/main">
            <a:off x="500062" y="2190750"/>
            <a:ext cx="8072438" cy="7779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Utan mätare: 12 V / 120 Ω = 0,100 A</a:t>
            </a:r>
          </a:p>
        </p:txBody>
      </p:sp>
      <p:sp>
        <p:nvSpPr>
          <p:cNvPr id="6" name="Med mätare: 12 V / (120 Ω + 1 Ω) ≈ 0,0992 A">
            <a:extLst xmlns:a="http://schemas.openxmlformats.org/drawingml/2006/main">
              <a:ext uri="{FF2B5EF4-FFF2-40B4-BE49-F238E27FC236}">
                <a16:creationId xmlns:a16="http://schemas.microsoft.com/office/drawing/2014/main" id="{911C8ACC-AA43-4F1F-878C-930693EED0BB}"/>
              </a:ext>
            </a:extLst>
          </p:cNvPr>
          <p:cNvSpPr>
            <a:spLocks xmlns:a="http://schemas.openxmlformats.org/drawingml/2006/main" noGrp="1"/>
          </p:cNvSpPr>
          <p:nvPr/>
        </p:nvSpPr>
        <p:spPr>
          <a:xfrm xmlns:a="http://schemas.openxmlformats.org/drawingml/2006/main">
            <a:off x="500062" y="2997994"/>
            <a:ext cx="8072438" cy="7779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Med mätare: 12 V / (120 Ω + 1 Ω) ≈ 0,0992 A</a:t>
            </a:r>
          </a:p>
        </p:txBody>
      </p:sp>
      <p:sp>
        <p:nvSpPr>
          <p:cNvPr id="7" name="Även strömmätaren kan ändra den ström som mäts.">
            <a:extLst xmlns:a="http://schemas.openxmlformats.org/drawingml/2006/main">
              <a:ext uri="{FF2B5EF4-FFF2-40B4-BE49-F238E27FC236}">
                <a16:creationId xmlns:a16="http://schemas.microsoft.com/office/drawing/2014/main" id="{5AD91A72-F72D-42CF-890B-B106750A26A2}"/>
              </a:ext>
            </a:extLst>
          </p:cNvPr>
          <p:cNvSpPr>
            <a:spLocks xmlns:a="http://schemas.openxmlformats.org/drawingml/2006/main" noGrp="1"/>
          </p:cNvSpPr>
          <p:nvPr/>
        </p:nvSpPr>
        <p:spPr>
          <a:xfrm xmlns:a="http://schemas.openxmlformats.org/drawingml/2006/main">
            <a:off x="500062" y="3805238"/>
            <a:ext cx="8072438" cy="7779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4" b="0">
                <a:solidFill>
                  <a:srgbClr val="111111"/>
                </a:solidFill>
                <a:latin typeface="Calibri"/>
                <a:ea typeface="Calibri"/>
                <a:cs typeface="Calibri"/>
              </a:defRPr>
            </a:pPr>
            <a:r>
              <a:rPr sz="2104" b="0">
                <a:solidFill>
                  <a:srgbClr val="111111"/>
                </a:solidFill>
                <a:latin typeface="Calibri"/>
                <a:ea typeface="Calibri"/>
                <a:cs typeface="Calibri"/>
              </a:rPr>
              <a:t>Även strömmätaren kan ändra den ström som mäts.</a:t>
            </a:r>
          </a:p>
        </p:txBody>
      </p:sp>
      <p:sp>
        <p:nvSpPr>
          <p:cNvPr id="8" name="Sök upp instrumentets uppgift om spänningsfall i ströml">
            <a:extLst xmlns:a="http://schemas.openxmlformats.org/drawingml/2006/main">
              <a:ext uri="{FF2B5EF4-FFF2-40B4-BE49-F238E27FC236}">
                <a16:creationId xmlns:a16="http://schemas.microsoft.com/office/drawing/2014/main" id="{4825001F-992E-400D-93C1-3315314F58E4}"/>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Sök upp instrumentets uppgift om spänningsfall i strömläget.</a:t>
            </a:r>
          </a:p>
        </p:txBody>
      </p:sp>
      <p:sp>
        <p:nvSpPr>
          <p:cNvPr id="9001" name="Referens  Strömmätaren påverkar också">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Referens  Strömmätaren påverkar också</a:t>
            </a:r>
          </a:p>
        </p:txBody>
      </p:sp>
      <p:sp>
        <p:nvSpPr>
          <p:cNvPr id="9002" name="62">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66</a:t>
            </a:r>
          </a:p>
        </p:txBody>
      </p:sp>
    </p:spTree>
    <p:extLst>
      <p:ext uri="{BB962C8B-B14F-4D97-AF65-F5344CB8AC3E}">
        <p14:creationId xmlns:p14="http://schemas.microsoft.com/office/powerpoint/2010/main" val="202460756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8,00 V. Specifikation ±(1 % av visningen + 3 siffror). ">
            <a:extLst xmlns:a="http://schemas.openxmlformats.org/drawingml/2006/main">
              <a:ext uri="{FF2B5EF4-FFF2-40B4-BE49-F238E27FC236}">
                <a16:creationId xmlns:a16="http://schemas.microsoft.com/office/drawing/2014/main" id="{6BF01221-9AB0-4BCB-83F5-2A519D9BBE17}"/>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8,00 V. Specifikation ±(1 % av visningen + 3 siffror). Steg 0,01 V.</a:t>
            </a:r>
          </a:p>
        </p:txBody>
      </p:sp>
      <p:sp>
        <p:nvSpPr>
          <p:cNvPr id="5" name="0,01 · 8,00 V = 0,08 V">
            <a:extLst xmlns:a="http://schemas.openxmlformats.org/drawingml/2006/main">
              <a:ext uri="{FF2B5EF4-FFF2-40B4-BE49-F238E27FC236}">
                <a16:creationId xmlns:a16="http://schemas.microsoft.com/office/drawing/2014/main" id="{F8E4F8D3-83E5-4247-A810-53371FF2A4CA}"/>
              </a:ext>
            </a:extLst>
          </p:cNvPr>
          <p:cNvSpPr>
            <a:spLocks xmlns:a="http://schemas.openxmlformats.org/drawingml/2006/main" noGrp="1"/>
          </p:cNvSpPr>
          <p:nvPr/>
        </p:nvSpPr>
        <p:spPr>
          <a:xfrm xmlns:a="http://schemas.openxmlformats.org/drawingml/2006/main">
            <a:off x="571500" y="2190750"/>
            <a:ext cx="8072438" cy="7700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31" b="0">
                <a:solidFill>
                  <a:srgbClr val="111111"/>
                </a:solidFill>
                <a:latin typeface="Calibri"/>
                <a:ea typeface="Calibri"/>
                <a:cs typeface="Calibri"/>
              </a:defRPr>
            </a:pPr>
            <a:r>
              <a:rPr sz="2231" b="0">
                <a:solidFill>
                  <a:srgbClr val="111111"/>
                </a:solidFill>
                <a:latin typeface="Calibri"/>
                <a:ea typeface="Calibri"/>
                <a:cs typeface="Calibri"/>
              </a:rPr>
              <a:t>0,01 · 8,00 V = 0,08 V</a:t>
            </a:r>
          </a:p>
        </p:txBody>
      </p:sp>
      <p:sp>
        <p:nvSpPr>
          <p:cNvPr id="6" name="3 · 0,01 V = 0,03 V">
            <a:extLst xmlns:a="http://schemas.openxmlformats.org/drawingml/2006/main">
              <a:ext uri="{FF2B5EF4-FFF2-40B4-BE49-F238E27FC236}">
                <a16:creationId xmlns:a16="http://schemas.microsoft.com/office/drawing/2014/main" id="{D3FCD01B-D9BD-4E67-875B-46F4FC5BD5A2}"/>
              </a:ext>
            </a:extLst>
          </p:cNvPr>
          <p:cNvSpPr>
            <a:spLocks xmlns:a="http://schemas.openxmlformats.org/drawingml/2006/main" noGrp="1"/>
          </p:cNvSpPr>
          <p:nvPr/>
        </p:nvSpPr>
        <p:spPr>
          <a:xfrm xmlns:a="http://schemas.openxmlformats.org/drawingml/2006/main">
            <a:off x="571500" y="2990850"/>
            <a:ext cx="8072438" cy="7700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31" b="0">
                <a:solidFill>
                  <a:srgbClr val="111111"/>
                </a:solidFill>
                <a:latin typeface="Calibri"/>
                <a:ea typeface="Calibri"/>
                <a:cs typeface="Calibri"/>
              </a:defRPr>
            </a:pPr>
            <a:r>
              <a:rPr sz="2231" b="0">
                <a:solidFill>
                  <a:srgbClr val="111111"/>
                </a:solidFill>
                <a:latin typeface="Calibri"/>
                <a:ea typeface="Calibri"/>
                <a:cs typeface="Calibri"/>
              </a:rPr>
              <a:t>3 · 0,01 V = 0,03 V</a:t>
            </a:r>
          </a:p>
        </p:txBody>
      </p:sp>
      <p:sp>
        <p:nvSpPr>
          <p:cNvPr id="7" name="Felgräns ±0,11 V. Intervall 7,89–8,11 V.">
            <a:extLst xmlns:a="http://schemas.openxmlformats.org/drawingml/2006/main">
              <a:ext uri="{FF2B5EF4-FFF2-40B4-BE49-F238E27FC236}">
                <a16:creationId xmlns:a16="http://schemas.microsoft.com/office/drawing/2014/main" id="{6D7BD865-8BA3-40A5-8D6B-01A7633A2A4F}"/>
              </a:ext>
            </a:extLst>
          </p:cNvPr>
          <p:cNvSpPr>
            <a:spLocks xmlns:a="http://schemas.openxmlformats.org/drawingml/2006/main" noGrp="1"/>
          </p:cNvSpPr>
          <p:nvPr/>
        </p:nvSpPr>
        <p:spPr>
          <a:xfrm xmlns:a="http://schemas.openxmlformats.org/drawingml/2006/main">
            <a:off x="571500" y="3790950"/>
            <a:ext cx="8072438" cy="7700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31" b="0">
                <a:solidFill>
                  <a:srgbClr val="111111"/>
                </a:solidFill>
                <a:latin typeface="Calibri"/>
                <a:ea typeface="Calibri"/>
                <a:cs typeface="Calibri"/>
              </a:defRPr>
            </a:pPr>
            <a:r>
              <a:rPr sz="2231" b="0">
                <a:solidFill>
                  <a:srgbClr val="111111"/>
                </a:solidFill>
                <a:latin typeface="Calibri"/>
                <a:ea typeface="Calibri"/>
                <a:cs typeface="Calibri"/>
              </a:rPr>
              <a:t>Felgräns ±0,11 V. Intervall 7,89–8,11 V.</a:t>
            </a:r>
          </a:p>
        </p:txBody>
      </p:sp>
      <p:sp>
        <p:nvSpPr>
          <p:cNvPr id="8" name="Allmänt: felgräns = procentdel + antal steg · stegets s">
            <a:extLst xmlns:a="http://schemas.openxmlformats.org/drawingml/2006/main">
              <a:ext uri="{FF2B5EF4-FFF2-40B4-BE49-F238E27FC236}">
                <a16:creationId xmlns:a16="http://schemas.microsoft.com/office/drawing/2014/main" id="{775E95AD-FCC0-489C-AB59-9C9C733B4062}"/>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Allmänt: felgräns = procentdel + antal steg · stegets storlek.</a:t>
            </a:r>
          </a:p>
        </p:txBody>
      </p:sp>
      <p:sp>
        <p:nvSpPr>
          <p:cNvPr id="9001" name="Referens  Ytterligare exempel på felgräns">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1">
                <a:solidFill>
                  <a:srgbClr val="111111"/>
                </a:solidFill>
                <a:latin typeface="Calibri"/>
                <a:ea typeface="Calibri"/>
                <a:cs typeface="Calibri"/>
              </a:defRPr>
            </a:pPr>
            <a:r>
              <a:rPr sz="2850" b="1">
                <a:solidFill>
                  <a:srgbClr val="111111"/>
                </a:solidFill>
                <a:latin typeface="Calibri"/>
                <a:ea typeface="Calibri"/>
                <a:cs typeface="Calibri"/>
              </a:rPr>
              <a:t>Referens  Ytterligare exempel på felgräns</a:t>
            </a:r>
          </a:p>
        </p:txBody>
      </p:sp>
      <p:sp>
        <p:nvSpPr>
          <p:cNvPr id="9002" name="63">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67</a:t>
            </a:r>
          </a:p>
        </p:txBody>
      </p:sp>
    </p:spTree>
    <p:extLst>
      <p:ext uri="{BB962C8B-B14F-4D97-AF65-F5344CB8AC3E}">
        <p14:creationId xmlns:p14="http://schemas.microsoft.com/office/powerpoint/2010/main" val="409586064"/>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R₁ = R₂ = Rₘ = 2 MΩ. Utan mätare: 4,5 V.">
            <a:extLst xmlns:a="http://schemas.openxmlformats.org/drawingml/2006/main">
              <a:ext uri="{FF2B5EF4-FFF2-40B4-BE49-F238E27FC236}">
                <a16:creationId xmlns:a16="http://schemas.microsoft.com/office/drawing/2014/main" id="{2797E2A0-6F90-4330-BC87-39BD41DA00E6}"/>
              </a:ext>
            </a:extLst>
          </p:cNvPr>
          <p:cNvSpPr>
            <a:spLocks xmlns:a="http://schemas.openxmlformats.org/drawingml/2006/main" noGrp="1"/>
          </p:cNvSpPr>
          <p:nvPr/>
        </p:nvSpPr>
        <p:spPr>
          <a:xfrm xmlns:a="http://schemas.openxmlformats.org/drawingml/2006/main">
            <a:off x="400050" y="1576388"/>
            <a:ext cx="8286750" cy="3300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064F91"/>
                </a:solidFill>
                <a:latin typeface="Calibri"/>
                <a:ea typeface="Calibri"/>
                <a:cs typeface="Calibri"/>
              </a:defRPr>
            </a:pPr>
            <a:r>
              <a:rPr sz="1406" b="1">
                <a:solidFill>
                  <a:srgbClr val="064F91"/>
                </a:solidFill>
                <a:latin typeface="Calibri"/>
                <a:ea typeface="Calibri"/>
                <a:cs typeface="Calibri"/>
              </a:rPr>
              <a:t>R₁ = R₂ = Rₘ = 2 MΩ. Utan mätare: 4,5 V.</a:t>
            </a:r>
          </a:p>
        </p:txBody>
      </p:sp>
      <p:sp>
        <p:nvSpPr>
          <p:cNvPr id="5" name="Ledning">
            <a:extLst xmlns:a="http://schemas.openxmlformats.org/drawingml/2006/main">
              <a:ext uri="{FF2B5EF4-FFF2-40B4-BE49-F238E27FC236}">
                <a16:creationId xmlns:a16="http://schemas.microsoft.com/office/drawing/2014/main" id="{2E890E2D-C6FE-4BC1-843B-54CF94323795}"/>
              </a:ext>
            </a:extLst>
          </p:cNvPr>
          <p:cNvSpPr>
            <a:spLocks xmlns:a="http://schemas.openxmlformats.org/drawingml/2006/main" noGrp="1"/>
          </p:cNvSpPr>
          <p:nvPr/>
        </p:nvSpPr>
        <p:spPr>
          <a:xfrm xmlns:a="http://schemas.openxmlformats.org/drawingml/2006/main">
            <a:off x="1000125" y="2262188"/>
            <a:ext cx="715" cy="964406"/>
          </a:xfrm>
          <a:custGeom xmlns:a="http://schemas.openxmlformats.org/drawingml/2006/main">
            <a:pathLst>
              <a:path w="953" h="1285875">
                <a:moveTo>
                  <a:pt x="0" y="1285875"/>
                </a:moveTo>
                <a:lnTo>
                  <a:pt x="0" y="0"/>
                </a:lnTo>
              </a:path>
            </a:pathLst>
          </a:custGeom>
          <a:noFill xmlns:a="http://schemas.openxmlformats.org/drawingml/2006/main"/>
          <a:ln xmlns:a="http://schemas.openxmlformats.org/drawingml/2006/main" w="28575">
            <a:solidFill>
              <a:srgbClr val="111111"/>
            </a:solidFill>
          </a:ln>
        </p:spPr>
      </p:sp>
      <p:sp>
        <p:nvSpPr>
          <p:cNvPr id="6" name="Ledning">
            <a:extLst xmlns:a="http://schemas.openxmlformats.org/drawingml/2006/main">
              <a:ext uri="{FF2B5EF4-FFF2-40B4-BE49-F238E27FC236}">
                <a16:creationId xmlns:a16="http://schemas.microsoft.com/office/drawing/2014/main" id="{16D49E45-2B92-441F-A11E-5140D39EB1F3}"/>
              </a:ext>
            </a:extLst>
          </p:cNvPr>
          <p:cNvSpPr>
            <a:spLocks xmlns:a="http://schemas.openxmlformats.org/drawingml/2006/main" noGrp="1"/>
          </p:cNvSpPr>
          <p:nvPr/>
        </p:nvSpPr>
        <p:spPr>
          <a:xfrm xmlns:a="http://schemas.openxmlformats.org/drawingml/2006/main">
            <a:off x="1000125" y="2262188"/>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7" name="Ledning">
            <a:extLst xmlns:a="http://schemas.openxmlformats.org/drawingml/2006/main">
              <a:ext uri="{FF2B5EF4-FFF2-40B4-BE49-F238E27FC236}">
                <a16:creationId xmlns:a16="http://schemas.microsoft.com/office/drawing/2014/main" id="{C39D38BD-022F-4D5F-B0BD-64A1A16F9D10}"/>
              </a:ext>
            </a:extLst>
          </p:cNvPr>
          <p:cNvSpPr>
            <a:spLocks xmlns:a="http://schemas.openxmlformats.org/drawingml/2006/main" noGrp="1"/>
          </p:cNvSpPr>
          <p:nvPr/>
        </p:nvSpPr>
        <p:spPr>
          <a:xfrm xmlns:a="http://schemas.openxmlformats.org/drawingml/2006/main">
            <a:off x="3321844" y="2262188"/>
            <a:ext cx="715" cy="321469"/>
          </a:xfrm>
          <a:custGeom xmlns:a="http://schemas.openxmlformats.org/drawingml/2006/main">
            <a:pathLst>
              <a:path w="953" h="428625">
                <a:moveTo>
                  <a:pt x="0" y="0"/>
                </a:moveTo>
                <a:lnTo>
                  <a:pt x="0" y="428625"/>
                </a:lnTo>
              </a:path>
            </a:pathLst>
          </a:custGeom>
          <a:noFill xmlns:a="http://schemas.openxmlformats.org/drawingml/2006/main"/>
          <a:ln xmlns:a="http://schemas.openxmlformats.org/drawingml/2006/main" w="28575">
            <a:solidFill>
              <a:srgbClr val="111111"/>
            </a:solidFill>
          </a:ln>
        </p:spPr>
      </p:sp>
      <p:sp>
        <p:nvSpPr>
          <p:cNvPr id="8" name="">
            <a:extLst xmlns:a="http://schemas.openxmlformats.org/drawingml/2006/main">
              <a:ext uri="{FF2B5EF4-FFF2-40B4-BE49-F238E27FC236}">
                <a16:creationId xmlns:a16="http://schemas.microsoft.com/office/drawing/2014/main" id="{8B776503-6FAB-47CA-A9B2-36DA92D80955}"/>
              </a:ext>
            </a:extLst>
          </p:cNvPr>
          <p:cNvSpPr>
            <a:spLocks xmlns:a="http://schemas.openxmlformats.org/drawingml/2006/main" noGrp="1"/>
          </p:cNvSpPr>
          <p:nvPr/>
        </p:nvSpPr>
        <p:spPr>
          <a:xfrm xmlns:a="http://schemas.openxmlformats.org/drawingml/2006/main">
            <a:off x="750094" y="3226594"/>
            <a:ext cx="500062" cy="500062"/>
          </a:xfrm>
          <a:prstGeom xmlns:a="http://schemas.openxmlformats.org/drawingml/2006/main" prst="ellipse">
            <a:avLst/>
          </a:prstGeom>
          <a:solidFill xmlns:a="http://schemas.openxmlformats.org/drawingml/2006/main">
            <a:srgbClr val="FFFFFF"/>
          </a:solidFill>
          <a:ln xmlns:a="http://schemas.openxmlformats.org/drawingml/2006/main" w="28575">
            <a:solidFill>
              <a:srgbClr val="111111"/>
            </a:solidFill>
          </a:ln>
        </p:spPr>
      </p:sp>
      <p:sp>
        <p:nvSpPr>
          <p:cNvPr id="9" name="+">
            <a:extLst xmlns:a="http://schemas.openxmlformats.org/drawingml/2006/main">
              <a:ext uri="{FF2B5EF4-FFF2-40B4-BE49-F238E27FC236}">
                <a16:creationId xmlns:a16="http://schemas.microsoft.com/office/drawing/2014/main" id="{DB37980C-C3B4-4CF8-AB61-87E781839226}"/>
              </a:ext>
            </a:extLst>
          </p:cNvPr>
          <p:cNvSpPr>
            <a:spLocks xmlns:a="http://schemas.openxmlformats.org/drawingml/2006/main" noGrp="1"/>
          </p:cNvSpPr>
          <p:nvPr/>
        </p:nvSpPr>
        <p:spPr>
          <a:xfrm xmlns:a="http://schemas.openxmlformats.org/drawingml/2006/main">
            <a:off x="907256" y="3255169"/>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0" name="−">
            <a:extLst xmlns:a="http://schemas.openxmlformats.org/drawingml/2006/main">
              <a:ext uri="{FF2B5EF4-FFF2-40B4-BE49-F238E27FC236}">
                <a16:creationId xmlns:a16="http://schemas.microsoft.com/office/drawing/2014/main" id="{B17E7CAC-D4E7-49DF-9367-471CB2A39026}"/>
              </a:ext>
            </a:extLst>
          </p:cNvPr>
          <p:cNvSpPr>
            <a:spLocks xmlns:a="http://schemas.openxmlformats.org/drawingml/2006/main" noGrp="1"/>
          </p:cNvSpPr>
          <p:nvPr/>
        </p:nvSpPr>
        <p:spPr>
          <a:xfrm xmlns:a="http://schemas.openxmlformats.org/drawingml/2006/main">
            <a:off x="907256" y="3490912"/>
            <a:ext cx="185738" cy="2143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111111"/>
                </a:solidFill>
                <a:latin typeface="Calibri"/>
                <a:ea typeface="Calibri"/>
                <a:cs typeface="Calibri"/>
              </a:defRPr>
            </a:pPr>
            <a:r>
              <a:rPr sz="1575" b="1">
                <a:solidFill>
                  <a:srgbClr val="111111"/>
                </a:solidFill>
                <a:latin typeface="Calibri"/>
                <a:ea typeface="Calibri"/>
                <a:cs typeface="Calibri"/>
              </a:rPr>
              <a:t>−</a:t>
            </a:r>
          </a:p>
        </p:txBody>
      </p:sp>
      <p:sp>
        <p:nvSpPr>
          <p:cNvPr id="11" name="9 V">
            <a:extLst xmlns:a="http://schemas.openxmlformats.org/drawingml/2006/main">
              <a:ext uri="{FF2B5EF4-FFF2-40B4-BE49-F238E27FC236}">
                <a16:creationId xmlns:a16="http://schemas.microsoft.com/office/drawing/2014/main" id="{27FACEBC-F81B-4D8C-80F7-6A4693292020}"/>
              </a:ext>
            </a:extLst>
          </p:cNvPr>
          <p:cNvSpPr>
            <a:spLocks xmlns:a="http://schemas.openxmlformats.org/drawingml/2006/main" noGrp="1"/>
          </p:cNvSpPr>
          <p:nvPr/>
        </p:nvSpPr>
        <p:spPr>
          <a:xfrm xmlns:a="http://schemas.openxmlformats.org/drawingml/2006/main">
            <a:off x="1407319" y="3276600"/>
            <a:ext cx="1357312"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1">
                <a:solidFill>
                  <a:srgbClr val="064F91"/>
                </a:solidFill>
                <a:latin typeface="Calibri"/>
                <a:ea typeface="Calibri"/>
                <a:cs typeface="Calibri"/>
              </a:defRPr>
            </a:pPr>
            <a:r>
              <a:rPr sz="1294" b="1">
                <a:solidFill>
                  <a:srgbClr val="064F91"/>
                </a:solidFill>
                <a:latin typeface="Calibri"/>
                <a:ea typeface="Calibri"/>
                <a:cs typeface="Calibri"/>
              </a:rPr>
              <a:t>9 V</a:t>
            </a:r>
          </a:p>
        </p:txBody>
      </p:sp>
      <p:sp>
        <p:nvSpPr>
          <p:cNvPr id="12" name="Ledning">
            <a:extLst xmlns:a="http://schemas.openxmlformats.org/drawingml/2006/main">
              <a:ext uri="{FF2B5EF4-FFF2-40B4-BE49-F238E27FC236}">
                <a16:creationId xmlns:a16="http://schemas.microsoft.com/office/drawing/2014/main" id="{21D0D29F-1141-4304-96CD-42FF38BFBC10}"/>
              </a:ext>
            </a:extLst>
          </p:cNvPr>
          <p:cNvSpPr>
            <a:spLocks xmlns:a="http://schemas.openxmlformats.org/drawingml/2006/main" noGrp="1"/>
          </p:cNvSpPr>
          <p:nvPr/>
        </p:nvSpPr>
        <p:spPr>
          <a:xfrm xmlns:a="http://schemas.openxmlformats.org/drawingml/2006/main">
            <a:off x="1000125" y="3726656"/>
            <a:ext cx="715" cy="1000125"/>
          </a:xfrm>
          <a:custGeom xmlns:a="http://schemas.openxmlformats.org/drawingml/2006/main">
            <a:pathLst>
              <a:path w="953" h="1333500">
                <a:moveTo>
                  <a:pt x="0" y="0"/>
                </a:moveTo>
                <a:lnTo>
                  <a:pt x="0" y="1333500"/>
                </a:lnTo>
              </a:path>
            </a:pathLst>
          </a:custGeom>
          <a:noFill xmlns:a="http://schemas.openxmlformats.org/drawingml/2006/main"/>
          <a:ln xmlns:a="http://schemas.openxmlformats.org/drawingml/2006/main" w="28575">
            <a:solidFill>
              <a:srgbClr val="111111"/>
            </a:solidFill>
          </a:ln>
        </p:spPr>
      </p:sp>
      <p:sp>
        <p:nvSpPr>
          <p:cNvPr id="13" name="Ledning">
            <a:extLst xmlns:a="http://schemas.openxmlformats.org/drawingml/2006/main">
              <a:ext uri="{FF2B5EF4-FFF2-40B4-BE49-F238E27FC236}">
                <a16:creationId xmlns:a16="http://schemas.microsoft.com/office/drawing/2014/main" id="{5CF48C46-389A-4915-AFD2-FE46659648A3}"/>
              </a:ext>
            </a:extLst>
          </p:cNvPr>
          <p:cNvSpPr>
            <a:spLocks xmlns:a="http://schemas.openxmlformats.org/drawingml/2006/main" noGrp="1"/>
          </p:cNvSpPr>
          <p:nvPr/>
        </p:nvSpPr>
        <p:spPr>
          <a:xfrm xmlns:a="http://schemas.openxmlformats.org/drawingml/2006/main">
            <a:off x="1000125" y="4726781"/>
            <a:ext cx="2321719" cy="715"/>
          </a:xfrm>
          <a:custGeom xmlns:a="http://schemas.openxmlformats.org/drawingml/2006/main">
            <a:pathLst>
              <a:path w="3095625" h="953">
                <a:moveTo>
                  <a:pt x="0" y="0"/>
                </a:moveTo>
                <a:lnTo>
                  <a:pt x="3095625" y="0"/>
                </a:lnTo>
              </a:path>
            </a:pathLst>
          </a:custGeom>
          <a:noFill xmlns:a="http://schemas.openxmlformats.org/drawingml/2006/main"/>
          <a:ln xmlns:a="http://schemas.openxmlformats.org/drawingml/2006/main" w="28575">
            <a:solidFill>
              <a:srgbClr val="111111"/>
            </a:solidFill>
          </a:ln>
        </p:spPr>
      </p:sp>
      <p:sp>
        <p:nvSpPr>
          <p:cNvPr id="14" name="Ledning">
            <a:extLst xmlns:a="http://schemas.openxmlformats.org/drawingml/2006/main">
              <a:ext uri="{FF2B5EF4-FFF2-40B4-BE49-F238E27FC236}">
                <a16:creationId xmlns:a16="http://schemas.microsoft.com/office/drawing/2014/main" id="{6EA7BA07-5F9A-407C-ADBC-E9BE4DBD7660}"/>
              </a:ext>
            </a:extLst>
          </p:cNvPr>
          <p:cNvSpPr>
            <a:spLocks xmlns:a="http://schemas.openxmlformats.org/drawingml/2006/main" noGrp="1"/>
          </p:cNvSpPr>
          <p:nvPr/>
        </p:nvSpPr>
        <p:spPr>
          <a:xfrm xmlns:a="http://schemas.openxmlformats.org/drawingml/2006/main">
            <a:off x="3321844" y="4369594"/>
            <a:ext cx="715" cy="357188"/>
          </a:xfrm>
          <a:custGeom xmlns:a="http://schemas.openxmlformats.org/drawingml/2006/main">
            <a:pathLst>
              <a:path w="953" h="476250">
                <a:moveTo>
                  <a:pt x="0" y="476250"/>
                </a:moveTo>
                <a:lnTo>
                  <a:pt x="0" y="0"/>
                </a:lnTo>
              </a:path>
            </a:pathLst>
          </a:custGeom>
          <a:noFill xmlns:a="http://schemas.openxmlformats.org/drawingml/2006/main"/>
          <a:ln xmlns:a="http://schemas.openxmlformats.org/drawingml/2006/main" w="28575">
            <a:solidFill>
              <a:srgbClr val="111111"/>
            </a:solidFill>
          </a:ln>
        </p:spPr>
      </p:sp>
      <p:sp>
        <p:nvSpPr>
          <p:cNvPr id="15" name="">
            <a:extLst xmlns:a="http://schemas.openxmlformats.org/drawingml/2006/main">
              <a:ext uri="{FF2B5EF4-FFF2-40B4-BE49-F238E27FC236}">
                <a16:creationId xmlns:a16="http://schemas.microsoft.com/office/drawing/2014/main" id="{105223E7-E4A6-466A-A671-4B8473DF1397}"/>
              </a:ext>
            </a:extLst>
          </p:cNvPr>
          <p:cNvSpPr>
            <a:spLocks xmlns:a="http://schemas.openxmlformats.org/drawingml/2006/main" noGrp="1"/>
          </p:cNvSpPr>
          <p:nvPr/>
        </p:nvSpPr>
        <p:spPr>
          <a:xfrm xmlns:a="http://schemas.openxmlformats.org/drawingml/2006/main">
            <a:off x="3178969" y="2583656"/>
            <a:ext cx="285750" cy="678656"/>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16" name="R₁">
            <a:extLst xmlns:a="http://schemas.openxmlformats.org/drawingml/2006/main">
              <a:ext uri="{FF2B5EF4-FFF2-40B4-BE49-F238E27FC236}">
                <a16:creationId xmlns:a16="http://schemas.microsoft.com/office/drawing/2014/main" id="{464C58A2-3859-48E2-93E2-83007201DC79}"/>
              </a:ext>
            </a:extLst>
          </p:cNvPr>
          <p:cNvSpPr>
            <a:spLocks xmlns:a="http://schemas.openxmlformats.org/drawingml/2006/main" noGrp="1"/>
          </p:cNvSpPr>
          <p:nvPr/>
        </p:nvSpPr>
        <p:spPr>
          <a:xfrm xmlns:a="http://schemas.openxmlformats.org/drawingml/2006/main">
            <a:off x="3550444" y="2526506"/>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R₁</a:t>
            </a:r>
          </a:p>
        </p:txBody>
      </p:sp>
      <p:sp>
        <p:nvSpPr>
          <p:cNvPr id="17" name="2 MΩ">
            <a:extLst xmlns:a="http://schemas.openxmlformats.org/drawingml/2006/main">
              <a:ext uri="{FF2B5EF4-FFF2-40B4-BE49-F238E27FC236}">
                <a16:creationId xmlns:a16="http://schemas.microsoft.com/office/drawing/2014/main" id="{2C84D10E-C4B0-403C-B4A5-FFDDF38CA946}"/>
              </a:ext>
            </a:extLst>
          </p:cNvPr>
          <p:cNvSpPr>
            <a:spLocks xmlns:a="http://schemas.openxmlformats.org/drawingml/2006/main" noGrp="1"/>
          </p:cNvSpPr>
          <p:nvPr/>
        </p:nvSpPr>
        <p:spPr>
          <a:xfrm xmlns:a="http://schemas.openxmlformats.org/drawingml/2006/main">
            <a:off x="3550444" y="2805112"/>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2 MΩ</a:t>
            </a:r>
          </a:p>
        </p:txBody>
      </p:sp>
      <p:sp>
        <p:nvSpPr>
          <p:cNvPr id="18" name="Ledning">
            <a:extLst xmlns:a="http://schemas.openxmlformats.org/drawingml/2006/main">
              <a:ext uri="{FF2B5EF4-FFF2-40B4-BE49-F238E27FC236}">
                <a16:creationId xmlns:a16="http://schemas.microsoft.com/office/drawing/2014/main" id="{5EB5A0C7-FC54-4CA4-B4D1-9BF92E1E1B5F}"/>
              </a:ext>
            </a:extLst>
          </p:cNvPr>
          <p:cNvSpPr>
            <a:spLocks xmlns:a="http://schemas.openxmlformats.org/drawingml/2006/main" noGrp="1"/>
          </p:cNvSpPr>
          <p:nvPr/>
        </p:nvSpPr>
        <p:spPr>
          <a:xfrm xmlns:a="http://schemas.openxmlformats.org/drawingml/2006/main">
            <a:off x="3321844" y="3262312"/>
            <a:ext cx="715" cy="285750"/>
          </a:xfrm>
          <a:custGeom xmlns:a="http://schemas.openxmlformats.org/drawingml/2006/main">
            <a:pathLst>
              <a:path w="953" h="381000">
                <a:moveTo>
                  <a:pt x="0" y="0"/>
                </a:moveTo>
                <a:lnTo>
                  <a:pt x="0" y="381000"/>
                </a:lnTo>
              </a:path>
            </a:pathLst>
          </a:custGeom>
          <a:noFill xmlns:a="http://schemas.openxmlformats.org/drawingml/2006/main"/>
          <a:ln xmlns:a="http://schemas.openxmlformats.org/drawingml/2006/main" w="28575">
            <a:solidFill>
              <a:srgbClr val="111111"/>
            </a:solidFill>
          </a:ln>
        </p:spPr>
      </p:sp>
      <p:sp>
        <p:nvSpPr>
          <p:cNvPr id="19" name="">
            <a:extLst xmlns:a="http://schemas.openxmlformats.org/drawingml/2006/main">
              <a:ext uri="{FF2B5EF4-FFF2-40B4-BE49-F238E27FC236}">
                <a16:creationId xmlns:a16="http://schemas.microsoft.com/office/drawing/2014/main" id="{48B12106-6874-4C9F-9FB9-6DB71039A7A0}"/>
              </a:ext>
            </a:extLst>
          </p:cNvPr>
          <p:cNvSpPr>
            <a:spLocks xmlns:a="http://schemas.openxmlformats.org/drawingml/2006/main" noGrp="1"/>
          </p:cNvSpPr>
          <p:nvPr/>
        </p:nvSpPr>
        <p:spPr>
          <a:xfrm xmlns:a="http://schemas.openxmlformats.org/drawingml/2006/main">
            <a:off x="3178969" y="3762375"/>
            <a:ext cx="285750" cy="607219"/>
          </a:xfrm>
          <a:prstGeom xmlns:a="http://schemas.openxmlformats.org/drawingml/2006/main" prst="rect">
            <a:avLst/>
          </a:prstGeom>
          <a:solidFill xmlns:a="http://schemas.openxmlformats.org/drawingml/2006/main">
            <a:srgbClr val="FFFFFF"/>
          </a:solidFill>
          <a:ln xmlns:a="http://schemas.openxmlformats.org/drawingml/2006/main" w="28575">
            <a:solidFill>
              <a:srgbClr val="111111"/>
            </a:solidFill>
          </a:ln>
        </p:spPr>
      </p:sp>
      <p:sp>
        <p:nvSpPr>
          <p:cNvPr id="20" name="Rₚ">
            <a:extLst xmlns:a="http://schemas.openxmlformats.org/drawingml/2006/main">
              <a:ext uri="{FF2B5EF4-FFF2-40B4-BE49-F238E27FC236}">
                <a16:creationId xmlns:a16="http://schemas.microsoft.com/office/drawing/2014/main" id="{F6136ED1-DB00-435B-8384-3C6D79418D71}"/>
              </a:ext>
            </a:extLst>
          </p:cNvPr>
          <p:cNvSpPr>
            <a:spLocks xmlns:a="http://schemas.openxmlformats.org/drawingml/2006/main" noGrp="1"/>
          </p:cNvSpPr>
          <p:nvPr/>
        </p:nvSpPr>
        <p:spPr>
          <a:xfrm xmlns:a="http://schemas.openxmlformats.org/drawingml/2006/main">
            <a:off x="3550444" y="3705225"/>
            <a:ext cx="1214438" cy="250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1">
                <a:solidFill>
                  <a:srgbClr val="111111"/>
                </a:solidFill>
                <a:latin typeface="Calibri"/>
                <a:ea typeface="Calibri"/>
                <a:cs typeface="Calibri"/>
              </a:defRPr>
            </a:pPr>
            <a:r>
              <a:rPr sz="1406" b="1">
                <a:solidFill>
                  <a:srgbClr val="111111"/>
                </a:solidFill>
                <a:latin typeface="Calibri"/>
                <a:ea typeface="Calibri"/>
                <a:cs typeface="Calibri"/>
              </a:rPr>
              <a:t>Rₚ</a:t>
            </a:r>
          </a:p>
        </p:txBody>
      </p:sp>
      <p:sp>
        <p:nvSpPr>
          <p:cNvPr id="21" name="1 MΩ">
            <a:extLst xmlns:a="http://schemas.openxmlformats.org/drawingml/2006/main">
              <a:ext uri="{FF2B5EF4-FFF2-40B4-BE49-F238E27FC236}">
                <a16:creationId xmlns:a16="http://schemas.microsoft.com/office/drawing/2014/main" id="{C8368AE9-4519-4C54-A56B-8C569B1C3107}"/>
              </a:ext>
            </a:extLst>
          </p:cNvPr>
          <p:cNvSpPr>
            <a:spLocks xmlns:a="http://schemas.openxmlformats.org/drawingml/2006/main" noGrp="1"/>
          </p:cNvSpPr>
          <p:nvPr/>
        </p:nvSpPr>
        <p:spPr>
          <a:xfrm xmlns:a="http://schemas.openxmlformats.org/drawingml/2006/main">
            <a:off x="3550444" y="3983831"/>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06" b="0">
                <a:solidFill>
                  <a:srgbClr val="111111"/>
                </a:solidFill>
                <a:latin typeface="Calibri"/>
                <a:ea typeface="Calibri"/>
                <a:cs typeface="Calibri"/>
              </a:defRPr>
            </a:pPr>
            <a:r>
              <a:rPr sz="1406" b="0">
                <a:solidFill>
                  <a:srgbClr val="111111"/>
                </a:solidFill>
                <a:latin typeface="Calibri"/>
                <a:ea typeface="Calibri"/>
                <a:cs typeface="Calibri"/>
              </a:rPr>
              <a:t>1 MΩ</a:t>
            </a:r>
          </a:p>
        </p:txBody>
      </p:sp>
      <p:sp>
        <p:nvSpPr>
          <p:cNvPr id="22" name="Ledning">
            <a:extLst xmlns:a="http://schemas.openxmlformats.org/drawingml/2006/main">
              <a:ext uri="{FF2B5EF4-FFF2-40B4-BE49-F238E27FC236}">
                <a16:creationId xmlns:a16="http://schemas.microsoft.com/office/drawing/2014/main" id="{FDE2371D-FE13-4A2D-AF25-07EBF61CAAB3}"/>
              </a:ext>
            </a:extLst>
          </p:cNvPr>
          <p:cNvSpPr>
            <a:spLocks xmlns:a="http://schemas.openxmlformats.org/drawingml/2006/main" noGrp="1"/>
          </p:cNvSpPr>
          <p:nvPr/>
        </p:nvSpPr>
        <p:spPr>
          <a:xfrm xmlns:a="http://schemas.openxmlformats.org/drawingml/2006/main">
            <a:off x="3321844" y="3548062"/>
            <a:ext cx="715" cy="214312"/>
          </a:xfrm>
          <a:custGeom xmlns:a="http://schemas.openxmlformats.org/drawingml/2006/main">
            <a:pathLst>
              <a:path w="953" h="285750">
                <a:moveTo>
                  <a:pt x="0" y="0"/>
                </a:moveTo>
                <a:lnTo>
                  <a:pt x="0" y="285750"/>
                </a:lnTo>
              </a:path>
            </a:pathLst>
          </a:custGeom>
          <a:noFill xmlns:a="http://schemas.openxmlformats.org/drawingml/2006/main"/>
          <a:ln xmlns:a="http://schemas.openxmlformats.org/drawingml/2006/main" w="28575">
            <a:solidFill>
              <a:srgbClr val="111111"/>
            </a:solidFill>
          </a:ln>
        </p:spPr>
      </p:sp>
      <p:sp>
        <p:nvSpPr>
          <p:cNvPr id="23" name="">
            <a:extLst xmlns:a="http://schemas.openxmlformats.org/drawingml/2006/main">
              <a:ext uri="{FF2B5EF4-FFF2-40B4-BE49-F238E27FC236}">
                <a16:creationId xmlns:a16="http://schemas.microsoft.com/office/drawing/2014/main" id="{A607679D-572A-4728-A0F4-0F5C9E2475A4}"/>
              </a:ext>
            </a:extLst>
          </p:cNvPr>
          <p:cNvSpPr>
            <a:spLocks xmlns:a="http://schemas.openxmlformats.org/drawingml/2006/main" noGrp="1"/>
          </p:cNvSpPr>
          <p:nvPr/>
        </p:nvSpPr>
        <p:spPr>
          <a:xfrm xmlns:a="http://schemas.openxmlformats.org/drawingml/2006/main">
            <a:off x="3286125" y="3512344"/>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4" name="">
            <a:extLst xmlns:a="http://schemas.openxmlformats.org/drawingml/2006/main">
              <a:ext uri="{FF2B5EF4-FFF2-40B4-BE49-F238E27FC236}">
                <a16:creationId xmlns:a16="http://schemas.microsoft.com/office/drawing/2014/main" id="{53097FAE-9251-44D6-AB0B-4A3FCE4B2E58}"/>
              </a:ext>
            </a:extLst>
          </p:cNvPr>
          <p:cNvSpPr>
            <a:spLocks xmlns:a="http://schemas.openxmlformats.org/drawingml/2006/main" noGrp="1"/>
          </p:cNvSpPr>
          <p:nvPr/>
        </p:nvSpPr>
        <p:spPr>
          <a:xfrm xmlns:a="http://schemas.openxmlformats.org/drawingml/2006/main">
            <a:off x="3286125" y="4691062"/>
            <a:ext cx="71438" cy="71438"/>
          </a:xfrm>
          <a:prstGeom xmlns:a="http://schemas.openxmlformats.org/drawingml/2006/main" prst="ellipse">
            <a:avLst/>
          </a:prstGeom>
          <a:solidFill xmlns:a="http://schemas.openxmlformats.org/drawingml/2006/main">
            <a:srgbClr val="111111"/>
          </a:solidFill>
          <a:ln xmlns:a="http://schemas.openxmlformats.org/drawingml/2006/main" w="7144">
            <a:solidFill>
              <a:srgbClr val="111111"/>
            </a:solidFill>
          </a:ln>
        </p:spPr>
      </p:sp>
      <p:sp>
        <p:nvSpPr>
          <p:cNvPr id="25" name="3,0 V">
            <a:extLst xmlns:a="http://schemas.openxmlformats.org/drawingml/2006/main">
              <a:ext uri="{FF2B5EF4-FFF2-40B4-BE49-F238E27FC236}">
                <a16:creationId xmlns:a16="http://schemas.microsoft.com/office/drawing/2014/main" id="{BCE4C1A4-B392-49FD-919B-895475E676B3}"/>
              </a:ext>
            </a:extLst>
          </p:cNvPr>
          <p:cNvSpPr>
            <a:spLocks xmlns:a="http://schemas.openxmlformats.org/drawingml/2006/main" noGrp="1"/>
          </p:cNvSpPr>
          <p:nvPr/>
        </p:nvSpPr>
        <p:spPr>
          <a:xfrm xmlns:a="http://schemas.openxmlformats.org/drawingml/2006/main">
            <a:off x="6179344" y="2655094"/>
            <a:ext cx="2536031" cy="821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3319" b="1">
                <a:solidFill>
                  <a:srgbClr val="064F91"/>
                </a:solidFill>
                <a:latin typeface="Calibri"/>
                <a:ea typeface="Calibri"/>
                <a:cs typeface="Calibri"/>
              </a:defRPr>
            </a:pPr>
            <a:r>
              <a:rPr sz="3319" b="1">
                <a:solidFill>
                  <a:srgbClr val="064F91"/>
                </a:solidFill>
                <a:latin typeface="Calibri"/>
                <a:ea typeface="Calibri"/>
                <a:cs typeface="Calibri"/>
              </a:rPr>
              <a:t>3,0 V</a:t>
            </a:r>
          </a:p>
        </p:txBody>
      </p:sp>
      <p:sp>
        <p:nvSpPr>
          <p:cNvPr id="26" name="Belastningsfel −33,3 %">
            <a:extLst xmlns:a="http://schemas.openxmlformats.org/drawingml/2006/main">
              <a:ext uri="{FF2B5EF4-FFF2-40B4-BE49-F238E27FC236}">
                <a16:creationId xmlns:a16="http://schemas.microsoft.com/office/drawing/2014/main" id="{C8C670F5-1BB1-4757-B6B3-DF51D87E3CC9}"/>
              </a:ext>
            </a:extLst>
          </p:cNvPr>
          <p:cNvSpPr>
            <a:spLocks xmlns:a="http://schemas.openxmlformats.org/drawingml/2006/main" noGrp="1"/>
          </p:cNvSpPr>
          <p:nvPr/>
        </p:nvSpPr>
        <p:spPr>
          <a:xfrm xmlns:a="http://schemas.openxmlformats.org/drawingml/2006/main">
            <a:off x="6215062" y="3640931"/>
            <a:ext cx="2464594" cy="607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88" b="1">
                <a:solidFill>
                  <a:srgbClr val="111111"/>
                </a:solidFill>
                <a:latin typeface="Calibri"/>
                <a:ea typeface="Calibri"/>
                <a:cs typeface="Calibri"/>
              </a:defRPr>
            </a:pPr>
            <a:r>
              <a:rPr sz="1688" b="1">
                <a:solidFill>
                  <a:srgbClr val="111111"/>
                </a:solidFill>
                <a:latin typeface="Calibri"/>
                <a:ea typeface="Calibri"/>
                <a:cs typeface="Calibri"/>
              </a:rPr>
              <a:t>Belastningsfel −33,3 %</a:t>
            </a:r>
          </a:p>
        </p:txBody>
      </p:sp>
      <p:sp>
        <p:nvSpPr>
          <p:cNvPr id="27" name="Rₚ = (2 MΩ · 2 MΩ) / (2 MΩ + 2 MΩ) = 1 MΩ.&#10;Uₘ = 9 V · 1">
            <a:extLst xmlns:a="http://schemas.openxmlformats.org/drawingml/2006/main">
              <a:ext uri="{FF2B5EF4-FFF2-40B4-BE49-F238E27FC236}">
                <a16:creationId xmlns:a16="http://schemas.microsoft.com/office/drawing/2014/main" id="{B7EF411C-E51D-4965-8DB3-215CA8CF682B}"/>
              </a:ext>
            </a:extLst>
          </p:cNvPr>
          <p:cNvSpPr>
            <a:spLocks xmlns:a="http://schemas.openxmlformats.org/drawingml/2006/main" noGrp="1"/>
          </p:cNvSpPr>
          <p:nvPr/>
        </p:nvSpPr>
        <p:spPr>
          <a:xfrm xmlns:a="http://schemas.openxmlformats.org/drawingml/2006/main">
            <a:off x="400050" y="5098256"/>
            <a:ext cx="8358188" cy="5186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Rₚ = (2 MΩ · 2 MΩ) / (2 MΩ + 2 MΩ) = 1 MΩ.</a:t>
            </a:r>
          </a:p>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Uₘ = 9 V · 1 MΩ / (2 MΩ + 1 MΩ) = 3 V.</a:t>
            </a:r>
          </a:p>
        </p:txBody>
      </p:sp>
      <p:sp>
        <p:nvSpPr>
          <p:cNvPr id="9001" name="Referens  Belastning vid 9 V">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Referens  Belastning vid 9 V</a:t>
            </a:r>
          </a:p>
        </p:txBody>
      </p:sp>
      <p:sp>
        <p:nvSpPr>
          <p:cNvPr id="9002" name="64">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68</a:t>
            </a:r>
          </a:p>
        </p:txBody>
      </p:sp>
    </p:spTree>
    <p:extLst>
      <p:ext uri="{BB962C8B-B14F-4D97-AF65-F5344CB8AC3E}">
        <p14:creationId xmlns:p14="http://schemas.microsoft.com/office/powerpoint/2010/main" val="173705959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Spänning, ström och resistans">
            <a:extLst xmlns:a="http://schemas.openxmlformats.org/drawingml/2006/main">
              <a:ext uri="{FF2B5EF4-FFF2-40B4-BE49-F238E27FC236}">
                <a16:creationId xmlns:a16="http://schemas.microsoft.com/office/drawing/2014/main" id="{CC16EF6F-BC5D-4305-97D7-9ABAF7462197}"/>
              </a:ext>
            </a:extLst>
          </p:cNvPr>
          <p:cNvSpPr>
            <a:spLocks xmlns:a="http://schemas.openxmlformats.org/drawingml/2006/main" noGrp="1"/>
          </p:cNvSpPr>
          <p:nvPr/>
        </p:nvSpPr>
        <p:spPr>
          <a:xfrm xmlns:a="http://schemas.openxmlformats.org/drawingml/2006/main">
            <a:off x="571500" y="1976438"/>
            <a:ext cx="8001000" cy="377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76" b="1">
                <a:solidFill>
                  <a:srgbClr val="064F91"/>
                </a:solidFill>
                <a:latin typeface="Calibri"/>
                <a:ea typeface="Calibri"/>
                <a:cs typeface="Calibri"/>
              </a:defRPr>
            </a:pPr>
            <a:r>
              <a:rPr sz="1976" b="1">
                <a:solidFill>
                  <a:srgbClr val="064F91"/>
                </a:solidFill>
                <a:latin typeface="Calibri"/>
                <a:ea typeface="Calibri"/>
                <a:cs typeface="Calibri"/>
                <a:hlinkClick xmlns:r="http://schemas.openxmlformats.org/officeDocument/2006/relationships" r:id="Rc0441ce8cbb54861"/>
              </a:rPr>
              <a:t>Spänning, ström och resistans</a:t>
            </a:r>
          </a:p>
        </p:txBody>
      </p:sp>
      <p:sp>
        <p:nvSpPr>
          <p:cNvPr id="5" name="Kjell &amp; Company · valbar förberedelse">
            <a:extLst xmlns:a="http://schemas.openxmlformats.org/drawingml/2006/main">
              <a:ext uri="{FF2B5EF4-FFF2-40B4-BE49-F238E27FC236}">
                <a16:creationId xmlns:a16="http://schemas.microsoft.com/office/drawing/2014/main" id="{F77A6B07-7E81-4E04-8FD9-6A5288EE1C64}"/>
              </a:ext>
            </a:extLst>
          </p:cNvPr>
          <p:cNvSpPr>
            <a:spLocks xmlns:a="http://schemas.openxmlformats.org/drawingml/2006/main" noGrp="1"/>
          </p:cNvSpPr>
          <p:nvPr/>
        </p:nvSpPr>
        <p:spPr>
          <a:xfrm xmlns:a="http://schemas.openxmlformats.org/drawingml/2006/main">
            <a:off x="571500" y="2319338"/>
            <a:ext cx="8001000" cy="275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0">
                <a:solidFill>
                  <a:srgbClr val="505864"/>
                </a:solidFill>
                <a:latin typeface="Calibri"/>
                <a:ea typeface="Calibri"/>
                <a:cs typeface="Calibri"/>
              </a:defRPr>
            </a:pPr>
            <a:r>
              <a:rPr sz="1294" b="0">
                <a:solidFill>
                  <a:srgbClr val="505864"/>
                </a:solidFill>
                <a:latin typeface="Calibri"/>
                <a:ea typeface="Calibri"/>
                <a:cs typeface="Calibri"/>
              </a:rPr>
              <a:t>Kjell &amp; Company · valbar förberedelse</a:t>
            </a:r>
          </a:p>
        </p:txBody>
      </p:sp>
      <p:sp>
        <p:nvSpPr>
          <p:cNvPr id="6" name="Resistansmätning">
            <a:extLst xmlns:a="http://schemas.openxmlformats.org/drawingml/2006/main">
              <a:ext uri="{FF2B5EF4-FFF2-40B4-BE49-F238E27FC236}">
                <a16:creationId xmlns:a16="http://schemas.microsoft.com/office/drawing/2014/main" id="{B0B32D99-588F-4F88-9B99-1ACA1508BF8D}"/>
              </a:ext>
            </a:extLst>
          </p:cNvPr>
          <p:cNvSpPr>
            <a:spLocks xmlns:a="http://schemas.openxmlformats.org/drawingml/2006/main" noGrp="1"/>
          </p:cNvSpPr>
          <p:nvPr/>
        </p:nvSpPr>
        <p:spPr>
          <a:xfrm xmlns:a="http://schemas.openxmlformats.org/drawingml/2006/main">
            <a:off x="571500" y="2762250"/>
            <a:ext cx="8001000" cy="377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76" b="1">
                <a:solidFill>
                  <a:srgbClr val="064F91"/>
                </a:solidFill>
                <a:latin typeface="Calibri"/>
                <a:ea typeface="Calibri"/>
                <a:cs typeface="Calibri"/>
              </a:defRPr>
            </a:pPr>
            <a:r>
              <a:rPr sz="1976" b="1">
                <a:solidFill>
                  <a:srgbClr val="064F91"/>
                </a:solidFill>
                <a:latin typeface="Calibri"/>
                <a:ea typeface="Calibri"/>
                <a:cs typeface="Calibri"/>
                <a:hlinkClick xmlns:r="http://schemas.openxmlformats.org/officeDocument/2006/relationships" r:id="Rc04e0e0034534906"/>
              </a:rPr>
              <a:t>Resistansmätning</a:t>
            </a:r>
          </a:p>
        </p:txBody>
      </p:sp>
      <p:sp>
        <p:nvSpPr>
          <p:cNvPr id="7" name="Elma Instruments · 1:10–3:30">
            <a:extLst xmlns:a="http://schemas.openxmlformats.org/drawingml/2006/main">
              <a:ext uri="{FF2B5EF4-FFF2-40B4-BE49-F238E27FC236}">
                <a16:creationId xmlns:a16="http://schemas.microsoft.com/office/drawing/2014/main" id="{FE09279A-3A2A-4DEC-A07B-4412727BE0EE}"/>
              </a:ext>
            </a:extLst>
          </p:cNvPr>
          <p:cNvSpPr>
            <a:spLocks xmlns:a="http://schemas.openxmlformats.org/drawingml/2006/main" noGrp="1"/>
          </p:cNvSpPr>
          <p:nvPr/>
        </p:nvSpPr>
        <p:spPr>
          <a:xfrm xmlns:a="http://schemas.openxmlformats.org/drawingml/2006/main">
            <a:off x="571500" y="3105150"/>
            <a:ext cx="8001000" cy="275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0">
                <a:solidFill>
                  <a:srgbClr val="505864"/>
                </a:solidFill>
                <a:latin typeface="Calibri"/>
                <a:ea typeface="Calibri"/>
                <a:cs typeface="Calibri"/>
              </a:defRPr>
            </a:pPr>
            <a:r>
              <a:rPr sz="1294" b="0">
                <a:solidFill>
                  <a:srgbClr val="505864"/>
                </a:solidFill>
                <a:latin typeface="Calibri"/>
                <a:ea typeface="Calibri"/>
                <a:cs typeface="Calibri"/>
              </a:rPr>
              <a:t>Elma Instruments · 1:10–3:30</a:t>
            </a:r>
          </a:p>
        </p:txBody>
      </p:sp>
      <p:sp>
        <p:nvSpPr>
          <p:cNvPr id="8" name="Mätning på 12 V-batteri">
            <a:extLst xmlns:a="http://schemas.openxmlformats.org/drawingml/2006/main">
              <a:ext uri="{FF2B5EF4-FFF2-40B4-BE49-F238E27FC236}">
                <a16:creationId xmlns:a16="http://schemas.microsoft.com/office/drawing/2014/main" id="{8E3DC805-454F-4731-AF93-44690D883FE6}"/>
              </a:ext>
            </a:extLst>
          </p:cNvPr>
          <p:cNvSpPr>
            <a:spLocks xmlns:a="http://schemas.openxmlformats.org/drawingml/2006/main" noGrp="1"/>
          </p:cNvSpPr>
          <p:nvPr/>
        </p:nvSpPr>
        <p:spPr>
          <a:xfrm xmlns:a="http://schemas.openxmlformats.org/drawingml/2006/main">
            <a:off x="571500" y="3548062"/>
            <a:ext cx="8001000" cy="377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76" b="1">
                <a:solidFill>
                  <a:srgbClr val="064F91"/>
                </a:solidFill>
                <a:latin typeface="Calibri"/>
                <a:ea typeface="Calibri"/>
                <a:cs typeface="Calibri"/>
              </a:defRPr>
            </a:pPr>
            <a:r>
              <a:rPr sz="1976" b="1">
                <a:solidFill>
                  <a:srgbClr val="064F91"/>
                </a:solidFill>
                <a:latin typeface="Calibri"/>
                <a:ea typeface="Calibri"/>
                <a:cs typeface="Calibri"/>
                <a:hlinkClick xmlns:r="http://schemas.openxmlformats.org/officeDocument/2006/relationships" r:id="Rbba83db730dc4087"/>
              </a:rPr>
              <a:t>Mätning på 12 V-batteri</a:t>
            </a:r>
          </a:p>
        </p:txBody>
      </p:sp>
      <p:sp>
        <p:nvSpPr>
          <p:cNvPr id="9" name="Husbilsvloggen · 5:45–7:59">
            <a:extLst xmlns:a="http://schemas.openxmlformats.org/drawingml/2006/main">
              <a:ext uri="{FF2B5EF4-FFF2-40B4-BE49-F238E27FC236}">
                <a16:creationId xmlns:a16="http://schemas.microsoft.com/office/drawing/2014/main" id="{61891BED-CF94-4585-9DA7-F00039367D69}"/>
              </a:ext>
            </a:extLst>
          </p:cNvPr>
          <p:cNvSpPr>
            <a:spLocks xmlns:a="http://schemas.openxmlformats.org/drawingml/2006/main" noGrp="1"/>
          </p:cNvSpPr>
          <p:nvPr/>
        </p:nvSpPr>
        <p:spPr>
          <a:xfrm xmlns:a="http://schemas.openxmlformats.org/drawingml/2006/main">
            <a:off x="571500" y="3890962"/>
            <a:ext cx="8001000" cy="275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0">
                <a:solidFill>
                  <a:srgbClr val="505864"/>
                </a:solidFill>
                <a:latin typeface="Calibri"/>
                <a:ea typeface="Calibri"/>
                <a:cs typeface="Calibri"/>
              </a:defRPr>
            </a:pPr>
            <a:r>
              <a:rPr sz="1294" b="0">
                <a:solidFill>
                  <a:srgbClr val="505864"/>
                </a:solidFill>
                <a:latin typeface="Calibri"/>
                <a:ea typeface="Calibri"/>
                <a:cs typeface="Calibri"/>
              </a:rPr>
              <a:t>Husbilsvloggen · 5:45–7:59</a:t>
            </a:r>
          </a:p>
        </p:txBody>
      </p:sp>
      <p:sp>
        <p:nvSpPr>
          <p:cNvPr id="10" name="Kontroll av säkringar">
            <a:extLst xmlns:a="http://schemas.openxmlformats.org/drawingml/2006/main">
              <a:ext uri="{FF2B5EF4-FFF2-40B4-BE49-F238E27FC236}">
                <a16:creationId xmlns:a16="http://schemas.microsoft.com/office/drawing/2014/main" id="{9DBB9AFB-9DF2-4F35-9312-14EDFF24C1DA}"/>
              </a:ext>
            </a:extLst>
          </p:cNvPr>
          <p:cNvSpPr>
            <a:spLocks xmlns:a="http://schemas.openxmlformats.org/drawingml/2006/main" noGrp="1"/>
          </p:cNvSpPr>
          <p:nvPr/>
        </p:nvSpPr>
        <p:spPr>
          <a:xfrm xmlns:a="http://schemas.openxmlformats.org/drawingml/2006/main">
            <a:off x="571500" y="4333875"/>
            <a:ext cx="8001000" cy="3771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76" b="1">
                <a:solidFill>
                  <a:srgbClr val="064F91"/>
                </a:solidFill>
                <a:latin typeface="Calibri"/>
                <a:ea typeface="Calibri"/>
                <a:cs typeface="Calibri"/>
              </a:defRPr>
            </a:pPr>
            <a:r>
              <a:rPr sz="1976" b="1">
                <a:solidFill>
                  <a:srgbClr val="064F91"/>
                </a:solidFill>
                <a:latin typeface="Calibri"/>
                <a:ea typeface="Calibri"/>
                <a:cs typeface="Calibri"/>
                <a:hlinkClick xmlns:r="http://schemas.openxmlformats.org/officeDocument/2006/relationships" r:id="Rca31977a3bae43d2"/>
              </a:rPr>
              <a:t>Kontroll av säkringar</a:t>
            </a:r>
          </a:p>
        </p:txBody>
      </p:sp>
      <p:sp>
        <p:nvSpPr>
          <p:cNvPr id="11" name="Husbilsvloggen · 7:59–11:02">
            <a:extLst xmlns:a="http://schemas.openxmlformats.org/drawingml/2006/main">
              <a:ext uri="{FF2B5EF4-FFF2-40B4-BE49-F238E27FC236}">
                <a16:creationId xmlns:a16="http://schemas.microsoft.com/office/drawing/2014/main" id="{5FC23F93-7552-4B2F-9CA1-8588FBBF11E3}"/>
              </a:ext>
            </a:extLst>
          </p:cNvPr>
          <p:cNvSpPr>
            <a:spLocks xmlns:a="http://schemas.openxmlformats.org/drawingml/2006/main" noGrp="1"/>
          </p:cNvSpPr>
          <p:nvPr/>
        </p:nvSpPr>
        <p:spPr>
          <a:xfrm xmlns:a="http://schemas.openxmlformats.org/drawingml/2006/main">
            <a:off x="571500" y="4676775"/>
            <a:ext cx="8001000" cy="27503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0">
                <a:solidFill>
                  <a:srgbClr val="505864"/>
                </a:solidFill>
                <a:latin typeface="Calibri"/>
                <a:ea typeface="Calibri"/>
                <a:cs typeface="Calibri"/>
              </a:defRPr>
            </a:pPr>
            <a:r>
              <a:rPr sz="1294" b="0">
                <a:solidFill>
                  <a:srgbClr val="505864"/>
                </a:solidFill>
                <a:latin typeface="Calibri"/>
                <a:ea typeface="Calibri"/>
                <a:cs typeface="Calibri"/>
              </a:rPr>
              <a:t>Husbilsvloggen · 7:59–11:02</a:t>
            </a:r>
          </a:p>
        </p:txBody>
      </p:sp>
      <p:sp>
        <p:nvSpPr>
          <p:cNvPr id="9001" name="Referens  Svenska filmer">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Referens  Svenska filmer</a:t>
            </a:r>
          </a:p>
        </p:txBody>
      </p:sp>
      <p:sp>
        <p:nvSpPr>
          <p:cNvPr id="9002" name="65">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69</a:t>
            </a:r>
          </a:p>
        </p:txBody>
      </p:sp>
    </p:spTree>
    <p:extLst>
      <p:ext uri="{BB962C8B-B14F-4D97-AF65-F5344CB8AC3E}">
        <p14:creationId xmlns:p14="http://schemas.microsoft.com/office/powerpoint/2010/main" val="2017428494"/>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0"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IdSjoskolanFooter"/>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Elteknik och ellära, kapitel 6, s. 46–52.">
            <a:extLst xmlns:a="http://schemas.openxmlformats.org/drawingml/2006/main">
              <a:ext uri="{FF2B5EF4-FFF2-40B4-BE49-F238E27FC236}">
                <a16:creationId xmlns:a16="http://schemas.microsoft.com/office/drawing/2014/main" id="{E628E3BD-CDB6-4DBA-BDA3-662A09261C79}"/>
              </a:ext>
            </a:extLst>
          </p:cNvPr>
          <p:cNvSpPr>
            <a:spLocks xmlns:a="http://schemas.openxmlformats.org/drawingml/2006/main" noGrp="1"/>
          </p:cNvSpPr>
          <p:nvPr/>
        </p:nvSpPr>
        <p:spPr>
          <a:xfrm xmlns:a="http://schemas.openxmlformats.org/drawingml/2006/main">
            <a:off x="500062" y="1976438"/>
            <a:ext cx="8072438" cy="5815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49" b="0">
                <a:solidFill>
                  <a:srgbClr val="111111"/>
                </a:solidFill>
                <a:latin typeface="Calibri"/>
                <a:ea typeface="Calibri"/>
                <a:cs typeface="Calibri"/>
              </a:defRPr>
            </a:pPr>
            <a:r>
              <a:rPr sz="1849" b="0">
                <a:solidFill>
                  <a:srgbClr val="111111"/>
                </a:solidFill>
                <a:latin typeface="Calibri"/>
                <a:ea typeface="Calibri"/>
                <a:cs typeface="Calibri"/>
              </a:rPr>
              <a:t>Elteknik och ellära, kapitel 6, s. 46–52.</a:t>
            </a:r>
          </a:p>
        </p:txBody>
      </p:sp>
      <p:sp>
        <p:nvSpPr>
          <p:cNvPr id="5" name="Kursunderlag YH03151 och vecka 39.">
            <a:extLst xmlns:a="http://schemas.openxmlformats.org/drawingml/2006/main">
              <a:ext uri="{FF2B5EF4-FFF2-40B4-BE49-F238E27FC236}">
                <a16:creationId xmlns:a16="http://schemas.microsoft.com/office/drawing/2014/main" id="{1C991ACB-63C3-4B2D-BE3F-A2ACBDBC68D0}"/>
              </a:ext>
            </a:extLst>
          </p:cNvPr>
          <p:cNvSpPr>
            <a:spLocks xmlns:a="http://schemas.openxmlformats.org/drawingml/2006/main" noGrp="1"/>
          </p:cNvSpPr>
          <p:nvPr/>
        </p:nvSpPr>
        <p:spPr>
          <a:xfrm xmlns:a="http://schemas.openxmlformats.org/drawingml/2006/main">
            <a:off x="500062" y="2605088"/>
            <a:ext cx="8072438" cy="5815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49" b="0">
                <a:solidFill>
                  <a:srgbClr val="111111"/>
                </a:solidFill>
                <a:latin typeface="Calibri"/>
                <a:ea typeface="Calibri"/>
                <a:cs typeface="Calibri"/>
              </a:defRPr>
            </a:pPr>
            <a:r>
              <a:rPr sz="1849" b="0">
                <a:solidFill>
                  <a:srgbClr val="111111"/>
                </a:solidFill>
                <a:latin typeface="Calibri"/>
                <a:ea typeface="Calibri"/>
                <a:cs typeface="Calibri"/>
              </a:rPr>
              <a:t>Kursunderlag YH03151 och vecka 39.</a:t>
            </a:r>
          </a:p>
        </p:txBody>
      </p:sp>
      <p:sp>
        <p:nvSpPr>
          <p:cNvPr id="6" name="Fluke: resistansmätning, felgränser, CAT och belastning">
            <a:extLst xmlns:a="http://schemas.openxmlformats.org/drawingml/2006/main">
              <a:ext uri="{FF2B5EF4-FFF2-40B4-BE49-F238E27FC236}">
                <a16:creationId xmlns:a16="http://schemas.microsoft.com/office/drawing/2014/main" id="{B8A15FCF-51CD-4750-AB8C-4964AC62F7E5}"/>
              </a:ext>
            </a:extLst>
          </p:cNvPr>
          <p:cNvSpPr>
            <a:spLocks xmlns:a="http://schemas.openxmlformats.org/drawingml/2006/main" noGrp="1"/>
          </p:cNvSpPr>
          <p:nvPr/>
        </p:nvSpPr>
        <p:spPr>
          <a:xfrm xmlns:a="http://schemas.openxmlformats.org/drawingml/2006/main">
            <a:off x="500062" y="3233738"/>
            <a:ext cx="8072438" cy="5815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49" b="0">
                <a:solidFill>
                  <a:srgbClr val="111111"/>
                </a:solidFill>
                <a:latin typeface="Calibri"/>
                <a:ea typeface="Calibri"/>
                <a:cs typeface="Calibri"/>
              </a:defRPr>
            </a:pPr>
            <a:r>
              <a:rPr sz="1849" b="0">
                <a:solidFill>
                  <a:srgbClr val="111111"/>
                </a:solidFill>
                <a:latin typeface="Calibri"/>
                <a:ea typeface="Calibri"/>
                <a:cs typeface="Calibri"/>
              </a:rPr>
              <a:t>Fluke: resistansmätning, felgränser, CAT och belastning.</a:t>
            </a:r>
          </a:p>
        </p:txBody>
      </p:sp>
      <p:sp>
        <p:nvSpPr>
          <p:cNvPr id="7" name="Labbinstrumentets manual: uttag, gränser och funktioner">
            <a:extLst xmlns:a="http://schemas.openxmlformats.org/drawingml/2006/main">
              <a:ext uri="{FF2B5EF4-FFF2-40B4-BE49-F238E27FC236}">
                <a16:creationId xmlns:a16="http://schemas.microsoft.com/office/drawing/2014/main" id="{8DB74E53-748A-4467-86DB-3F12DF6B82AE}"/>
              </a:ext>
            </a:extLst>
          </p:cNvPr>
          <p:cNvSpPr>
            <a:spLocks xmlns:a="http://schemas.openxmlformats.org/drawingml/2006/main" noGrp="1"/>
          </p:cNvSpPr>
          <p:nvPr/>
        </p:nvSpPr>
        <p:spPr>
          <a:xfrm xmlns:a="http://schemas.openxmlformats.org/drawingml/2006/main">
            <a:off x="500062" y="3862388"/>
            <a:ext cx="8072438" cy="5815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49" b="0">
                <a:solidFill>
                  <a:srgbClr val="111111"/>
                </a:solidFill>
                <a:latin typeface="Calibri"/>
                <a:ea typeface="Calibri"/>
                <a:cs typeface="Calibri"/>
              </a:defRPr>
            </a:pPr>
            <a:r>
              <a:rPr sz="1849" b="0">
                <a:solidFill>
                  <a:srgbClr val="111111"/>
                </a:solidFill>
                <a:latin typeface="Calibri"/>
                <a:ea typeface="Calibri"/>
                <a:cs typeface="Calibri"/>
              </a:rPr>
              <a:t>Labbinstrumentets manual: uttag, gränser och funktioner.</a:t>
            </a:r>
          </a:p>
        </p:txBody>
      </p:sp>
      <p:sp>
        <p:nvSpPr>
          <p:cNvPr id="8" name="Illustrationerna är AI-skapade undervisningsbilder.&#10;Fig">
            <a:extLst xmlns:a="http://schemas.openxmlformats.org/drawingml/2006/main">
              <a:ext uri="{FF2B5EF4-FFF2-40B4-BE49-F238E27FC236}">
                <a16:creationId xmlns:a16="http://schemas.microsoft.com/office/drawing/2014/main" id="{2CF6694E-196A-4175-A715-F8461B8D0BCC}"/>
              </a:ext>
            </a:extLst>
          </p:cNvPr>
          <p:cNvSpPr>
            <a:spLocks xmlns:a="http://schemas.openxmlformats.org/drawingml/2006/main" noGrp="1"/>
          </p:cNvSpPr>
          <p:nvPr/>
        </p:nvSpPr>
        <p:spPr>
          <a:xfrm xmlns:a="http://schemas.openxmlformats.org/drawingml/2006/main">
            <a:off x="500062" y="4698206"/>
            <a:ext cx="8143875" cy="691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94" b="0">
                <a:solidFill>
                  <a:srgbClr val="505864"/>
                </a:solidFill>
                <a:latin typeface="Calibri"/>
                <a:ea typeface="Calibri"/>
                <a:cs typeface="Calibri"/>
              </a:defRPr>
            </a:pPr>
            <a:r>
              <a:rPr sz="1294" b="0">
                <a:solidFill>
                  <a:srgbClr val="505864"/>
                </a:solidFill>
                <a:latin typeface="Calibri"/>
                <a:ea typeface="Calibri"/>
                <a:cs typeface="Calibri"/>
              </a:rPr>
              <a:t>Illustrationerna är AI-skapade undervisningsbilder.</a:t>
            </a:r>
          </a:p>
          <a:p xmlns:a="http://schemas.openxmlformats.org/drawingml/2006/main">
            <a:pPr algn="l">
              <a:defRPr sz="1294" b="0">
                <a:solidFill>
                  <a:srgbClr val="505864"/>
                </a:solidFill>
                <a:latin typeface="Calibri"/>
                <a:ea typeface="Calibri"/>
                <a:cs typeface="Calibri"/>
              </a:defRPr>
            </a:pPr>
            <a:r>
              <a:rPr sz="1294" b="0">
                <a:solidFill>
                  <a:srgbClr val="505864"/>
                </a:solidFill>
                <a:latin typeface="Calibri"/>
                <a:ea typeface="Calibri"/>
                <a:cs typeface="Calibri"/>
              </a:rPr>
              <a:t>Figurerna är förenklade modeller. Instrumentets manual gäller vid praktisk användning.</a:t>
            </a:r>
          </a:p>
        </p:txBody>
      </p:sp>
      <p:sp>
        <p:nvSpPr>
          <p:cNvPr id="9001" name="Källor och instrumentunderlag">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Källor och instrumentunderlag</a:t>
            </a:r>
          </a:p>
        </p:txBody>
      </p:sp>
      <p:sp>
        <p:nvSpPr>
          <p:cNvPr id="9002" name="66">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70</a:t>
            </a:r>
          </a:p>
        </p:txBody>
      </p:sp>
    </p:spTree>
    <p:extLst>
      <p:ext uri="{BB962C8B-B14F-4D97-AF65-F5344CB8AC3E}">
        <p14:creationId xmlns:p14="http://schemas.microsoft.com/office/powerpoint/2010/main" val="1607795584"/>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5"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f29615f254604dbd"/>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En spänningstopp är en kort och snabb ökning av spännin">
            <a:extLst xmlns:a="http://schemas.openxmlformats.org/drawingml/2006/main">
              <a:ext uri="{FF2B5EF4-FFF2-40B4-BE49-F238E27FC236}">
                <a16:creationId xmlns:a16="http://schemas.microsoft.com/office/drawing/2014/main" id="{BAF63051-6B12-4295-B19F-0C490E555ABE}"/>
              </a:ext>
            </a:extLst>
          </p:cNvPr>
          <p:cNvSpPr>
            <a:spLocks xmlns:a="http://schemas.openxmlformats.org/drawingml/2006/main" noGrp="1"/>
          </p:cNvSpPr>
          <p:nvPr/>
        </p:nvSpPr>
        <p:spPr>
          <a:xfrm xmlns:a="http://schemas.openxmlformats.org/drawingml/2006/main">
            <a:off x="500062" y="2119312"/>
            <a:ext cx="8072438" cy="801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12" b="0">
                <a:solidFill>
                  <a:srgbClr val="111111"/>
                </a:solidFill>
                <a:latin typeface="Calibri"/>
                <a:ea typeface="Calibri"/>
                <a:cs typeface="Calibri"/>
              </a:defRPr>
            </a:pPr>
            <a:r>
              <a:rPr sz="1912" b="0">
                <a:solidFill>
                  <a:srgbClr val="111111"/>
                </a:solidFill>
                <a:latin typeface="Calibri"/>
                <a:ea typeface="Calibri"/>
                <a:cs typeface="Calibri"/>
              </a:rPr>
              <a:t/>
            </a:r>
          </a:p>
        </p:txBody>
      </p:sp>
      <p:sp>
        <p:nvSpPr>
          <p:cNvPr id="5" name="CAT beskriver mätmiljön som instrumentet är provat för.">
            <a:extLst xmlns:a="http://schemas.openxmlformats.org/drawingml/2006/main">
              <a:ext uri="{FF2B5EF4-FFF2-40B4-BE49-F238E27FC236}">
                <a16:creationId xmlns:a16="http://schemas.microsoft.com/office/drawing/2014/main" id="{186B7525-BAFE-4A9C-9BCA-6247D8E4E2DD}"/>
              </a:ext>
            </a:extLst>
          </p:cNvPr>
          <p:cNvSpPr>
            <a:spLocks xmlns:a="http://schemas.openxmlformats.org/drawingml/2006/main" noGrp="1"/>
          </p:cNvSpPr>
          <p:nvPr/>
        </p:nvSpPr>
        <p:spPr>
          <a:xfrm xmlns:a="http://schemas.openxmlformats.org/drawingml/2006/main">
            <a:off x="500062" y="2947988"/>
            <a:ext cx="8072438" cy="801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12" b="0">
                <a:solidFill>
                  <a:srgbClr val="111111"/>
                </a:solidFill>
                <a:latin typeface="Calibri"/>
                <a:ea typeface="Calibri"/>
                <a:cs typeface="Calibri"/>
              </a:defRPr>
            </a:pPr>
            <a:r>
              <a:rPr sz="1912" b="0">
                <a:solidFill>
                  <a:srgbClr val="111111"/>
                </a:solidFill>
                <a:latin typeface="Calibri"/>
                <a:ea typeface="Calibri"/>
                <a:cs typeface="Calibri"/>
              </a:rPr>
              <a:t/>
            </a:r>
          </a:p>
        </p:txBody>
      </p:sp>
      <p:sp>
        <p:nvSpPr>
          <p:cNvPr id="6" name="Läs både CAT-kategori och märkspänning på mätare och sl">
            <a:extLst xmlns:a="http://schemas.openxmlformats.org/drawingml/2006/main">
              <a:ext uri="{FF2B5EF4-FFF2-40B4-BE49-F238E27FC236}">
                <a16:creationId xmlns:a16="http://schemas.microsoft.com/office/drawing/2014/main" id="{B83221B6-E90B-4AD2-A7D4-3EEF7CE67834}"/>
              </a:ext>
            </a:extLst>
          </p:cNvPr>
          <p:cNvSpPr>
            <a:spLocks xmlns:a="http://schemas.openxmlformats.org/drawingml/2006/main" noGrp="1"/>
          </p:cNvSpPr>
          <p:nvPr/>
        </p:nvSpPr>
        <p:spPr>
          <a:xfrm xmlns:a="http://schemas.openxmlformats.org/drawingml/2006/main">
            <a:off x="500062" y="3776662"/>
            <a:ext cx="8072438" cy="801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12" b="0">
                <a:solidFill>
                  <a:srgbClr val="111111"/>
                </a:solidFill>
                <a:latin typeface="Calibri"/>
                <a:ea typeface="Calibri"/>
                <a:cs typeface="Calibri"/>
              </a:defRPr>
            </a:pPr>
            <a:r>
              <a:rPr sz="1912" b="0">
                <a:solidFill>
                  <a:srgbClr val="111111"/>
                </a:solidFill>
                <a:latin typeface="Calibri"/>
                <a:ea typeface="Calibri"/>
                <a:cs typeface="Calibri"/>
              </a:rPr>
              <a:t/>
            </a:r>
          </a:p>
        </p:txBody>
      </p:sp>
      <p:sp>
        <p:nvSpPr>
          <p:cNvPr id="7" name="Den del som har lägst relevant märkning begränsar utrus">
            <a:extLst xmlns:a="http://schemas.openxmlformats.org/drawingml/2006/main">
              <a:ext uri="{FF2B5EF4-FFF2-40B4-BE49-F238E27FC236}">
                <a16:creationId xmlns:a16="http://schemas.microsoft.com/office/drawing/2014/main" id="{3CE22913-4286-4876-8B84-B56E8705096A}"/>
              </a:ext>
            </a:extLst>
          </p:cNvPr>
          <p:cNvSpPr>
            <a:spLocks xmlns:a="http://schemas.openxmlformats.org/drawingml/2006/main" noGrp="1"/>
          </p:cNvSpPr>
          <p:nvPr/>
        </p:nvSpPr>
        <p:spPr>
          <a:xfrm xmlns:a="http://schemas.openxmlformats.org/drawingml/2006/main">
            <a:off x="400050" y="5133975"/>
            <a:ext cx="8358188"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688" b="0">
                <a:solidFill>
                  <a:srgbClr val="111111"/>
                </a:solidFill>
                <a:latin typeface="Calibri"/>
                <a:ea typeface="Calibri"/>
                <a:cs typeface="Calibri"/>
              </a:defRPr>
            </a:pPr>
            <a:r>
              <a:rPr sz="1688" b="0">
                <a:solidFill>
                  <a:srgbClr val="111111"/>
                </a:solidFill>
                <a:latin typeface="Calibri"/>
                <a:ea typeface="Calibri"/>
                <a:cs typeface="Calibri"/>
              </a:rPr>
              <a:t>Äldre CAT I: kretsar utan direkt nätanslutning.</a:t>
            </a:r>
          </a:p>
          <a:p xmlns:a="http://schemas.openxmlformats.org/drawingml/2006/main">
            <a:pPr algn="l">
              <a:buNone/>
              <a:defRPr sz="1688" b="0">
                <a:solidFill>
                  <a:srgbClr val="111111"/>
                </a:solidFill>
                <a:latin typeface="Calibri"/>
                <a:ea typeface="Calibri"/>
                <a:cs typeface="Calibri"/>
              </a:defRPr>
            </a:pPr>
            <a:r>
              <a:rPr sz="1688" b="0">
                <a:solidFill>
                  <a:srgbClr val="111111"/>
                </a:solidFill>
                <a:latin typeface="Calibri"/>
                <a:ea typeface="Calibri"/>
                <a:cs typeface="Calibri"/>
              </a:rPr>
              <a:t>Utanför CAT II–IV gäller tillverkarens särskilda gränser.</a:t>
            </a:r>
          </a:p>
        </p:txBody>
      </p:sp>
      <p:sp>
        <p:nvSpPr>
          <p:cNvPr id="9001" name="CAT och korta spänningstoppar">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Kategoriernas mätmiljöer</a:t>
            </a:r>
          </a:p>
        </p:txBody>
      </p:sp>
      <p:sp>
        <p:nvSpPr>
          <p:cNvPr id="9002" name="33">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34</a:t>
            </a:r>
          </a:p>
        </p:txBody>
      </p:sp>
      <p:graphicFrame>
        <p:nvGraphicFramePr>
          <p:cNvPr id="9012" name=""/>
          <p:cNvGraphicFramePr/>
          <p:nvPr/>
        </p:nvGraphicFramePr>
        <p:xfrm>
          <a:off xmlns:a="http://schemas.openxmlformats.org/drawingml/2006/main" x="400050" y="1695450"/>
          <a:ext xmlns:a="http://schemas.openxmlformats.org/drawingml/2006/main" cx="8343900" cy="3181350"/>
        </p:xfrm>
        <a:graphic xmlns:a="http://schemas.openxmlformats.org/drawingml/2006/main">
          <a:graphicData uri="http://schemas.openxmlformats.org/drawingml/2006/table">
            <a:tbl>
              <a:tblPr firstRow="0" bandRow="0"/>
              <a:tblGrid>
                <a:gridCol w="1333500"/>
                <a:gridCol w="2276475"/>
                <a:gridCol w="4733925"/>
              </a:tblGrid>
              <a:tr h="476250">
                <a:tc>
                  <a:txBody>
                    <a:bodyPr>
                      <a:noAutofit/>
                    </a:bodyPr>
                    <a:lstStyle/>
                    <a:p>
                      <a:pPr algn="l"/>
                      <a:r>
                        <a:rPr sz="1785" b="1">
                          <a:solidFill>
                            <a:srgbClr val="111111"/>
                          </a:solidFill>
                          <a:latin typeface="Calibri"/>
                          <a:ea typeface="Calibri"/>
                          <a:cs typeface="Calibri"/>
                        </a:rPr>
                        <a:t>Kategori</a:t>
                      </a:r>
                    </a:p>
                  </a:txBody>
                  <a:tcPr marL="95250" marR="95250" marT="85725" marB="85725" anchor="ctr">
                    <a:solidFill>
                      <a:srgbClr val="E8F1F6"/>
                    </a:solidFill>
                  </a:tcPr>
                </a:tc>
                <a:tc>
                  <a:txBody>
                    <a:bodyPr>
                      <a:noAutofit/>
                    </a:bodyPr>
                    <a:lstStyle/>
                    <a:p>
                      <a:pPr algn="l"/>
                      <a:r>
                        <a:rPr sz="1785" b="1">
                          <a:solidFill>
                            <a:srgbClr val="111111"/>
                          </a:solidFill>
                          <a:latin typeface="Calibri"/>
                          <a:ea typeface="Calibri"/>
                          <a:cs typeface="Calibri"/>
                        </a:rPr>
                        <a:t>Mätmiljö</a:t>
                      </a:r>
                    </a:p>
                  </a:txBody>
                  <a:tcPr marL="95250" marR="95250" marT="85725" marB="85725" anchor="ctr">
                    <a:solidFill>
                      <a:srgbClr val="E8F1F6"/>
                    </a:solidFill>
                  </a:tcPr>
                </a:tc>
                <a:tc>
                  <a:txBody>
                    <a:bodyPr>
                      <a:noAutofit/>
                    </a:bodyPr>
                    <a:lstStyle/>
                    <a:p>
                      <a:pPr algn="l"/>
                      <a:r>
                        <a:rPr sz="1785" b="1">
                          <a:solidFill>
                            <a:srgbClr val="111111"/>
                          </a:solidFill>
                          <a:latin typeface="Calibri"/>
                          <a:ea typeface="Calibri"/>
                          <a:cs typeface="Calibri"/>
                        </a:rPr>
                        <a:t>Typiska exempel</a:t>
                      </a:r>
                    </a:p>
                  </a:txBody>
                  <a:tcPr marL="95250" marR="95250" marT="85725" marB="85725" anchor="ctr">
                    <a:solidFill>
                      <a:srgbClr val="E8F1F6"/>
                    </a:solidFill>
                  </a:tcPr>
                </a:tc>
              </a:tr>
              <a:tr h="866775">
                <a:tc>
                  <a:txBody>
                    <a:bodyPr>
                      <a:noAutofit/>
                    </a:bodyPr>
                    <a:lstStyle/>
                    <a:p>
                      <a:pPr algn="l"/>
                      <a:r>
                        <a:rPr sz="1785" b="1">
                          <a:solidFill>
                            <a:srgbClr val="111111"/>
                          </a:solidFill>
                          <a:latin typeface="Calibri"/>
                          <a:ea typeface="Calibri"/>
                          <a:cs typeface="Calibri"/>
                        </a:rPr>
                        <a:t>CAT II</a:t>
                      </a:r>
                    </a:p>
                  </a:txBody>
                  <a:tcPr marL="95250" marR="95250" marT="85725" marB="85725" anchor="ctr">
                    <a:solidFill>
                      <a:srgbClr val="FFFFFF"/>
                    </a:solidFill>
                  </a:tcPr>
                </a:tc>
                <a:tc>
                  <a:txBody>
                    <a:bodyPr>
                      <a:noAutofit/>
                    </a:bodyPr>
                    <a:lstStyle/>
                    <a:p>
                      <a:pPr algn="l"/>
                      <a:r>
                        <a:rPr sz="1785" b="0">
                          <a:solidFill>
                            <a:srgbClr val="111111"/>
                          </a:solidFill>
                          <a:latin typeface="Calibri"/>
                          <a:ea typeface="Calibri"/>
                          <a:cs typeface="Calibri"/>
                        </a:rPr>
                        <a:t>Förbrukarsidan</a:t>
                      </a:r>
                    </a:p>
                  </a:txBody>
                  <a:tcPr marL="95250" marR="95250" marT="85725" marB="85725" anchor="ctr">
                    <a:solidFill>
                      <a:srgbClr val="FFFFFF"/>
                    </a:solidFill>
                  </a:tcPr>
                </a:tc>
                <a:tc>
                  <a:txBody>
                    <a:bodyPr>
                      <a:noAutofit/>
                    </a:bodyPr>
                    <a:lstStyle/>
                    <a:p>
                      <a:pPr algn="l"/>
                      <a:r>
                        <a:rPr sz="1785" b="0">
                          <a:solidFill>
                            <a:srgbClr val="111111"/>
                          </a:solidFill>
                          <a:latin typeface="Calibri"/>
                          <a:ea typeface="Calibri"/>
                          <a:cs typeface="Calibri"/>
                        </a:rPr>
                        <a:t>Stickproppsanslutna apparater.</a:t>
                      </a:r>
                    </a:p>
                    <a:p>
                      <a:pPr algn="l"/>
                      <a:r>
                        <a:rPr sz="1785" b="0">
                          <a:solidFill>
                            <a:srgbClr val="111111"/>
                          </a:solidFill>
                          <a:latin typeface="Calibri"/>
                          <a:ea typeface="Calibri"/>
                          <a:cs typeface="Calibri"/>
                        </a:rPr>
                        <a:t>Uttagets förbrukarsida.</a:t>
                      </a:r>
                    </a:p>
                  </a:txBody>
                  <a:tcPr marL="95250" marR="95250" marT="85725" marB="85725" anchor="ctr">
                    <a:solidFill>
                      <a:srgbClr val="FFFFFF"/>
                    </a:solidFill>
                  </a:tcPr>
                </a:tc>
              </a:tr>
              <a:tr h="971550">
                <a:tc>
                  <a:txBody>
                    <a:bodyPr>
                      <a:noAutofit/>
                    </a:bodyPr>
                    <a:lstStyle/>
                    <a:p>
                      <a:pPr algn="l"/>
                      <a:r>
                        <a:rPr sz="1785" b="1">
                          <a:solidFill>
                            <a:srgbClr val="111111"/>
                          </a:solidFill>
                          <a:latin typeface="Calibri"/>
                          <a:ea typeface="Calibri"/>
                          <a:cs typeface="Calibri"/>
                        </a:rPr>
                        <a:t>CAT III</a:t>
                      </a:r>
                    </a:p>
                  </a:txBody>
                  <a:tcPr marL="95250" marR="95250" marT="85725" marB="85725" anchor="ctr">
                    <a:solidFill>
                      <a:srgbClr val="FFFFFF"/>
                    </a:solidFill>
                  </a:tcPr>
                </a:tc>
                <a:tc>
                  <a:txBody>
                    <a:bodyPr>
                      <a:noAutofit/>
                    </a:bodyPr>
                    <a:lstStyle/>
                    <a:p>
                      <a:pPr algn="l"/>
                      <a:r>
                        <a:rPr sz="1785" b="0">
                          <a:solidFill>
                            <a:srgbClr val="111111"/>
                          </a:solidFill>
                          <a:latin typeface="Calibri"/>
                          <a:ea typeface="Calibri"/>
                          <a:cs typeface="Calibri"/>
                        </a:rPr>
                        <a:t>Fast installation</a:t>
                      </a:r>
                    </a:p>
                  </a:txBody>
                  <a:tcPr marL="95250" marR="95250" marT="85725" marB="85725" anchor="ctr">
                    <a:solidFill>
                      <a:srgbClr val="FFFFFF"/>
                    </a:solidFill>
                  </a:tcPr>
                </a:tc>
                <a:tc>
                  <a:txBody>
                    <a:bodyPr>
                      <a:noAutofit/>
                    </a:bodyPr>
                    <a:lstStyle/>
                    <a:p>
                      <a:pPr algn="l"/>
                      <a:r>
                        <a:rPr sz="1785" b="0">
                          <a:solidFill>
                            <a:srgbClr val="111111"/>
                          </a:solidFill>
                          <a:latin typeface="Calibri"/>
                          <a:ea typeface="Calibri"/>
                          <a:cs typeface="Calibri"/>
                        </a:rPr>
                        <a:t>Elcentraler, fast ledningsdragning</a:t>
                      </a:r>
                    </a:p>
                    <a:p>
                      <a:pPr algn="l"/>
                      <a:r>
                        <a:rPr sz="1785" b="0">
                          <a:solidFill>
                            <a:srgbClr val="111111"/>
                          </a:solidFill>
                          <a:latin typeface="Calibri"/>
                          <a:ea typeface="Calibri"/>
                          <a:cs typeface="Calibri"/>
                        </a:rPr>
                        <a:t>och fast anslutna motorer. Även enfas.</a:t>
                      </a:r>
                    </a:p>
                  </a:txBody>
                  <a:tcPr marL="95250" marR="95250" marT="85725" marB="85725" anchor="ctr">
                    <a:solidFill>
                      <a:srgbClr val="FFFFFF"/>
                    </a:solidFill>
                  </a:tcPr>
                </a:tc>
              </a:tr>
              <a:tr h="866775">
                <a:tc>
                  <a:txBody>
                    <a:bodyPr>
                      <a:noAutofit/>
                    </a:bodyPr>
                    <a:lstStyle/>
                    <a:p>
                      <a:pPr algn="l"/>
                      <a:r>
                        <a:rPr sz="1785" b="1">
                          <a:solidFill>
                            <a:srgbClr val="111111"/>
                          </a:solidFill>
                          <a:latin typeface="Calibri"/>
                          <a:ea typeface="Calibri"/>
                          <a:cs typeface="Calibri"/>
                        </a:rPr>
                        <a:t>CAT IV</a:t>
                      </a:r>
                    </a:p>
                  </a:txBody>
                  <a:tcPr marL="95250" marR="95250" marT="85725" marB="85725" anchor="ctr">
                    <a:solidFill>
                      <a:srgbClr val="FFFFFF"/>
                    </a:solidFill>
                  </a:tcPr>
                </a:tc>
                <a:tc>
                  <a:txBody>
                    <a:bodyPr>
                      <a:noAutofit/>
                    </a:bodyPr>
                    <a:lstStyle/>
                    <a:p>
                      <a:pPr algn="l"/>
                      <a:r>
                        <a:rPr sz="1785" b="0">
                          <a:solidFill>
                            <a:srgbClr val="111111"/>
                          </a:solidFill>
                          <a:latin typeface="Calibri"/>
                          <a:ea typeface="Calibri"/>
                          <a:cs typeface="Calibri"/>
                        </a:rPr>
                        <a:t>Installationens</a:t>
                      </a:r>
                    </a:p>
                    <a:p>
                      <a:pPr algn="l"/>
                      <a:r>
                        <a:rPr sz="1785" b="0">
                          <a:solidFill>
                            <a:srgbClr val="111111"/>
                          </a:solidFill>
                          <a:latin typeface="Calibri"/>
                          <a:ea typeface="Calibri"/>
                          <a:cs typeface="Calibri"/>
                        </a:rPr>
                        <a:t>matningspunkt</a:t>
                      </a:r>
                    </a:p>
                  </a:txBody>
                  <a:tcPr marL="95250" marR="95250" marT="85725" marB="85725" anchor="ctr">
                    <a:solidFill>
                      <a:srgbClr val="FFFFFF"/>
                    </a:solidFill>
                  </a:tcPr>
                </a:tc>
                <a:tc>
                  <a:txBody>
                    <a:bodyPr>
                      <a:noAutofit/>
                    </a:bodyPr>
                    <a:lstStyle/>
                    <a:p>
                      <a:pPr algn="l"/>
                      <a:r>
                        <a:rPr sz="1785" b="0">
                          <a:solidFill>
                            <a:srgbClr val="111111"/>
                          </a:solidFill>
                          <a:latin typeface="Calibri"/>
                          <a:ea typeface="Calibri"/>
                          <a:cs typeface="Calibri"/>
                        </a:rPr>
                        <a:t>Servisanslutning och inkommande</a:t>
                      </a:r>
                    </a:p>
                    <a:p>
                      <a:pPr algn="l"/>
                      <a:r>
                        <a:rPr sz="1785" b="0">
                          <a:solidFill>
                            <a:srgbClr val="111111"/>
                          </a:solidFill>
                          <a:latin typeface="Calibri"/>
                          <a:ea typeface="Calibri"/>
                          <a:cs typeface="Calibri"/>
                        </a:rPr>
                        <a:t>ledare före huvudsäkringen.</a:t>
                      </a:r>
                    </a:p>
                  </a:txBody>
                  <a:tcPr marL="95250" marR="95250" marT="85725" marB="85725" anchor="ctr">
                    <a:solidFill>
                      <a:srgbClr val="FFFFFF"/>
                    </a:solidFill>
                  </a:tcPr>
                </a:tc>
              </a:tr>
            </a:tbl>
          </a:graphicData>
        </a:graphic>
      </p:graphicFrame>
    </p:spTree>
    <p:extLst>
      <p:ext uri="{BB962C8B-B14F-4D97-AF65-F5344CB8AC3E}">
        <p14:creationId xmlns:p14="http://schemas.microsoft.com/office/powerpoint/2010/main" val="1905264567"/>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7"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79c617e0e86e4332"/>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En spänningstopp är en kort och snabb ökning av spännin">
            <a:extLst xmlns:a="http://schemas.openxmlformats.org/drawingml/2006/main">
              <a:ext uri="{FF2B5EF4-FFF2-40B4-BE49-F238E27FC236}">
                <a16:creationId xmlns:a16="http://schemas.microsoft.com/office/drawing/2014/main" id="{BAF63051-6B12-4295-B19F-0C490E555ABE}"/>
              </a:ext>
            </a:extLst>
          </p:cNvPr>
          <p:cNvSpPr>
            <a:spLocks xmlns:a="http://schemas.openxmlformats.org/drawingml/2006/main" noGrp="1"/>
          </p:cNvSpPr>
          <p:nvPr/>
        </p:nvSpPr>
        <p:spPr>
          <a:xfrm xmlns:a="http://schemas.openxmlformats.org/drawingml/2006/main">
            <a:off x="590550" y="17145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3975" b="1">
                <a:solidFill>
                  <a:srgbClr val="064F91"/>
                </a:solidFill>
                <a:latin typeface="Calibri"/>
                <a:ea typeface="Calibri"/>
                <a:cs typeface="Calibri"/>
              </a:defRPr>
            </a:pPr>
            <a:r>
              <a:rPr sz="3975" b="1">
                <a:solidFill>
                  <a:srgbClr val="064F91"/>
                </a:solidFill>
                <a:latin typeface="Calibri"/>
                <a:ea typeface="Calibri"/>
                <a:cs typeface="Calibri"/>
              </a:rPr>
              <a:t>CAT III</a:t>
            </a:r>
          </a:p>
        </p:txBody>
      </p:sp>
      <p:sp>
        <p:nvSpPr>
          <p:cNvPr id="5" name="CAT beskriver mätmiljön som instrumentet är provat för.">
            <a:extLst xmlns:a="http://schemas.openxmlformats.org/drawingml/2006/main">
              <a:ext uri="{FF2B5EF4-FFF2-40B4-BE49-F238E27FC236}">
                <a16:creationId xmlns:a16="http://schemas.microsoft.com/office/drawing/2014/main" id="{186B7525-BAFE-4A9C-9BCA-6247D8E4E2DD}"/>
              </a:ext>
            </a:extLst>
          </p:cNvPr>
          <p:cNvSpPr>
            <a:spLocks xmlns:a="http://schemas.openxmlformats.org/drawingml/2006/main" noGrp="1"/>
          </p:cNvSpPr>
          <p:nvPr/>
        </p:nvSpPr>
        <p:spPr>
          <a:xfrm xmlns:a="http://schemas.openxmlformats.org/drawingml/2006/main">
            <a:off x="4933950" y="1714500"/>
            <a:ext cx="3619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3975" b="1">
                <a:solidFill>
                  <a:srgbClr val="064F91"/>
                </a:solidFill>
                <a:latin typeface="Calibri"/>
                <a:ea typeface="Calibri"/>
                <a:cs typeface="Calibri"/>
              </a:defRPr>
            </a:pPr>
            <a:r>
              <a:rPr sz="3975" b="1">
                <a:solidFill>
                  <a:srgbClr val="064F91"/>
                </a:solidFill>
                <a:latin typeface="Calibri"/>
                <a:ea typeface="Calibri"/>
                <a:cs typeface="Calibri"/>
              </a:rPr>
              <a:t>600 V</a:t>
            </a:r>
          </a:p>
        </p:txBody>
      </p:sp>
      <p:sp>
        <p:nvSpPr>
          <p:cNvPr id="6" name="Läs både CAT-kategori och märkspänning på mätare och sl">
            <a:extLst xmlns:a="http://schemas.openxmlformats.org/drawingml/2006/main">
              <a:ext uri="{FF2B5EF4-FFF2-40B4-BE49-F238E27FC236}">
                <a16:creationId xmlns:a16="http://schemas.microsoft.com/office/drawing/2014/main" id="{B83221B6-E90B-4AD2-A7D4-3EEF7CE67834}"/>
              </a:ext>
            </a:extLst>
          </p:cNvPr>
          <p:cNvSpPr>
            <a:spLocks xmlns:a="http://schemas.openxmlformats.org/drawingml/2006/main" noGrp="1"/>
          </p:cNvSpPr>
          <p:nvPr/>
        </p:nvSpPr>
        <p:spPr>
          <a:xfrm xmlns:a="http://schemas.openxmlformats.org/drawingml/2006/main">
            <a:off x="590550" y="2571750"/>
            <a:ext cx="3619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13" b="0">
                <a:solidFill>
                  <a:srgbClr val="111111"/>
                </a:solidFill>
                <a:latin typeface="Calibri"/>
                <a:ea typeface="Calibri"/>
                <a:cs typeface="Calibri"/>
              </a:defRPr>
            </a:pPr>
            <a:r>
              <a:rPr sz="1913" b="0">
                <a:solidFill>
                  <a:srgbClr val="111111"/>
                </a:solidFill>
                <a:latin typeface="Calibri"/>
                <a:ea typeface="Calibri"/>
                <a:cs typeface="Calibri"/>
              </a:rPr>
              <a:t>Kategori för mätmiljön.</a:t>
            </a:r>
          </a:p>
          <a:p xmlns:a="http://schemas.openxmlformats.org/drawingml/2006/main">
            <a:pPr algn="ctr">
              <a:buNone/>
              <a:defRPr sz="1913" b="0">
                <a:solidFill>
                  <a:srgbClr val="111111"/>
                </a:solidFill>
                <a:latin typeface="Calibri"/>
                <a:ea typeface="Calibri"/>
                <a:cs typeface="Calibri"/>
              </a:defRPr>
            </a:pPr>
            <a:r>
              <a:rPr sz="1913" b="0">
                <a:solidFill>
                  <a:srgbClr val="111111"/>
                </a:solidFill>
                <a:latin typeface="Calibri"/>
                <a:ea typeface="Calibri"/>
                <a:cs typeface="Calibri"/>
              </a:rPr>
              <a:t>Här: fast installation.</a:t>
            </a:r>
          </a:p>
        </p:txBody>
      </p:sp>
      <p:sp>
        <p:nvSpPr>
          <p:cNvPr id="7" name="Den del som har lägst relevant märkning begränsar utrus">
            <a:extLst xmlns:a="http://schemas.openxmlformats.org/drawingml/2006/main">
              <a:ext uri="{FF2B5EF4-FFF2-40B4-BE49-F238E27FC236}">
                <a16:creationId xmlns:a16="http://schemas.microsoft.com/office/drawing/2014/main" id="{3CE22913-4286-4876-8B84-B56E8705096A}"/>
              </a:ext>
            </a:extLst>
          </p:cNvPr>
          <p:cNvSpPr>
            <a:spLocks xmlns:a="http://schemas.openxmlformats.org/drawingml/2006/main" noGrp="1"/>
          </p:cNvSpPr>
          <p:nvPr/>
        </p:nvSpPr>
        <p:spPr>
          <a:xfrm xmlns:a="http://schemas.openxmlformats.org/drawingml/2006/main">
            <a:off x="4933950" y="2571750"/>
            <a:ext cx="3619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13" b="0">
                <a:solidFill>
                  <a:srgbClr val="111111"/>
                </a:solidFill>
                <a:latin typeface="Calibri"/>
                <a:ea typeface="Calibri"/>
                <a:cs typeface="Calibri"/>
              </a:defRPr>
            </a:pPr>
            <a:r>
              <a:rPr sz="1913" b="0">
                <a:solidFill>
                  <a:srgbClr val="111111"/>
                </a:solidFill>
                <a:latin typeface="Calibri"/>
                <a:ea typeface="Calibri"/>
                <a:cs typeface="Calibri"/>
              </a:rPr>
              <a:t>Märkspänning till jord</a:t>
            </a:r>
          </a:p>
          <a:p xmlns:a="http://schemas.openxmlformats.org/drawingml/2006/main">
            <a:pPr algn="ctr">
              <a:buNone/>
              <a:defRPr sz="1913" b="0">
                <a:solidFill>
                  <a:srgbClr val="111111"/>
                </a:solidFill>
                <a:latin typeface="Calibri"/>
                <a:ea typeface="Calibri"/>
                <a:cs typeface="Calibri"/>
              </a:defRPr>
            </a:pPr>
            <a:r>
              <a:rPr sz="1913" b="0">
                <a:solidFill>
                  <a:srgbClr val="111111"/>
                </a:solidFill>
                <a:latin typeface="Calibri"/>
                <a:ea typeface="Calibri"/>
                <a:cs typeface="Calibri"/>
              </a:rPr>
              <a:t>i den angivna kategorin.</a:t>
            </a:r>
          </a:p>
        </p:txBody>
      </p:sp>
      <p:sp>
        <p:nvSpPr>
          <p:cNvPr id="9001" name="CAT och korta spänningstoppar">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CAT-kategori och märkspänning</a:t>
            </a:r>
          </a:p>
        </p:txBody>
      </p:sp>
      <p:sp>
        <p:nvSpPr>
          <p:cNvPr id="9002" name="33">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35</a:t>
            </a:r>
          </a:p>
        </p:txBody>
      </p:sp>
      <p:sp>
        <p:nvSpPr>
          <p:cNvPr id="9004" name="">
            <a:extLst xmlns:a="http://schemas.openxmlformats.org/drawingml/2006/main">
              <a:ext uri="{FF2B5EF4-FFF2-40B4-BE49-F238E27FC236}">
                <a16:creationId xmlns:a16="http://schemas.microsoft.com/office/drawing/2014/main" id="{F9AB001D-8506-4758-A05E-09463E18FC3D}"/>
              </a:ext>
            </a:extLst>
          </p:cNvPr>
          <p:cNvSpPr>
            <a:spLocks xmlns:a="http://schemas.openxmlformats.org/drawingml/2006/main" noGrp="1"/>
          </p:cNvSpPr>
          <p:nvPr/>
        </p:nvSpPr>
        <p:spPr>
          <a:xfrm xmlns:a="http://schemas.openxmlformats.org/drawingml/2006/main">
            <a:off x="400050" y="3667125"/>
            <a:ext cx="8343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85" b="0">
                <a:solidFill>
                  <a:srgbClr val="111111"/>
                </a:solidFill>
                <a:latin typeface="Calibri"/>
                <a:ea typeface="Calibri"/>
                <a:cs typeface="Calibri"/>
              </a:defRPr>
            </a:pPr>
            <a:r>
              <a:rPr sz="1785" b="0">
                <a:solidFill>
                  <a:srgbClr val="111111"/>
                </a:solidFill>
                <a:latin typeface="Calibri"/>
                <a:ea typeface="Calibri"/>
                <a:cs typeface="Calibri"/>
              </a:rPr>
              <a:t>Manualen anger också tillåten spänning mellan mätuttagen.</a:t>
            </a:r>
          </a:p>
        </p:txBody>
      </p:sp>
      <p:sp>
        <p:nvSpPr>
          <p:cNvPr id="9005" name="">
            <a:extLst xmlns:a="http://schemas.openxmlformats.org/drawingml/2006/main">
              <a:ext uri="{FF2B5EF4-FFF2-40B4-BE49-F238E27FC236}">
                <a16:creationId xmlns:a16="http://schemas.microsoft.com/office/drawing/2014/main" id="{E7F81F59-5583-48ED-8A15-920850EC2491}"/>
              </a:ext>
            </a:extLst>
          </p:cNvPr>
          <p:cNvSpPr>
            <a:spLocks xmlns:a="http://schemas.openxmlformats.org/drawingml/2006/main" noGrp="1"/>
          </p:cNvSpPr>
          <p:nvPr/>
        </p:nvSpPr>
        <p:spPr>
          <a:xfrm xmlns:a="http://schemas.openxmlformats.org/drawingml/2006/main">
            <a:off x="400050" y="4324350"/>
            <a:ext cx="83439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13" b="1">
                <a:solidFill>
                  <a:srgbClr val="064F91"/>
                </a:solidFill>
                <a:latin typeface="Calibri"/>
                <a:ea typeface="Calibri"/>
                <a:cs typeface="Calibri"/>
              </a:defRPr>
            </a:pPr>
            <a:r>
              <a:rPr sz="1913" b="1">
                <a:solidFill>
                  <a:srgbClr val="064F91"/>
                </a:solidFill>
                <a:latin typeface="Calibri"/>
                <a:ea typeface="Calibri"/>
                <a:cs typeface="Calibri"/>
              </a:rPr>
              <a:t>Samma instrument kan exempelvis vara märkt</a:t>
            </a:r>
          </a:p>
          <a:p xmlns:a="http://schemas.openxmlformats.org/drawingml/2006/main">
            <a:pPr algn="l">
              <a:defRPr sz="1913" b="1">
                <a:solidFill>
                  <a:srgbClr val="064F91"/>
                </a:solidFill>
                <a:latin typeface="Calibri"/>
                <a:ea typeface="Calibri"/>
                <a:cs typeface="Calibri"/>
              </a:defRPr>
            </a:pPr>
            <a:r>
              <a:rPr sz="1913" b="1">
                <a:solidFill>
                  <a:srgbClr val="064F91"/>
                </a:solidFill>
                <a:latin typeface="Calibri"/>
                <a:ea typeface="Calibri"/>
                <a:cs typeface="Calibri"/>
              </a:rPr>
              <a:t>CAT III 1 000 V och CAT IV 600 V.</a:t>
            </a:r>
          </a:p>
        </p:txBody>
      </p:sp>
      <p:sp>
        <p:nvSpPr>
          <p:cNvPr id="9006" name="">
            <a:extLst xmlns:a="http://schemas.openxmlformats.org/drawingml/2006/main">
              <a:ext uri="{FF2B5EF4-FFF2-40B4-BE49-F238E27FC236}">
                <a16:creationId xmlns:a16="http://schemas.microsoft.com/office/drawing/2014/main" id="{F2E6DEB7-6729-4894-8C90-8799D1E0E723}"/>
              </a:ext>
            </a:extLst>
          </p:cNvPr>
          <p:cNvSpPr>
            <a:spLocks xmlns:a="http://schemas.openxmlformats.org/drawingml/2006/main" noGrp="1"/>
          </p:cNvSpPr>
          <p:nvPr/>
        </p:nvSpPr>
        <p:spPr>
          <a:xfrm xmlns:a="http://schemas.openxmlformats.org/drawingml/2006/main">
            <a:off x="400050" y="5286375"/>
            <a:ext cx="8343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85" b="1">
                <a:solidFill>
                  <a:srgbClr val="111111"/>
                </a:solidFill>
                <a:latin typeface="Calibri"/>
                <a:ea typeface="Calibri"/>
                <a:cs typeface="Calibri"/>
              </a:defRPr>
            </a:pPr>
            <a:r>
              <a:rPr sz="1785" b="1">
                <a:solidFill>
                  <a:srgbClr val="111111"/>
                </a:solidFill>
                <a:latin typeface="Calibri"/>
                <a:ea typeface="Calibri"/>
                <a:cs typeface="Calibri"/>
              </a:rPr>
              <a:t>Högre kategori kräver inte automatiskt lägre märkspänning.</a:t>
            </a:r>
          </a:p>
        </p:txBody>
      </p:sp>
    </p:spTree>
    <p:extLst>
      <p:ext uri="{BB962C8B-B14F-4D97-AF65-F5344CB8AC3E}">
        <p14:creationId xmlns:p14="http://schemas.microsoft.com/office/powerpoint/2010/main" val="190526456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5"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5cb55b596de94375"/>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En spänningstopp är en kort och snabb ökning av spännin">
            <a:extLst xmlns:a="http://schemas.openxmlformats.org/drawingml/2006/main">
              <a:ext uri="{FF2B5EF4-FFF2-40B4-BE49-F238E27FC236}">
                <a16:creationId xmlns:a16="http://schemas.microsoft.com/office/drawing/2014/main" id="{BAF63051-6B12-4295-B19F-0C490E555ABE}"/>
              </a:ext>
            </a:extLst>
          </p:cNvPr>
          <p:cNvSpPr>
            <a:spLocks xmlns:a="http://schemas.openxmlformats.org/drawingml/2006/main" noGrp="1"/>
          </p:cNvSpPr>
          <p:nvPr/>
        </p:nvSpPr>
        <p:spPr>
          <a:xfrm xmlns:a="http://schemas.openxmlformats.org/drawingml/2006/main">
            <a:off x="400050" y="1562100"/>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13" b="1">
                <a:solidFill>
                  <a:srgbClr val="064F91"/>
                </a:solidFill>
                <a:latin typeface="Calibri"/>
                <a:ea typeface="Calibri"/>
                <a:cs typeface="Calibri"/>
              </a:defRPr>
            </a:pPr>
            <a:r>
              <a:rPr sz="1913" b="1">
                <a:solidFill>
                  <a:srgbClr val="064F91"/>
                </a:solidFill>
                <a:latin typeface="Calibri"/>
                <a:ea typeface="Calibri"/>
                <a:cs typeface="Calibri"/>
              </a:rPr>
              <a:t>Exempel på standardiserade transientprov</a:t>
            </a:r>
          </a:p>
        </p:txBody>
      </p:sp>
      <p:sp>
        <p:nvSpPr>
          <p:cNvPr id="5" name="CAT beskriver mätmiljön som instrumentet är provat för.">
            <a:extLst xmlns:a="http://schemas.openxmlformats.org/drawingml/2006/main">
              <a:ext uri="{FF2B5EF4-FFF2-40B4-BE49-F238E27FC236}">
                <a16:creationId xmlns:a16="http://schemas.microsoft.com/office/drawing/2014/main" id="{186B7525-BAFE-4A9C-9BCA-6247D8E4E2DD}"/>
              </a:ext>
            </a:extLst>
          </p:cNvPr>
          <p:cNvSpPr>
            <a:spLocks xmlns:a="http://schemas.openxmlformats.org/drawingml/2006/main" noGrp="1"/>
          </p:cNvSpPr>
          <p:nvPr/>
        </p:nvSpPr>
        <p:spPr>
          <a:xfrm xmlns:a="http://schemas.openxmlformats.org/drawingml/2006/main">
            <a:off x="400050" y="4676775"/>
            <a:ext cx="8343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785" b="0">
                <a:solidFill>
                  <a:srgbClr val="111111"/>
                </a:solidFill>
                <a:latin typeface="Calibri"/>
                <a:ea typeface="Calibri"/>
                <a:cs typeface="Calibri"/>
              </a:defRPr>
            </a:pPr>
            <a:r>
              <a:rPr sz="1785" b="0">
                <a:solidFill>
                  <a:srgbClr val="111111"/>
                </a:solidFill>
                <a:latin typeface="Calibri"/>
                <a:ea typeface="Calibri"/>
                <a:cs typeface="Calibri"/>
              </a:rPr>
              <a:t>Lägre källresistans ger större ström vid samma provspänning.</a:t>
            </a:r>
          </a:p>
        </p:txBody>
      </p:sp>
      <p:sp>
        <p:nvSpPr>
          <p:cNvPr id="6" name="Läs både CAT-kategori och märkspänning på mätare och sl">
            <a:extLst xmlns:a="http://schemas.openxmlformats.org/drawingml/2006/main">
              <a:ext uri="{FF2B5EF4-FFF2-40B4-BE49-F238E27FC236}">
                <a16:creationId xmlns:a16="http://schemas.microsoft.com/office/drawing/2014/main" id="{B83221B6-E90B-4AD2-A7D4-3EEF7CE67834}"/>
              </a:ext>
            </a:extLst>
          </p:cNvPr>
          <p:cNvSpPr>
            <a:spLocks xmlns:a="http://schemas.openxmlformats.org/drawingml/2006/main" noGrp="1"/>
          </p:cNvSpPr>
          <p:nvPr/>
        </p:nvSpPr>
        <p:spPr>
          <a:xfrm xmlns:a="http://schemas.openxmlformats.org/drawingml/2006/main">
            <a:off x="500062" y="3776662"/>
            <a:ext cx="8072438" cy="8015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12" b="0">
                <a:solidFill>
                  <a:srgbClr val="111111"/>
                </a:solidFill>
                <a:latin typeface="Calibri"/>
                <a:ea typeface="Calibri"/>
                <a:cs typeface="Calibri"/>
              </a:defRPr>
            </a:pPr>
            <a:r>
              <a:rPr sz="1912" b="0">
                <a:solidFill>
                  <a:srgbClr val="111111"/>
                </a:solidFill>
                <a:latin typeface="Calibri"/>
                <a:ea typeface="Calibri"/>
                <a:cs typeface="Calibri"/>
              </a:rPr>
              <a:t/>
            </a:r>
          </a:p>
        </p:txBody>
      </p:sp>
      <p:sp>
        <p:nvSpPr>
          <p:cNvPr id="7" name="Den del som har lägst relevant märkning begränsar utrus">
            <a:extLst xmlns:a="http://schemas.openxmlformats.org/drawingml/2006/main">
              <a:ext uri="{FF2B5EF4-FFF2-40B4-BE49-F238E27FC236}">
                <a16:creationId xmlns:a16="http://schemas.microsoft.com/office/drawing/2014/main" id="{3CE22913-4286-4876-8B84-B56E8705096A}"/>
              </a:ext>
            </a:extLst>
          </p:cNvPr>
          <p:cNvSpPr>
            <a:spLocks xmlns:a="http://schemas.openxmlformats.org/drawingml/2006/main" noGrp="1"/>
          </p:cNvSpPr>
          <p:nvPr/>
        </p:nvSpPr>
        <p:spPr>
          <a:xfrm xmlns:a="http://schemas.openxmlformats.org/drawingml/2006/main">
            <a:off x="400050" y="5295900"/>
            <a:ext cx="8343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785" b="1">
                <a:solidFill>
                  <a:srgbClr val="111111"/>
                </a:solidFill>
                <a:latin typeface="Calibri"/>
                <a:ea typeface="Calibri"/>
                <a:cs typeface="Calibri"/>
              </a:defRPr>
            </a:pPr>
            <a:r>
              <a:rPr sz="1785" b="1">
                <a:solidFill>
                  <a:srgbClr val="111111"/>
                </a:solidFill>
                <a:latin typeface="Calibri"/>
                <a:ea typeface="Calibri"/>
                <a:cs typeface="Calibri"/>
              </a:rPr>
              <a:t>Provimpulsen är kortvarig. Den är ingen tillåten mätspänning.</a:t>
            </a:r>
          </a:p>
        </p:txBody>
      </p:sp>
      <p:sp>
        <p:nvSpPr>
          <p:cNvPr id="9001" name="CAT och korta spänningstoppar">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Högre voltal ersätter inte rätt CAT</a:t>
            </a:r>
          </a:p>
        </p:txBody>
      </p:sp>
      <p:sp>
        <p:nvSpPr>
          <p:cNvPr id="9002" name="33">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36</a:t>
            </a:r>
          </a:p>
        </p:txBody>
      </p:sp>
      <p:graphicFrame>
        <p:nvGraphicFramePr>
          <p:cNvPr id="9012" name=""/>
          <p:cNvGraphicFramePr/>
          <p:nvPr/>
        </p:nvGraphicFramePr>
        <p:xfrm>
          <a:off xmlns:a="http://schemas.openxmlformats.org/drawingml/2006/main" x="400050" y="2076450"/>
          <a:ext xmlns:a="http://schemas.openxmlformats.org/drawingml/2006/main" cx="8343900" cy="2419350"/>
        </p:xfrm>
        <a:graphic xmlns:a="http://schemas.openxmlformats.org/drawingml/2006/main">
          <a:graphicData uri="http://schemas.openxmlformats.org/drawingml/2006/table">
            <a:tbl>
              <a:tblPr firstRow="0" bandRow="0"/>
              <a:tblGrid>
                <a:gridCol w="2809875"/>
                <a:gridCol w="2619375"/>
                <a:gridCol w="2914650"/>
              </a:tblGrid>
              <a:tr h="533400">
                <a:tc>
                  <a:txBody>
                    <a:bodyPr>
                      <a:noAutofit/>
                    </a:bodyPr>
                    <a:lstStyle/>
                    <a:p>
                      <a:pPr algn="l"/>
                      <a:r>
                        <a:rPr sz="1913" b="1">
                          <a:solidFill>
                            <a:srgbClr val="111111"/>
                          </a:solidFill>
                          <a:latin typeface="Calibri"/>
                          <a:ea typeface="Calibri"/>
                          <a:cs typeface="Calibri"/>
                        </a:rPr>
                        <a:t>Märkning</a:t>
                      </a:r>
                    </a:p>
                  </a:txBody>
                  <a:tcPr marL="95250" marR="95250" marT="85725" marB="85725" anchor="ctr">
                    <a:solidFill>
                      <a:srgbClr val="E8F1F6"/>
                    </a:solidFill>
                  </a:tcPr>
                </a:tc>
                <a:tc>
                  <a:txBody>
                    <a:bodyPr>
                      <a:noAutofit/>
                    </a:bodyPr>
                    <a:lstStyle/>
                    <a:p>
                      <a:pPr algn="l"/>
                      <a:r>
                        <a:rPr sz="1913" b="1">
                          <a:solidFill>
                            <a:srgbClr val="111111"/>
                          </a:solidFill>
                          <a:latin typeface="Calibri"/>
                          <a:ea typeface="Calibri"/>
                          <a:cs typeface="Calibri"/>
                        </a:rPr>
                        <a:t>Kort provimpuls</a:t>
                      </a:r>
                    </a:p>
                  </a:txBody>
                  <a:tcPr marL="95250" marR="95250" marT="85725" marB="85725" anchor="ctr">
                    <a:solidFill>
                      <a:srgbClr val="E8F1F6"/>
                    </a:solidFill>
                  </a:tcPr>
                </a:tc>
                <a:tc>
                  <a:txBody>
                    <a:bodyPr>
                      <a:noAutofit/>
                    </a:bodyPr>
                    <a:lstStyle/>
                    <a:p>
                      <a:pPr algn="l"/>
                      <a:r>
                        <a:rPr sz="1913" b="1">
                          <a:solidFill>
                            <a:srgbClr val="111111"/>
                          </a:solidFill>
                          <a:latin typeface="Calibri"/>
                          <a:ea typeface="Calibri"/>
                          <a:cs typeface="Calibri"/>
                        </a:rPr>
                        <a:t>Provkällans resistans</a:t>
                      </a:r>
                    </a:p>
                  </a:txBody>
                  <a:tcPr marL="95250" marR="95250" marT="85725" marB="85725" anchor="ctr">
                    <a:solidFill>
                      <a:srgbClr val="E8F1F6"/>
                    </a:solidFill>
                  </a:tcPr>
                </a:tc>
              </a:tr>
              <a:tr h="628650">
                <a:tc>
                  <a:txBody>
                    <a:bodyPr>
                      <a:noAutofit/>
                    </a:bodyPr>
                    <a:lstStyle/>
                    <a:p>
                      <a:pPr algn="l"/>
                      <a:r>
                        <a:rPr sz="1913" b="1">
                          <a:solidFill>
                            <a:srgbClr val="111111"/>
                          </a:solidFill>
                          <a:latin typeface="Calibri"/>
                          <a:ea typeface="Calibri"/>
                          <a:cs typeface="Calibri"/>
                        </a:rPr>
                        <a:t>CAT II 1 000 V</a:t>
                      </a:r>
                    </a:p>
                  </a:txBody>
                  <a:tcPr marL="95250" marR="95250" marT="85725" marB="85725" anchor="ctr">
                    <a:solidFill>
                      <a:srgbClr val="FFFFFF"/>
                    </a:solidFill>
                  </a:tcPr>
                </a:tc>
                <a:tc>
                  <a:txBody>
                    <a:bodyPr>
                      <a:noAutofit/>
                    </a:bodyPr>
                    <a:lstStyle/>
                    <a:p>
                      <a:pPr algn="l"/>
                      <a:r>
                        <a:rPr sz="1913" b="0">
                          <a:solidFill>
                            <a:srgbClr val="111111"/>
                          </a:solidFill>
                          <a:latin typeface="Calibri"/>
                          <a:ea typeface="Calibri"/>
                          <a:cs typeface="Calibri"/>
                        </a:rPr>
                        <a:t>6 000 V</a:t>
                      </a:r>
                    </a:p>
                  </a:txBody>
                  <a:tcPr marL="95250" marR="95250" marT="85725" marB="85725" anchor="ctr">
                    <a:solidFill>
                      <a:srgbClr val="FFFFFF"/>
                    </a:solidFill>
                  </a:tcPr>
                </a:tc>
                <a:tc>
                  <a:txBody>
                    <a:bodyPr>
                      <a:noAutofit/>
                    </a:bodyPr>
                    <a:lstStyle/>
                    <a:p>
                      <a:pPr algn="l"/>
                      <a:r>
                        <a:rPr sz="1913" b="0">
                          <a:solidFill>
                            <a:srgbClr val="111111"/>
                          </a:solidFill>
                          <a:latin typeface="Calibri"/>
                          <a:ea typeface="Calibri"/>
                          <a:cs typeface="Calibri"/>
                        </a:rPr>
                        <a:t>12 Ω</a:t>
                      </a:r>
                    </a:p>
                  </a:txBody>
                  <a:tcPr marL="95250" marR="95250" marT="85725" marB="85725" anchor="ctr">
                    <a:solidFill>
                      <a:srgbClr val="FFFFFF"/>
                    </a:solidFill>
                  </a:tcPr>
                </a:tc>
              </a:tr>
              <a:tr h="628650">
                <a:tc>
                  <a:txBody>
                    <a:bodyPr>
                      <a:noAutofit/>
                    </a:bodyPr>
                    <a:lstStyle/>
                    <a:p>
                      <a:pPr algn="l"/>
                      <a:r>
                        <a:rPr sz="1913" b="1">
                          <a:solidFill>
                            <a:srgbClr val="111111"/>
                          </a:solidFill>
                          <a:latin typeface="Calibri"/>
                          <a:ea typeface="Calibri"/>
                          <a:cs typeface="Calibri"/>
                        </a:rPr>
                        <a:t>CAT III 600 V</a:t>
                      </a:r>
                    </a:p>
                  </a:txBody>
                  <a:tcPr marL="95250" marR="95250" marT="85725" marB="85725" anchor="ctr">
                    <a:solidFill>
                      <a:srgbClr val="FFFFFF"/>
                    </a:solidFill>
                  </a:tcPr>
                </a:tc>
                <a:tc>
                  <a:txBody>
                    <a:bodyPr>
                      <a:noAutofit/>
                    </a:bodyPr>
                    <a:lstStyle/>
                    <a:p>
                      <a:pPr algn="l"/>
                      <a:r>
                        <a:rPr sz="1913" b="0">
                          <a:solidFill>
                            <a:srgbClr val="111111"/>
                          </a:solidFill>
                          <a:latin typeface="Calibri"/>
                          <a:ea typeface="Calibri"/>
                          <a:cs typeface="Calibri"/>
                        </a:rPr>
                        <a:t>6 000 V</a:t>
                      </a:r>
                    </a:p>
                  </a:txBody>
                  <a:tcPr marL="95250" marR="95250" marT="85725" marB="85725" anchor="ctr">
                    <a:solidFill>
                      <a:srgbClr val="FFFFFF"/>
                    </a:solidFill>
                  </a:tcPr>
                </a:tc>
                <a:tc>
                  <a:txBody>
                    <a:bodyPr>
                      <a:noAutofit/>
                    </a:bodyPr>
                    <a:lstStyle/>
                    <a:p>
                      <a:pPr algn="l"/>
                      <a:r>
                        <a:rPr sz="1913" b="0">
                          <a:solidFill>
                            <a:srgbClr val="111111"/>
                          </a:solidFill>
                          <a:latin typeface="Calibri"/>
                          <a:ea typeface="Calibri"/>
                          <a:cs typeface="Calibri"/>
                        </a:rPr>
                        <a:t>2 Ω</a:t>
                      </a:r>
                    </a:p>
                  </a:txBody>
                  <a:tcPr marL="95250" marR="95250" marT="85725" marB="85725" anchor="ctr">
                    <a:solidFill>
                      <a:srgbClr val="FFFFFF"/>
                    </a:solidFill>
                  </a:tcPr>
                </a:tc>
              </a:tr>
              <a:tr h="628650">
                <a:tc>
                  <a:txBody>
                    <a:bodyPr>
                      <a:noAutofit/>
                    </a:bodyPr>
                    <a:lstStyle/>
                    <a:p>
                      <a:pPr algn="l"/>
                      <a:r>
                        <a:rPr sz="1913" b="1">
                          <a:solidFill>
                            <a:srgbClr val="111111"/>
                          </a:solidFill>
                          <a:latin typeface="Calibri"/>
                          <a:ea typeface="Calibri"/>
                          <a:cs typeface="Calibri"/>
                        </a:rPr>
                        <a:t>CAT IV 600 V</a:t>
                      </a:r>
                    </a:p>
                  </a:txBody>
                  <a:tcPr marL="95250" marR="95250" marT="85725" marB="85725" anchor="ctr">
                    <a:solidFill>
                      <a:srgbClr val="FFFFFF"/>
                    </a:solidFill>
                  </a:tcPr>
                </a:tc>
                <a:tc>
                  <a:txBody>
                    <a:bodyPr>
                      <a:noAutofit/>
                    </a:bodyPr>
                    <a:lstStyle/>
                    <a:p>
                      <a:pPr algn="l"/>
                      <a:r>
                        <a:rPr sz="1913" b="0">
                          <a:solidFill>
                            <a:srgbClr val="111111"/>
                          </a:solidFill>
                          <a:latin typeface="Calibri"/>
                          <a:ea typeface="Calibri"/>
                          <a:cs typeface="Calibri"/>
                        </a:rPr>
                        <a:t>8 000 V</a:t>
                      </a:r>
                    </a:p>
                  </a:txBody>
                  <a:tcPr marL="95250" marR="95250" marT="85725" marB="85725" anchor="ctr">
                    <a:solidFill>
                      <a:srgbClr val="FFFFFF"/>
                    </a:solidFill>
                  </a:tcPr>
                </a:tc>
                <a:tc>
                  <a:txBody>
                    <a:bodyPr>
                      <a:noAutofit/>
                    </a:bodyPr>
                    <a:lstStyle/>
                    <a:p>
                      <a:pPr algn="l"/>
                      <a:r>
                        <a:rPr sz="1913" b="0">
                          <a:solidFill>
                            <a:srgbClr val="111111"/>
                          </a:solidFill>
                          <a:latin typeface="Calibri"/>
                          <a:ea typeface="Calibri"/>
                          <a:cs typeface="Calibri"/>
                        </a:rPr>
                        <a:t>2 Ω</a:t>
                      </a:r>
                    </a:p>
                  </a:txBody>
                  <a:tcPr marL="95250" marR="95250" marT="85725" marB="85725" anchor="ctr">
                    <a:solidFill>
                      <a:srgbClr val="FFFFFF"/>
                    </a:solidFill>
                  </a:tcPr>
                </a:tc>
              </a:tr>
            </a:tbl>
          </a:graphicData>
        </a:graphic>
      </p:graphicFrame>
    </p:spTree>
    <p:extLst>
      <p:ext uri="{BB962C8B-B14F-4D97-AF65-F5344CB8AC3E}">
        <p14:creationId xmlns:p14="http://schemas.microsoft.com/office/powerpoint/2010/main" val="1905264567"/>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005" name="Sjöskolans originalsidfot"/>
          <p:cNvPicPr>
            <a:picLocks xmlns:a="http://schemas.openxmlformats.org/drawingml/2006/main" noChangeAspect="1"/>
          </p:cNvPicPr>
          <p:nvPr/>
        </p:nvPicPr>
        <p:blipFill>
          <a:blip xmlns:r="http://schemas.openxmlformats.org/officeDocument/2006/relationships" xmlns:a="http://schemas.openxmlformats.org/drawingml/2006/main" r:embed="R804c4f12bfe848db"/>
          <a:stretch xmlns:a="http://schemas.openxmlformats.org/drawingml/2006/main">
            <a:fillRect l="0" t="0" r="0" b="0"/>
          </a:stretch>
        </p:blipFill>
        <p:spPr>
          <a:xfrm xmlns:a="http://schemas.openxmlformats.org/drawingml/2006/main">
            <a:off x="0" y="6098791"/>
            <a:ext cx="9144006" cy="763524"/>
          </a:xfrm>
          <a:prstGeom xmlns:a="http://schemas.openxmlformats.org/drawingml/2006/main" prst="rect">
            <a:avLst/>
          </a:prstGeom>
        </p:spPr>
      </p:pic>
      <p:sp>
        <p:nvSpPr>
          <p:cNvPr id="4" name="En spänningstopp är en kort och snabb ökning av spännin">
            <a:extLst xmlns:a="http://schemas.openxmlformats.org/drawingml/2006/main">
              <a:ext uri="{FF2B5EF4-FFF2-40B4-BE49-F238E27FC236}">
                <a16:creationId xmlns:a16="http://schemas.microsoft.com/office/drawing/2014/main" id="{BAF63051-6B12-4295-B19F-0C490E555ABE}"/>
              </a:ext>
            </a:extLst>
          </p:cNvPr>
          <p:cNvSpPr>
            <a:spLocks xmlns:a="http://schemas.openxmlformats.org/drawingml/2006/main" noGrp="1"/>
          </p:cNvSpPr>
          <p:nvPr/>
        </p:nvSpPr>
        <p:spPr>
          <a:xfrm xmlns:a="http://schemas.openxmlformats.org/drawingml/2006/main">
            <a:off x="500063" y="1743075"/>
            <a:ext cx="8072438"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13" b="0">
                <a:solidFill>
                  <a:srgbClr val="111111"/>
                </a:solidFill>
                <a:latin typeface="Calibri"/>
                <a:ea typeface="Calibri"/>
                <a:cs typeface="Calibri"/>
              </a:defRPr>
            </a:pPr>
            <a:r>
              <a:rPr sz="1913" b="0">
                <a:solidFill>
                  <a:srgbClr val="111111"/>
                </a:solidFill>
                <a:latin typeface="Calibri"/>
                <a:ea typeface="Calibri"/>
                <a:cs typeface="Calibri"/>
              </a:rPr>
              <a:t>1. Fastställ mätpunktens kategori.</a:t>
            </a:r>
          </a:p>
          <a:p xmlns:a="http://schemas.openxmlformats.org/drawingml/2006/main">
            <a:pPr algn="l">
              <a:buNone/>
              <a:defRPr sz="1913" b="0">
                <a:solidFill>
                  <a:srgbClr val="111111"/>
                </a:solidFill>
                <a:latin typeface="Calibri"/>
                <a:ea typeface="Calibri"/>
                <a:cs typeface="Calibri"/>
              </a:defRPr>
            </a:pPr>
            <a:r>
              <a:rPr sz="1913" b="0">
                <a:solidFill>
                  <a:srgbClr val="111111"/>
                </a:solidFill>
                <a:latin typeface="Calibri"/>
                <a:ea typeface="Calibri"/>
                <a:cs typeface="Calibri"/>
              </a:rPr>
              <a:t>    Välj utrustning för denna kategori eller högre.</a:t>
            </a:r>
          </a:p>
        </p:txBody>
      </p:sp>
      <p:sp>
        <p:nvSpPr>
          <p:cNvPr id="5" name="CAT beskriver mätmiljön som instrumentet är provat för.">
            <a:extLst xmlns:a="http://schemas.openxmlformats.org/drawingml/2006/main">
              <a:ext uri="{FF2B5EF4-FFF2-40B4-BE49-F238E27FC236}">
                <a16:creationId xmlns:a16="http://schemas.microsoft.com/office/drawing/2014/main" id="{186B7525-BAFE-4A9C-9BCA-6247D8E4E2DD}"/>
              </a:ext>
            </a:extLst>
          </p:cNvPr>
          <p:cNvSpPr>
            <a:spLocks xmlns:a="http://schemas.openxmlformats.org/drawingml/2006/main" noGrp="1"/>
          </p:cNvSpPr>
          <p:nvPr/>
        </p:nvSpPr>
        <p:spPr>
          <a:xfrm xmlns:a="http://schemas.openxmlformats.org/drawingml/2006/main">
            <a:off x="500063" y="2733675"/>
            <a:ext cx="8072438"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13" b="0">
                <a:solidFill>
                  <a:srgbClr val="111111"/>
                </a:solidFill>
                <a:latin typeface="Calibri"/>
                <a:ea typeface="Calibri"/>
                <a:cs typeface="Calibri"/>
              </a:defRPr>
            </a:pPr>
            <a:r>
              <a:rPr sz="1913" b="0">
                <a:solidFill>
                  <a:srgbClr val="111111"/>
                </a:solidFill>
                <a:latin typeface="Calibri"/>
                <a:ea typeface="Calibri"/>
                <a:cs typeface="Calibri"/>
              </a:rPr>
              <a:t>2. Kontrollera spänningsgränserna.</a:t>
            </a:r>
          </a:p>
          <a:p xmlns:a="http://schemas.openxmlformats.org/drawingml/2006/main">
            <a:pPr algn="l">
              <a:buNone/>
              <a:defRPr sz="1913" b="0">
                <a:solidFill>
                  <a:srgbClr val="111111"/>
                </a:solidFill>
                <a:latin typeface="Calibri"/>
                <a:ea typeface="Calibri"/>
                <a:cs typeface="Calibri"/>
              </a:defRPr>
            </a:pPr>
            <a:r>
              <a:rPr sz="1913" b="0">
                <a:solidFill>
                  <a:srgbClr val="111111"/>
                </a:solidFill>
                <a:latin typeface="Calibri"/>
                <a:ea typeface="Calibri"/>
                <a:cs typeface="Calibri"/>
              </a:rPr>
              <a:t>    Både till jord och mellan mätuttagen måste vara tillåtna.</a:t>
            </a:r>
          </a:p>
        </p:txBody>
      </p:sp>
      <p:sp>
        <p:nvSpPr>
          <p:cNvPr id="6" name="Läs både CAT-kategori och märkspänning på mätare och sl">
            <a:extLst xmlns:a="http://schemas.openxmlformats.org/drawingml/2006/main">
              <a:ext uri="{FF2B5EF4-FFF2-40B4-BE49-F238E27FC236}">
                <a16:creationId xmlns:a16="http://schemas.microsoft.com/office/drawing/2014/main" id="{B83221B6-E90B-4AD2-A7D4-3EEF7CE67834}"/>
              </a:ext>
            </a:extLst>
          </p:cNvPr>
          <p:cNvSpPr>
            <a:spLocks xmlns:a="http://schemas.openxmlformats.org/drawingml/2006/main" noGrp="1"/>
          </p:cNvSpPr>
          <p:nvPr/>
        </p:nvSpPr>
        <p:spPr>
          <a:xfrm xmlns:a="http://schemas.openxmlformats.org/drawingml/2006/main">
            <a:off x="500063" y="3724275"/>
            <a:ext cx="8072438"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913" b="0">
                <a:solidFill>
                  <a:srgbClr val="111111"/>
                </a:solidFill>
                <a:latin typeface="Calibri"/>
                <a:ea typeface="Calibri"/>
                <a:cs typeface="Calibri"/>
              </a:defRPr>
            </a:pPr>
            <a:r>
              <a:rPr sz="1913" b="0">
                <a:solidFill>
                  <a:srgbClr val="111111"/>
                </a:solidFill>
                <a:latin typeface="Calibri"/>
                <a:ea typeface="Calibri"/>
                <a:cs typeface="Calibri"/>
              </a:rPr>
              <a:t>3. Kontrollera hela mätutrustningen.</a:t>
            </a:r>
          </a:p>
          <a:p xmlns:a="http://schemas.openxmlformats.org/drawingml/2006/main">
            <a:pPr algn="l">
              <a:buNone/>
              <a:defRPr sz="1913" b="0">
                <a:solidFill>
                  <a:srgbClr val="111111"/>
                </a:solidFill>
                <a:latin typeface="Calibri"/>
                <a:ea typeface="Calibri"/>
                <a:cs typeface="Calibri"/>
              </a:defRPr>
            </a:pPr>
            <a:r>
              <a:rPr sz="1913" b="0">
                <a:solidFill>
                  <a:srgbClr val="111111"/>
                </a:solidFill>
                <a:latin typeface="Calibri"/>
                <a:ea typeface="Calibri"/>
                <a:cs typeface="Calibri"/>
              </a:rPr>
              <a:t>    Mätare, sladdar och spetsar måste alla uppfylla kravet.</a:t>
            </a:r>
          </a:p>
        </p:txBody>
      </p:sp>
      <p:sp>
        <p:nvSpPr>
          <p:cNvPr id="7" name="Den del som har lägst relevant märkning begränsar utrus">
            <a:extLst xmlns:a="http://schemas.openxmlformats.org/drawingml/2006/main">
              <a:ext uri="{FF2B5EF4-FFF2-40B4-BE49-F238E27FC236}">
                <a16:creationId xmlns:a16="http://schemas.microsoft.com/office/drawing/2014/main" id="{3CE22913-4286-4876-8B84-B56E8705096A}"/>
              </a:ext>
            </a:extLst>
          </p:cNvPr>
          <p:cNvSpPr>
            <a:spLocks xmlns:a="http://schemas.openxmlformats.org/drawingml/2006/main" noGrp="1"/>
          </p:cNvSpPr>
          <p:nvPr/>
        </p:nvSpPr>
        <p:spPr>
          <a:xfrm xmlns:a="http://schemas.openxmlformats.org/drawingml/2006/main">
            <a:off x="400050" y="5286375"/>
            <a:ext cx="8358188"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785" b="1">
                <a:solidFill>
                  <a:srgbClr val="111111"/>
                </a:solidFill>
                <a:latin typeface="Calibri"/>
                <a:ea typeface="Calibri"/>
                <a:cs typeface="Calibri"/>
              </a:defRPr>
            </a:pPr>
            <a:r>
              <a:rPr sz="1785" b="1">
                <a:solidFill>
                  <a:srgbClr val="111111"/>
                </a:solidFill>
                <a:latin typeface="Calibri"/>
                <a:ea typeface="Calibri"/>
                <a:cs typeface="Calibri"/>
              </a:rPr>
              <a:t>Mätare CAT IV + spetsar CAT II räcker inte för CAT III eller IV.</a:t>
            </a:r>
          </a:p>
        </p:txBody>
      </p:sp>
      <p:sp>
        <p:nvSpPr>
          <p:cNvPr id="9001" name="CAT och korta spänningstoppar">
            <a:extLst xmlns:a="http://schemas.openxmlformats.org/drawingml/2006/main">
              <a:ext uri="{FF2B5EF4-FFF2-40B4-BE49-F238E27FC236}">
                <a16:creationId xmlns:a16="http://schemas.microsoft.com/office/drawing/2014/main" id="{9591DAA4-C76C-4E43-A18F-4F01A7887C9A}"/>
              </a:ext>
            </a:extLst>
          </p:cNvPr>
          <p:cNvSpPr>
            <a:spLocks xmlns:a="http://schemas.openxmlformats.org/drawingml/2006/main" noGrp="1"/>
          </p:cNvSpPr>
          <p:nvPr/>
        </p:nvSpPr>
        <p:spPr>
          <a:xfrm xmlns:a="http://schemas.openxmlformats.org/drawingml/2006/main">
            <a:off x="428625" y="476250"/>
            <a:ext cx="828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3450" b="1">
                <a:solidFill>
                  <a:srgbClr val="111111"/>
                </a:solidFill>
                <a:latin typeface="Calibri"/>
                <a:ea typeface="Calibri"/>
                <a:cs typeface="Calibri"/>
              </a:defRPr>
            </a:pPr>
            <a:r>
              <a:rPr sz="3450" b="1">
                <a:solidFill>
                  <a:srgbClr val="111111"/>
                </a:solidFill>
                <a:latin typeface="Calibri"/>
                <a:ea typeface="Calibri"/>
                <a:cs typeface="Calibri"/>
              </a:rPr>
              <a:t>Val av mätare och tillbehör</a:t>
            </a:r>
          </a:p>
        </p:txBody>
      </p:sp>
      <p:sp>
        <p:nvSpPr>
          <p:cNvPr id="9002" name="33">
            <a:extLst xmlns:a="http://schemas.openxmlformats.org/drawingml/2006/main">
              <a:ext uri="{FF2B5EF4-FFF2-40B4-BE49-F238E27FC236}">
                <a16:creationId xmlns:a16="http://schemas.microsoft.com/office/drawing/2014/main" id="{62D5C7C2-1A48-4CF7-AAD6-6A294AC46838}"/>
              </a:ext>
            </a:extLst>
          </p:cNvPr>
          <p:cNvSpPr>
            <a:spLocks xmlns:a="http://schemas.openxmlformats.org/drawingml/2006/main" noGrp="1"/>
          </p:cNvSpPr>
          <p:nvPr/>
        </p:nvSpPr>
        <p:spPr>
          <a:xfrm xmlns:a="http://schemas.openxmlformats.org/drawingml/2006/main">
            <a:off x="8591550" y="643890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buNone/>
              <a:defRPr sz="1500" b="0">
                <a:solidFill>
                  <a:srgbClr val="FFFFFF"/>
                </a:solidFill>
                <a:latin typeface="Calibri"/>
                <a:ea typeface="Calibri"/>
                <a:cs typeface="Calibri"/>
              </a:defRPr>
            </a:pPr>
            <a:r>
              <a:rPr sz="1500" b="0">
                <a:solidFill>
                  <a:srgbClr val="FFFFFF"/>
                </a:solidFill>
                <a:latin typeface="Calibri"/>
                <a:ea typeface="Calibri"/>
                <a:cs typeface="Calibri"/>
              </a:rPr>
              <a:t>37</a:t>
            </a:r>
          </a:p>
        </p:txBody>
      </p:sp>
      <p:sp>
        <p:nvSpPr>
          <p:cNvPr id="9004" name="">
            <a:extLst xmlns:a="http://schemas.openxmlformats.org/drawingml/2006/main">
              <a:ext uri="{FF2B5EF4-FFF2-40B4-BE49-F238E27FC236}">
                <a16:creationId xmlns:a16="http://schemas.microsoft.com/office/drawing/2014/main" id="{8377599B-BCD3-4B52-BCB0-5D99445C94FC}"/>
              </a:ext>
            </a:extLst>
          </p:cNvPr>
          <p:cNvSpPr>
            <a:spLocks xmlns:a="http://schemas.openxmlformats.org/drawingml/2006/main" noGrp="1"/>
          </p:cNvSpPr>
          <p:nvPr/>
        </p:nvSpPr>
        <p:spPr>
          <a:xfrm xmlns:a="http://schemas.openxmlformats.org/drawingml/2006/main">
            <a:off x="500063" y="4695825"/>
            <a:ext cx="8072438"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85" b="0">
                <a:solidFill>
                  <a:srgbClr val="064F91"/>
                </a:solidFill>
                <a:latin typeface="Calibri"/>
                <a:ea typeface="Calibri"/>
                <a:cs typeface="Calibri"/>
              </a:defRPr>
            </a:pPr>
            <a:r>
              <a:rPr sz="1785" b="0">
                <a:solidFill>
                  <a:srgbClr val="064F91"/>
                </a:solidFill>
                <a:latin typeface="Calibri"/>
                <a:ea typeface="Calibri"/>
                <a:cs typeface="Calibri"/>
              </a:rPr>
              <a:t>Spetsskydd kan påverka CAT-märkningen. Följ manualen.</a:t>
            </a:r>
          </a:p>
        </p:txBody>
      </p:sp>
    </p:spTree>
    <p:extLst>
      <p:ext uri="{BB962C8B-B14F-4D97-AF65-F5344CB8AC3E}">
        <p14:creationId xmlns:p14="http://schemas.microsoft.com/office/powerpoint/2010/main" val="19052645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70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2026-09-24T18:25:35.8280000Z</dcterms:created>
  <dcterms:modified xsi:type="dcterms:W3CDTF">2026-09-24T18:25:35.8280000Z</dcterms:modified>
</coreProperties>
</file>