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4025359d631423d" Type="http://schemas.openxmlformats.org/officeDocument/2006/relationships/extended-properties" Target="docProps/app.xml"/><Relationship Id="R6f160b5c021044b5" Type="http://schemas.openxmlformats.org/officeDocument/2006/relationships/officeDocument" Target="ppt/presentation.xml"/><Relationship Id="Rcd5304576a874e5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4d345b6c5fd4976"/>
  </p:sldMasterIdLst>
  <p:sldIdLst>
    <p:sldId id="256" r:id="R9c8fa24dafcc487f"/>
    <p:sldId id="257" r:id="Rab2b0226606440ef"/>
    <p:sldId id="258" r:id="R95c4d0e42fa54ed5"/>
    <p:sldId id="259" r:id="Rd452b04c610c44fd"/>
    <p:sldId id="260" r:id="Ra43bc666d9654630"/>
    <p:sldId id="261" r:id="Rf301742479994e0e"/>
    <p:sldId id="262" r:id="R5bcdcf145a2e4728"/>
    <p:sldId id="263" r:id="Radc8f86a180349bd"/>
    <p:sldId id="264" r:id="R4a838b3901654367"/>
    <p:sldId id="265" r:id="R2729a431dee14857"/>
    <p:sldId id="266" r:id="R24261ad497a94c85"/>
    <p:sldId id="267" r:id="R954b81af0a43495d"/>
    <p:sldId id="268" r:id="Rd299780b6bc64e93"/>
    <p:sldId id="269" r:id="R4404302a48be4ed4"/>
    <p:sldId id="270" r:id="Re28aef78ff674755"/>
    <p:sldId id="271" r:id="R00e525d3680140f9"/>
    <p:sldId id="272" r:id="Rd5606f5692c648d8"/>
    <p:sldId id="273" r:id="Refaf45716b934a6c"/>
    <p:sldId id="274" r:id="Rca44dafb0a9545fb"/>
    <p:sldId id="275" r:id="R466d1635191a446c"/>
    <p:sldId id="276" r:id="R08091e9d5a824945"/>
    <p:sldId id="277" r:id="R8e3c3110c6a040e2"/>
    <p:sldId id="278" r:id="R0cb28efff4514205"/>
    <p:sldId id="279" r:id="R922310955d174d59"/>
    <p:sldId id="280" r:id="Rdc99626532804e09"/>
    <p:sldId id="281" r:id="R5f343039c2024ed4"/>
    <p:sldId id="282" r:id="R98d73b9459694e43"/>
    <p:sldId id="283" r:id="R8ab75f5722a64a52"/>
    <p:sldId id="284" r:id="Ra6f844e3e68a4a2e"/>
    <p:sldId id="285" r:id="Redaf75c8e21041fb"/>
    <p:sldId id="286" r:id="R91a4fae437e14759"/>
    <p:sldId id="287" r:id="R9148be13a4384f4e"/>
    <p:sldId id="288" r:id="R6678d6ece01a441d"/>
    <p:sldId id="289" r:id="Rf30f3c4ad530445a"/>
    <p:sldId id="290" r:id="Re0a9649dae924880"/>
    <p:sldId id="291" r:id="R34e99b1fce4c4ef5"/>
    <p:sldId id="292" r:id="Rc1c86f57d107400c"/>
    <p:sldId id="293" r:id="Re3efbc15da17427c"/>
    <p:sldId id="294" r:id="R4715aca91210494e"/>
    <p:sldId id="295" r:id="Rb3138545bfd14c2f"/>
    <p:sldId id="296" r:id="R82d13d09916743a7"/>
    <p:sldId id="297" r:id="Rc049746b7d6041a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0e525d3680140f9" Type="http://schemas.openxmlformats.org/officeDocument/2006/relationships/slide" Target="slides/slide16.xml"/><Relationship Id="R05bbce77e57542a7" Type="http://schemas.openxmlformats.org/officeDocument/2006/relationships/presProps" Target="presProps.xml"/><Relationship Id="R08091e9d5a824945" Type="http://schemas.openxmlformats.org/officeDocument/2006/relationships/slide" Target="slides/slide21.xml"/><Relationship Id="R0a5e4e66307b449f" Type="http://schemas.openxmlformats.org/officeDocument/2006/relationships/viewProps" Target="viewProps.xml"/><Relationship Id="R0cb28efff4514205" Type="http://schemas.openxmlformats.org/officeDocument/2006/relationships/slide" Target="slides/slide23.xml"/><Relationship Id="R0d1282655283482c" Type="http://schemas.openxmlformats.org/officeDocument/2006/relationships/theme" Target="theme/theme1.xml"/><Relationship Id="R24261ad497a94c85" Type="http://schemas.openxmlformats.org/officeDocument/2006/relationships/slide" Target="slides/slide11.xml"/><Relationship Id="R2729a431dee14857" Type="http://schemas.openxmlformats.org/officeDocument/2006/relationships/slide" Target="slides/slide10.xml"/><Relationship Id="R34d345b6c5fd4976" Type="http://schemas.openxmlformats.org/officeDocument/2006/relationships/slideMaster" Target="slideMasters/slideMaster1.xml"/><Relationship Id="R34e99b1fce4c4ef5" Type="http://schemas.openxmlformats.org/officeDocument/2006/relationships/slide" Target="slides/slide36.xml"/><Relationship Id="R4404302a48be4ed4" Type="http://schemas.openxmlformats.org/officeDocument/2006/relationships/slide" Target="slides/slide14.xml"/><Relationship Id="R466d1635191a446c" Type="http://schemas.openxmlformats.org/officeDocument/2006/relationships/slide" Target="slides/slide20.xml"/><Relationship Id="R4715aca91210494e" Type="http://schemas.openxmlformats.org/officeDocument/2006/relationships/slide" Target="slides/slide39.xml"/><Relationship Id="R4a838b3901654367" Type="http://schemas.openxmlformats.org/officeDocument/2006/relationships/slide" Target="slides/slide9.xml"/><Relationship Id="R5bcdcf145a2e4728" Type="http://schemas.openxmlformats.org/officeDocument/2006/relationships/slide" Target="slides/slide7.xml"/><Relationship Id="R5f343039c2024ed4" Type="http://schemas.openxmlformats.org/officeDocument/2006/relationships/slide" Target="slides/slide26.xml"/><Relationship Id="R6678d6ece01a441d" Type="http://schemas.openxmlformats.org/officeDocument/2006/relationships/slide" Target="slides/slide33.xml"/><Relationship Id="R82d13d09916743a7" Type="http://schemas.openxmlformats.org/officeDocument/2006/relationships/slide" Target="slides/slide41.xml"/><Relationship Id="R8ab75f5722a64a52" Type="http://schemas.openxmlformats.org/officeDocument/2006/relationships/slide" Target="slides/slide28.xml"/><Relationship Id="R8e3c3110c6a040e2" Type="http://schemas.openxmlformats.org/officeDocument/2006/relationships/slide" Target="slides/slide22.xml"/><Relationship Id="R9148be13a4384f4e" Type="http://schemas.openxmlformats.org/officeDocument/2006/relationships/slide" Target="slides/slide32.xml"/><Relationship Id="R91a4fae437e14759" Type="http://schemas.openxmlformats.org/officeDocument/2006/relationships/slide" Target="slides/slide31.xml"/><Relationship Id="R922310955d174d59" Type="http://schemas.openxmlformats.org/officeDocument/2006/relationships/slide" Target="slides/slide24.xml"/><Relationship Id="R954b81af0a43495d" Type="http://schemas.openxmlformats.org/officeDocument/2006/relationships/slide" Target="slides/slide12.xml"/><Relationship Id="R95c4d0e42fa54ed5" Type="http://schemas.openxmlformats.org/officeDocument/2006/relationships/slide" Target="slides/slide3.xml"/><Relationship Id="R98d73b9459694e43" Type="http://schemas.openxmlformats.org/officeDocument/2006/relationships/slide" Target="slides/slide27.xml"/><Relationship Id="R9c8fa24dafcc487f" Type="http://schemas.openxmlformats.org/officeDocument/2006/relationships/slide" Target="slides/slide1.xml"/><Relationship Id="Ra43bc666d9654630" Type="http://schemas.openxmlformats.org/officeDocument/2006/relationships/slide" Target="slides/slide5.xml"/><Relationship Id="Ra6f844e3e68a4a2e" Type="http://schemas.openxmlformats.org/officeDocument/2006/relationships/slide" Target="slides/slide29.xml"/><Relationship Id="Rab2b0226606440ef" Type="http://schemas.openxmlformats.org/officeDocument/2006/relationships/slide" Target="slides/slide2.xml"/><Relationship Id="Radc8f86a180349bd" Type="http://schemas.openxmlformats.org/officeDocument/2006/relationships/slide" Target="slides/slide8.xml"/><Relationship Id="Rb3138545bfd14c2f" Type="http://schemas.openxmlformats.org/officeDocument/2006/relationships/slide" Target="slides/slide40.xml"/><Relationship Id="Rc049746b7d6041af" Type="http://schemas.openxmlformats.org/officeDocument/2006/relationships/slide" Target="slides/slide42.xml"/><Relationship Id="Rc1c86f57d107400c" Type="http://schemas.openxmlformats.org/officeDocument/2006/relationships/slide" Target="slides/slide37.xml"/><Relationship Id="Rca44dafb0a9545fb" Type="http://schemas.openxmlformats.org/officeDocument/2006/relationships/slide" Target="slides/slide19.xml"/><Relationship Id="Rd299780b6bc64e93" Type="http://schemas.openxmlformats.org/officeDocument/2006/relationships/slide" Target="slides/slide13.xml"/><Relationship Id="Rd452b04c610c44fd" Type="http://schemas.openxmlformats.org/officeDocument/2006/relationships/slide" Target="slides/slide4.xml"/><Relationship Id="Rd5606f5692c648d8" Type="http://schemas.openxmlformats.org/officeDocument/2006/relationships/slide" Target="slides/slide17.xml"/><Relationship Id="Rdc99626532804e09" Type="http://schemas.openxmlformats.org/officeDocument/2006/relationships/slide" Target="slides/slide25.xml"/><Relationship Id="Re0a9649dae924880" Type="http://schemas.openxmlformats.org/officeDocument/2006/relationships/slide" Target="slides/slide35.xml"/><Relationship Id="Re28aef78ff674755" Type="http://schemas.openxmlformats.org/officeDocument/2006/relationships/slide" Target="slides/slide15.xml"/><Relationship Id="Re3efbc15da17427c" Type="http://schemas.openxmlformats.org/officeDocument/2006/relationships/slide" Target="slides/slide38.xml"/><Relationship Id="Redaf75c8e21041fb" Type="http://schemas.openxmlformats.org/officeDocument/2006/relationships/slide" Target="slides/slide30.xml"/><Relationship Id="Refaf45716b934a6c" Type="http://schemas.openxmlformats.org/officeDocument/2006/relationships/slide" Target="slides/slide18.xml"/><Relationship Id="Rf301742479994e0e" Type="http://schemas.openxmlformats.org/officeDocument/2006/relationships/slide" Target="slides/slide6.xml"/><Relationship Id="Rf30f3c4ad530445a" Type="http://schemas.openxmlformats.org/officeDocument/2006/relationships/slide" Target="slides/slide34.xml"/><Relationship Id="Rfbbfd74ffefd4c9d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4507641b9fbc430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3a5ac6e7ad914ce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031672ada07d4bfb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46e3b0dab07840ec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c3bad74bba844b9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4c088dc999e4605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e778968abe1f4b1b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db379b4285e8404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2b34f5867fc4be7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2252473f35f54d15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41135660b8bb41c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110483-C75F-4C6E-B600-28E9B7D132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43B344-BA34-4104-8EC1-10469EE666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2C6160-F4F0-4834-8EC3-D11A870458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133905-AAD1-424E-9625-220FB930FE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1ECD2D-B0D3-47EC-9213-7625702299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A238CD-E93E-467F-89F5-9EEB2BE9C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EC90AA-8856-4EBA-B404-1B6754DCE1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F1D480-62B0-4748-8854-AF657A5D4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47C885-0FBF-42FB-9B23-6150530A1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8A7CB3-D047-4933-898A-2303595CE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173259-3ADE-48E1-84DF-D5B04C913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BC2664-CA6F-424B-9DB3-B578A0039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7EC52E-1C1A-4AB6-8104-22C8D95E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E4EDAD-D885-4244-9D7D-7C40EDD7C1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097C1C-075B-4974-854E-DAC2A6E366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180D3C-6E58-4824-9D01-342F4E7BB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C83789-1532-4099-88E6-BBC1C098EE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A39867-DEE3-4C8E-8CD4-A77E6F4ED1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29057C-E8CF-4817-81ED-0845692DB2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D80D50-9BCA-4B50-BF73-1DFEBE384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B42315-391E-46FC-A990-A7B4BF2E4A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4EFF1-98DB-42BF-8161-36C12568E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4CFF24-44EA-43E7-9206-EB5E14429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796BD4-8BC5-44BE-9804-1E186B4D68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3D4F02-8707-4F7B-8F4F-2B2284390F7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AC3D9FC-BA92-474D-A333-08DF321B2E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32516C-A611-457D-A54A-8F5B011206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3DC5B38-61C9-4CDC-9459-33238578C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FA4BED7-2E3F-42CC-8C0D-D33944B7FE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8C851-044D-4EDD-9557-911ADE609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DA8A3B1-3584-4C49-961E-16FAF5DA78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2F17C03-2050-4578-887E-0B21A54A99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F243C4-0B38-47D0-8CEB-1490F6A97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944D9AD-6A48-469E-A930-86CD54E3AD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B988BD1-874D-443E-9E72-F5C28360A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4362FC-0C19-4788-A86E-951DD0806D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3860AE-A3B6-43C4-9D58-5F91C0368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7B198A-E2B5-4F90-AB7F-F908FF278A2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14292D-DC35-4797-8818-118D1BF731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5FB8B1-699B-4957-A3D0-DB7C15E10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380592-5D25-448D-8999-E9911C0EB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385103C-9052-4DD9-A061-FDE720676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C43980-495F-4327-A827-373783986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C13680-C2A9-489E-8A2C-2D22DFFA02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B0C07E1-EDB2-46DE-A7D9-1A5B0F0D81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AE8238-C6C8-4CC5-B0EC-E3A1FDCBC8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622540-2CCF-42B1-875B-D22536EA4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5BD7A2-2D3E-465F-AEFF-C157EFAE18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1C5E4-93C1-4E8A-90BC-0F3E605901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36D063-8270-4AE8-8C2A-29BB16ABE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BB5812-FB5B-42FF-A413-F55CD5CA6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107ED5-1D91-4054-8AA8-1D2005EE52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092D22-ED4F-4BA9-8551-C692D2EAC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0907DD-BDD3-47D8-A8BA-E4B2B7F1F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220ADF-B4D0-41B9-B04D-4491B0EC4B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D9A658-C284-4E3D-9DC0-888B9447D9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409648-4765-433F-89DA-B30A90B20E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EA8555-CD5C-4917-BD08-C1AB12940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2069358ca7b456a" Type="http://schemas.openxmlformats.org/officeDocument/2006/relationships/slideLayout" Target="../slideLayouts/slideLayout7.xml"/><Relationship Id="R2302394713b74980" Type="http://schemas.openxmlformats.org/officeDocument/2006/relationships/slideLayout" Target="../slideLayouts/slideLayout2.xml"/><Relationship Id="R35ba06ba62ff404b" Type="http://schemas.openxmlformats.org/officeDocument/2006/relationships/slideLayout" Target="../slideLayouts/slideLayout9.xml"/><Relationship Id="R36300622566d47c7" Type="http://schemas.openxmlformats.org/officeDocument/2006/relationships/slideLayout" Target="../slideLayouts/slideLayout6.xml"/><Relationship Id="R36c8940c10db4ead" Type="http://schemas.openxmlformats.org/officeDocument/2006/relationships/slideLayout" Target="../slideLayouts/slideLayout1.xml"/><Relationship Id="R4bc9dc3606e0425d" Type="http://schemas.openxmlformats.org/officeDocument/2006/relationships/theme" Target="theme/theme2.xml"/><Relationship Id="R5b9a0bd918724dab" Type="http://schemas.openxmlformats.org/officeDocument/2006/relationships/slideLayout" Target="../slideLayouts/slideLayout11.xml"/><Relationship Id="R7ce0a0f453604ac1" Type="http://schemas.openxmlformats.org/officeDocument/2006/relationships/slideLayout" Target="../slideLayouts/slideLayout10.xml"/><Relationship Id="R94109b089b214619" Type="http://schemas.openxmlformats.org/officeDocument/2006/relationships/slideLayout" Target="../slideLayouts/slideLayout3.xml"/><Relationship Id="R9ec4465b5e6141a5" Type="http://schemas.openxmlformats.org/officeDocument/2006/relationships/slideLayout" Target="../slideLayouts/slideLayout4.xml"/><Relationship Id="Rd3364356d6804a90" Type="http://schemas.openxmlformats.org/officeDocument/2006/relationships/slideLayout" Target="../slideLayouts/slideLayout5.xml"/><Relationship Id="Rdfaac063f27248e8" Type="http://schemas.openxmlformats.org/officeDocument/2006/relationships/slideLayout" Target="../slideLayouts/slideLayout8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7BC2E99-79F4-4D71-B7B8-E33E9AB82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7189B-4A24-4243-AE5D-ABE21D3FB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BACB24-9765-4920-90C0-7EAD505819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5ED88-F636-4B63-8956-6D7C4FC388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9159F-EAF7-46DB-AA32-3CBB3DE754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8940c10db4ead"/>
    <p:sldLayoutId xmlns:r="http://schemas.openxmlformats.org/officeDocument/2006/relationships" id="2147483650" r:id="R2302394713b74980"/>
    <p:sldLayoutId xmlns:r="http://schemas.openxmlformats.org/officeDocument/2006/relationships" id="2147483651" r:id="R94109b089b214619"/>
    <p:sldLayoutId xmlns:r="http://schemas.openxmlformats.org/officeDocument/2006/relationships" id="2147483652" r:id="R9ec4465b5e6141a5"/>
    <p:sldLayoutId xmlns:r="http://schemas.openxmlformats.org/officeDocument/2006/relationships" id="2147483653" r:id="Rd3364356d6804a90"/>
    <p:sldLayoutId xmlns:r="http://schemas.openxmlformats.org/officeDocument/2006/relationships" id="2147483654" r:id="R36300622566d47c7"/>
    <p:sldLayoutId xmlns:r="http://schemas.openxmlformats.org/officeDocument/2006/relationships" id="2147483655" r:id="R02069358ca7b456a"/>
    <p:sldLayoutId xmlns:r="http://schemas.openxmlformats.org/officeDocument/2006/relationships" id="2147483656" r:id="Rdfaac063f27248e8"/>
    <p:sldLayoutId xmlns:r="http://schemas.openxmlformats.org/officeDocument/2006/relationships" id="2147483657" r:id="R35ba06ba62ff404b"/>
    <p:sldLayoutId xmlns:r="http://schemas.openxmlformats.org/officeDocument/2006/relationships" id="2147483658" r:id="R7ce0a0f453604ac1"/>
    <p:sldLayoutId xmlns:r="http://schemas.openxmlformats.org/officeDocument/2006/relationships" id="2147483659" r:id="R5b9a0bd918724d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2c047b774b46dc" Type="http://schemas.openxmlformats.org/officeDocument/2006/relationships/image" Target="../media/image.png"/><Relationship Id="R471d76f176d54301" Type="http://schemas.openxmlformats.org/officeDocument/2006/relationships/image" Target="../media/image.jpeg"/><Relationship Id="Rfd5f55a8efae4c8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e5eecf10c4f4095" Type="http://schemas.openxmlformats.org/officeDocument/2006/relationships/slideLayout" Target="../slideLayouts/slideLayout1.xml"/><Relationship Id="R3bd584debda74632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4e34e790ce9b4f64" Type="http://schemas.openxmlformats.org/officeDocument/2006/relationships/image" Target="../media/image.jpeg"/><Relationship Id="R80fee1335c28411d" Type="http://schemas.openxmlformats.org/officeDocument/2006/relationships/slideLayout" Target="../slideLayouts/slideLayout1.xml"/><Relationship Id="Rf2e4331537454b1a" Type="http://schemas.openxmlformats.org/officeDocument/2006/relationships/hyperlink" Target="https://www.youtube.com/watch?v=affa61AME68" TargetMode="External"/></Relationships>
</file>

<file path=ppt/slides/_rels/slide4.xml.rels><?xml version='1.0' encoding='UTF-8' standalone='yes'?>
<Relationships xmlns="http://schemas.openxmlformats.org/package/2006/relationships"><Relationship Id="R61bf77b8330c475b" Type="http://schemas.openxmlformats.org/officeDocument/2006/relationships/image" Target="../media/image.jpeg"/><Relationship Id="R9ac70ee7ec564ef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904519ae0d3245e4" Type="http://schemas.openxmlformats.org/officeDocument/2006/relationships/image" Target="../media/image.jpeg"/><Relationship Id="R948a7fa285714959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e71f2d006164810" Type="http://schemas.openxmlformats.org/officeDocument/2006/relationships/slideLayout" Target="../slideLayouts/slideLayout1.xml"/><Relationship Id="R4d096a432f1a4f0f" Type="http://schemas.openxmlformats.org/officeDocument/2006/relationships/image" Target="../media/image.jpeg"/></Relationships>
</file>

<file path=ppt/slides/_rels/slide7.xml.rels><?xml version='1.0' encoding='UTF-8' standalone='yes'?>
<Relationships xmlns="http://schemas.openxmlformats.org/package/2006/relationships"><Relationship Id="Re82e29da7f7a47ac" Type="http://schemas.openxmlformats.org/officeDocument/2006/relationships/slideLayout" Target="../slideLayouts/slideLayout1.xml"/><Relationship Id="Rfd360ae40c664be5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72de62681a0b4e53" Type="http://schemas.openxmlformats.org/officeDocument/2006/relationships/slideLayout" Target="../slideLayouts/slideLayout1.xml"/><Relationship Id="Rfc6a4704e6354a20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09537af892f1485b" Type="http://schemas.openxmlformats.org/officeDocument/2006/relationships/image" Target="../media/image.jpeg"/><Relationship Id="R31114c5e09d349d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0e39d93fd974060" Type="http://schemas.openxmlformats.org/officeDocument/2006/relationships/image" Target="../media/image.jpeg"/><Relationship Id="R95ffad7800054e4c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ba3ebf6dd9ce42b4" Type="http://schemas.openxmlformats.org/officeDocument/2006/relationships/slideLayout" Target="../slideLayouts/slideLayout1.xml"/><Relationship Id="Rd46c7c5ff01a4815" Type="http://schemas.openxmlformats.org/officeDocument/2006/relationships/image" Target="../media/image.jpeg"/></Relationships>
</file>

<file path=ppt/slides/_rels/slide12.xml.rels><?xml version='1.0' encoding='UTF-8' standalone='yes'?>
<Relationships xmlns="http://schemas.openxmlformats.org/package/2006/relationships"><Relationship Id="R8f813242a8bf4407" Type="http://schemas.openxmlformats.org/officeDocument/2006/relationships/slideLayout" Target="../slideLayouts/slideLayout1.xml"/><Relationship Id="R95cfd622973f4eab" Type="http://schemas.openxmlformats.org/officeDocument/2006/relationships/image" Target="../media/image.jpeg"/></Relationships>
</file>

<file path=ppt/slides/_rels/slide13.xml.rels><?xml version='1.0' encoding='UTF-8' standalone='yes'?>
<Relationships xmlns="http://schemas.openxmlformats.org/package/2006/relationships"><Relationship Id="R210de62a3a784335" Type="http://schemas.openxmlformats.org/officeDocument/2006/relationships/slideLayout" Target="../slideLayouts/slideLayout1.xml"/><Relationship Id="Rd02565e1e56849be" Type="http://schemas.openxmlformats.org/officeDocument/2006/relationships/image" Target="../media/image.jpeg"/></Relationships>
</file>

<file path=ppt/slides/_rels/slide14.xml.rels><?xml version='1.0' encoding='UTF-8' standalone='yes'?>
<Relationships xmlns="http://schemas.openxmlformats.org/package/2006/relationships"><Relationship Id="R072e03527ca443c5" Type="http://schemas.openxmlformats.org/officeDocument/2006/relationships/image" Target="../media/image.jpeg"/><Relationship Id="R1b45f075575a4d2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a0b7d51d8730449f" Type="http://schemas.openxmlformats.org/officeDocument/2006/relationships/slideLayout" Target="../slideLayouts/slideLayout1.xml"/><Relationship Id="Rabf053f9ad1a421d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7d8e6401be10454b" Type="http://schemas.openxmlformats.org/officeDocument/2006/relationships/slideLayout" Target="../slideLayouts/slideLayout1.xml"/><Relationship Id="Rf4816fe520ca4969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1dc7f922e59c4d87" Type="http://schemas.openxmlformats.org/officeDocument/2006/relationships/image" Target="../media/image.jpeg"/><Relationship Id="R6488c0cf5f44472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46fa9d6fb44848e8" Type="http://schemas.openxmlformats.org/officeDocument/2006/relationships/image" Target="../media/image.jpeg"/><Relationship Id="R7b1959008e1a4a07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176255fb6794d53" Type="http://schemas.openxmlformats.org/officeDocument/2006/relationships/image" Target="../media/image.jpeg"/><Relationship Id="Re5bd56705cf74baf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39bc3c2c94b4bed" Type="http://schemas.openxmlformats.org/officeDocument/2006/relationships/slideLayout" Target="../slideLayouts/slideLayout1.xml"/><Relationship Id="R4bff6504db644067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3795159017784eb4" Type="http://schemas.openxmlformats.org/officeDocument/2006/relationships/slideLayout" Target="../slideLayouts/slideLayout1.xml"/><Relationship Id="R65c5342fdf824a56" Type="http://schemas.openxmlformats.org/officeDocument/2006/relationships/image" Target="../media/image.jpeg"/></Relationships>
</file>

<file path=ppt/slides/_rels/slide22.xml.rels><?xml version='1.0' encoding='UTF-8' standalone='yes'?>
<Relationships xmlns="http://schemas.openxmlformats.org/package/2006/relationships"><Relationship Id="R177ddda2bf7a4e9d" Type="http://schemas.openxmlformats.org/officeDocument/2006/relationships/image" Target="../media/image.jpeg"/><Relationship Id="Rb419403b7a104b8e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151372a8596a48bc" Type="http://schemas.openxmlformats.org/officeDocument/2006/relationships/slideLayout" Target="../slideLayouts/slideLayout1.xml"/><Relationship Id="Re317a5109cbf4e5b" Type="http://schemas.openxmlformats.org/officeDocument/2006/relationships/image" Target="../media/image.jpeg"/></Relationships>
</file>

<file path=ppt/slides/_rels/slide24.xml.rels><?xml version='1.0' encoding='UTF-8' standalone='yes'?>
<Relationships xmlns="http://schemas.openxmlformats.org/package/2006/relationships"><Relationship Id="R0fc6a3dea74e4824" Type="http://schemas.openxmlformats.org/officeDocument/2006/relationships/image" Target="../media/image.jpeg"/><Relationship Id="R5fd9c18627dd4e88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258e1eabbd6f4ae3" Type="http://schemas.openxmlformats.org/officeDocument/2006/relationships/image" Target="../media/image.jpeg"/><Relationship Id="R812cdd3cd8f941dc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7a3e9c577a74d52" Type="http://schemas.openxmlformats.org/officeDocument/2006/relationships/image" Target="../media/image.jpeg"/><Relationship Id="Rc73fb08336a4466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a925c59b875a40e1" Type="http://schemas.openxmlformats.org/officeDocument/2006/relationships/slideLayout" Target="../slideLayouts/slideLayout1.xml"/><Relationship Id="Rd109c5754f2e4846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e7c86830170d46c1" Type="http://schemas.openxmlformats.org/officeDocument/2006/relationships/slideLayout" Target="../slideLayouts/slideLayout1.xml"/><Relationship Id="Rfdb0c3d873d74874" Type="http://schemas.openxmlformats.org/officeDocument/2006/relationships/image" Target="../media/image.jpeg"/></Relationships>
</file>

<file path=ppt/slides/_rels/slide29.xml.rels><?xml version='1.0' encoding='UTF-8' standalone='yes'?>
<Relationships xmlns="http://schemas.openxmlformats.org/package/2006/relationships"><Relationship Id="R7de04478b2f74808" Type="http://schemas.openxmlformats.org/officeDocument/2006/relationships/image" Target="../media/image.jpeg"/><Relationship Id="Rad5bae81d8264260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2693a3161f72483f" Type="http://schemas.openxmlformats.org/officeDocument/2006/relationships/slideLayout" Target="../slideLayouts/slideLayout1.xml"/><Relationship Id="Rf6826799c4544b18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711436a2b7fa4fb0" Type="http://schemas.openxmlformats.org/officeDocument/2006/relationships/image" Target="../media/image.jpeg"/><Relationship Id="Rd2d94ea795684e20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453c2a1582eb4dcf" Type="http://schemas.openxmlformats.org/officeDocument/2006/relationships/slideLayout" Target="../slideLayouts/slideLayout1.xml"/><Relationship Id="R664f8aa3850c4d6d" Type="http://schemas.openxmlformats.org/officeDocument/2006/relationships/image" Target="../media/image.jpeg"/></Relationships>
</file>

<file path=ppt/slides/_rels/slide33.xml.rels><?xml version='1.0' encoding='UTF-8' standalone='yes'?>
<Relationships xmlns="http://schemas.openxmlformats.org/package/2006/relationships"><Relationship Id="R653f61abe73a49a3" Type="http://schemas.openxmlformats.org/officeDocument/2006/relationships/image" Target="../media/image.jpeg"/><Relationship Id="R89b1e9ca347c4607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00eb2ef2060a4908" Type="http://schemas.openxmlformats.org/officeDocument/2006/relationships/image" Target="../media/image.jpeg"/><Relationship Id="R6b40953122d24782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3dbea57471e84917" Type="http://schemas.openxmlformats.org/officeDocument/2006/relationships/slideLayout" Target="../slideLayouts/slideLayout1.xml"/><Relationship Id="R7f92553047c042be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6964ed1deabe41ce" Type="http://schemas.openxmlformats.org/officeDocument/2006/relationships/image" Target="../media/image.jpeg"/><Relationship Id="R9be06ada05f94c17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ad21af22e69944ca" Type="http://schemas.openxmlformats.org/officeDocument/2006/relationships/slideLayout" Target="../slideLayouts/slideLayout1.xml"/><Relationship Id="Rf4b2331cabf64d63" Type="http://schemas.openxmlformats.org/officeDocument/2006/relationships/image" Target="../media/image.jpeg"/></Relationships>
</file>

<file path=ppt/slides/_rels/slide38.xml.rels><?xml version='1.0' encoding='UTF-8' standalone='yes'?>
<Relationships xmlns="http://schemas.openxmlformats.org/package/2006/relationships"><Relationship Id="R24218ae3b1a9449b" Type="http://schemas.openxmlformats.org/officeDocument/2006/relationships/slideLayout" Target="../slideLayouts/slideLayout1.xml"/><Relationship Id="R3852d1ac53db4d69" Type="http://schemas.openxmlformats.org/officeDocument/2006/relationships/image" Target="../media/image.jpeg"/></Relationships>
</file>

<file path=ppt/slides/_rels/slide39.xml.rels><?xml version='1.0' encoding='UTF-8' standalone='yes'?>
<Relationships xmlns="http://schemas.openxmlformats.org/package/2006/relationships"><Relationship Id="R5b4e58b1713a4fc8" Type="http://schemas.openxmlformats.org/officeDocument/2006/relationships/image" Target="../media/image.jpeg"/><Relationship Id="Rb46a13ff4a4940c7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6286715b4c02434f" Type="http://schemas.openxmlformats.org/officeDocument/2006/relationships/image" Target="../media/image.jpeg"/><Relationship Id="R98252994f2cd4fdb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031a8086639a482e" Type="http://schemas.openxmlformats.org/officeDocument/2006/relationships/slideLayout" Target="../slideLayouts/slideLayout1.xml"/><Relationship Id="R4893190c98564816" Type="http://schemas.openxmlformats.org/officeDocument/2006/relationships/image" Target="../media/image.jpeg"/></Relationships>
</file>

<file path=ppt/slides/_rels/slide42.xml.rels><?xml version='1.0' encoding='UTF-8' standalone='yes'?>
<Relationships xmlns="http://schemas.openxmlformats.org/package/2006/relationships"><Relationship Id="R6039660665e846e6" Type="http://schemas.openxmlformats.org/officeDocument/2006/relationships/image" Target="../media/image.jpeg"/><Relationship Id="R7d872fe0cda4444f" Type="http://schemas.openxmlformats.org/officeDocument/2006/relationships/hyperlink" Target="https://www.youtube.com/watch?v=affa61AME68" TargetMode="External"/><Relationship Id="Rd8a5358149d24568" Type="http://schemas.openxmlformats.org/officeDocument/2006/relationships/hyperlink" Target="https://openstax.org/books/university-physics-volume-2/pages/10-3-kirchhoffs-rules" TargetMode="External"/><Relationship Id="Redf2453ac24f417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d76f176d5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c047b774b46dc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790139E8-3E72-4C12-AFBC-651D987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8D2D7461-BBB6-4125-AA7F-48C1542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43998"/>
            <a:ext cx="61912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Kirchhoffs lagar</a:t>
            </a:r>
          </a:p>
        </p:txBody>
      </p:sp>
      <p:sp>
        <p:nvSpPr>
          <p:cNvPr id="13" name="Strömmar, spänningar och 10 räkneövningar">
            <a:extLst xmlns:a="http://schemas.openxmlformats.org/drawingml/2006/main">
              <a:ext uri="{FF2B5EF4-FFF2-40B4-BE49-F238E27FC236}">
                <a16:creationId xmlns:a16="http://schemas.microsoft.com/office/drawing/2014/main" id="{3080E8FF-A36C-4039-9ECF-4D391D5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314450"/>
            <a:ext cx="642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Strömmar, spänningar och 10 räkneövningar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F8D4C52C-2088-41F5-BFDC-52428E3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584debda74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eminarium och fortsatt arbete">
            <a:extLst xmlns:a="http://schemas.openxmlformats.org/drawingml/2006/main">
              <a:ext uri="{FF2B5EF4-FFF2-40B4-BE49-F238E27FC236}">
                <a16:creationId xmlns:a16="http://schemas.microsoft.com/office/drawing/2014/main" id="{233DC1F9-D82D-4F33-BE1A-D83B965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Seminarium och fortsatt arbete</a:t>
            </a:r>
          </a:p>
        </p:txBody>
      </p:sp>
      <p:sp>
        <p:nvSpPr>
          <p:cNvPr id="16" name="Ett pass på 45 minuter">
            <a:extLst xmlns:a="http://schemas.openxmlformats.org/drawingml/2006/main">
              <a:ext uri="{FF2B5EF4-FFF2-40B4-BE49-F238E27FC236}">
                <a16:creationId xmlns:a16="http://schemas.microsoft.com/office/drawing/2014/main" id="{2EF97FA9-3F79-4250-A539-3077748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pass på 45 minuter</a:t>
            </a:r>
          </a:p>
        </p:txBody>
      </p:sp>
      <p:sp>
        <p:nvSpPr>
          <p:cNvPr id="17" name="5 min start och begrepp, 20 min lagar och exempel&#10;15 min övning 1">
            <a:extLst xmlns:a="http://schemas.openxmlformats.org/drawingml/2006/main">
              <a:ext uri="{FF2B5EF4-FFF2-40B4-BE49-F238E27FC236}">
                <a16:creationId xmlns:a16="http://schemas.microsoft.com/office/drawing/2014/main" id="{F95ECFB1-39DE-4BA1-AA1B-8A03B10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start och begrepp, 20 min lagar och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3 och 4, 5 min återkoppling</a:t>
            </a:r>
          </a:p>
        </p:txBody>
      </p:sp>
      <p:sp>
        <p:nvSpPr>
          <p:cNvPr id="18" name="Ett andra pass på 45 minuter">
            <a:extLst xmlns:a="http://schemas.openxmlformats.org/drawingml/2006/main">
              <a:ext uri="{FF2B5EF4-FFF2-40B4-BE49-F238E27FC236}">
                <a16:creationId xmlns:a16="http://schemas.microsoft.com/office/drawing/2014/main" id="{B2563D9D-5F59-41FB-BCB0-507F8B4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andra pass på 45 minuter</a:t>
            </a:r>
          </a:p>
        </p:txBody>
      </p:sp>
      <p:sp>
        <p:nvSpPr>
          <p:cNvPr id="19" name="20 min serie, parallell och ekvationsmetod&#10;15 min övning 5, 6 och">
            <a:extLst xmlns:a="http://schemas.openxmlformats.org/drawingml/2006/main">
              <a:ext uri="{FF2B5EF4-FFF2-40B4-BE49-F238E27FC236}">
                <a16:creationId xmlns:a16="http://schemas.microsoft.com/office/drawing/2014/main" id="{E0250B78-9034-4F79-8611-BC342933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serie, parallell och ekvationsmetod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5, 6 och 9, 10 min återkoppling</a:t>
            </a:r>
          </a:p>
        </p:txBody>
      </p:sp>
      <p:sp>
        <p:nvSpPr>
          <p:cNvPr id="20" name="Alla tio med utförlig genomgång: uppskattningsvis 110–135 min.&#10;Öv">
            <a:extLst xmlns:a="http://schemas.openxmlformats.org/drawingml/2006/main">
              <a:ext uri="{FF2B5EF4-FFF2-40B4-BE49-F238E27FC236}">
                <a16:creationId xmlns:a16="http://schemas.microsoft.com/office/drawing/2014/main" id="{48784426-7995-4DAC-BC9D-43AA3FD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uppskattningsvis 110–135 min.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uppgifter kan göras under egen studietid.</a:t>
            </a:r>
          </a:p>
        </p:txBody>
      </p:sp>
      <p:sp>
        <p:nvSpPr>
          <p:cNvPr id="21" name="2">
            <a:extLst xmlns:a="http://schemas.openxmlformats.org/drawingml/2006/main">
              <a:ext uri="{FF2B5EF4-FFF2-40B4-BE49-F238E27FC236}">
                <a16:creationId xmlns:a16="http://schemas.microsoft.com/office/drawing/2014/main" id="{6CB7A89C-7608-449B-84B1-C8F81FD5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4e790ce9b4f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Videons tre delar">
            <a:extLst xmlns:a="http://schemas.openxmlformats.org/drawingml/2006/main">
              <a:ext uri="{FF2B5EF4-FFF2-40B4-BE49-F238E27FC236}">
                <a16:creationId xmlns:a16="http://schemas.microsoft.com/office/drawing/2014/main" id="{DB9B63F2-2749-45A8-869B-0809038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Videons tre delar</a:t>
            </a:r>
          </a:p>
        </p:txBody>
      </p:sp>
      <p:sp>
        <p:nvSpPr>
          <p:cNvPr id="3" name="00:00  Strömlagen vid en förgrening">
            <a:extLst xmlns:a="http://schemas.openxmlformats.org/drawingml/2006/main">
              <a:ext uri="{FF2B5EF4-FFF2-40B4-BE49-F238E27FC236}">
                <a16:creationId xmlns:a16="http://schemas.microsoft.com/office/drawing/2014/main" id="{BDBA3C67-E444-407E-82D6-8F1376B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00:00  Strömlagen vid en förgrening</a:t>
            </a:r>
          </a:p>
        </p:txBody>
      </p:sp>
      <p:sp>
        <p:nvSpPr>
          <p:cNvPr id="4" name="01:05  Spänningslagen i en sluten slinga">
            <a:extLst xmlns:a="http://schemas.openxmlformats.org/drawingml/2006/main">
              <a:ext uri="{FF2B5EF4-FFF2-40B4-BE49-F238E27FC236}">
                <a16:creationId xmlns:a16="http://schemas.microsoft.com/office/drawing/2014/main" id="{7CECEC85-9A3A-4685-8905-55C12CAF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01:05  Spänningslagen i en sluten slinga</a:t>
            </a:r>
          </a:p>
        </p:txBody>
      </p:sp>
      <p:sp>
        <p:nvSpPr>
          <p:cNvPr id="5" name="02:49  Flera slingor i samma krets">
            <a:extLst xmlns:a="http://schemas.openxmlformats.org/drawingml/2006/main">
              <a:ext uri="{FF2B5EF4-FFF2-40B4-BE49-F238E27FC236}">
                <a16:creationId xmlns:a16="http://schemas.microsoft.com/office/drawing/2014/main" id="{EE2618E7-D047-44CA-82BC-2FD7E40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02:49  Flera slingor i samma krets</a:t>
            </a:r>
          </a:p>
        </p:txBody>
      </p:sp>
      <p:sp>
        <p:nvSpPr>
          <p:cNvPr id="6" name="Öppna Science Shorts-videon (5:00)">
            <a:extLst xmlns:a="http://schemas.openxmlformats.org/drawingml/2006/main">
              <a:ext uri="{FF2B5EF4-FFF2-40B4-BE49-F238E27FC236}">
                <a16:creationId xmlns:a16="http://schemas.microsoft.com/office/drawing/2014/main" id="{B28B26B7-20FA-46CE-8936-A402A8C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2e4331537454b1a"/>
              </a:rPr>
              <a:t>Öppna Science Shorts-videon (5:00)</a:t>
            </a:r>
          </a:p>
        </p:txBody>
      </p:sp>
      <p:sp>
        <p:nvSpPr>
          <p:cNvPr id="7" name="Efter passet ska du kunna skriva nodekvationer,&#10;slingekvationer och to">
            <a:extLst xmlns:a="http://schemas.openxmlformats.org/drawingml/2006/main">
              <a:ext uri="{FF2B5EF4-FFF2-40B4-BE49-F238E27FC236}">
                <a16:creationId xmlns:a16="http://schemas.microsoft.com/office/drawing/2014/main" id="{61A0E6BA-DB5D-4B20-B5FC-679A9A0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Efter passet ska du kunna skriva nodekvationer,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slingekvationer och tolka strömmens tecken.</a:t>
            </a:r>
          </a:p>
        </p:txBody>
      </p:sp>
      <p:sp>
        <p:nvSpPr>
          <p:cNvPr id="8" name="3">
            <a:extLst xmlns:a="http://schemas.openxmlformats.org/drawingml/2006/main">
              <a:ext uri="{FF2B5EF4-FFF2-40B4-BE49-F238E27FC236}">
                <a16:creationId xmlns:a16="http://schemas.microsoft.com/office/drawing/2014/main" id="{5539078E-7C78-47D0-B01F-FA29E63A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77b8330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orheter i Kirchhoffs lagar">
            <a:extLst xmlns:a="http://schemas.openxmlformats.org/drawingml/2006/main">
              <a:ext uri="{FF2B5EF4-FFF2-40B4-BE49-F238E27FC236}">
                <a16:creationId xmlns:a16="http://schemas.microsoft.com/office/drawing/2014/main" id="{D0CA1CDB-8A2B-4BB0-BB7C-7F52FE5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Storheter i Kirchhoffs lagar</a:t>
            </a:r>
          </a:p>
        </p:txBody>
      </p:sp>
      <p:sp>
        <p:nvSpPr>
          <p:cNvPr id="16" name="U och E är spänningar i V. Vₐ är nod A:s potential relativt vald ">
            <a:extLst xmlns:a="http://schemas.openxmlformats.org/drawingml/2006/main">
              <a:ext uri="{FF2B5EF4-FFF2-40B4-BE49-F238E27FC236}">
                <a16:creationId xmlns:a16="http://schemas.microsoft.com/office/drawing/2014/main" id="{3FD6EFEB-472E-4E86-96AC-559C2F6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 och E är spänningar i V. Vₐ är nod A:s potential relativt vald nollpunkt.</a:t>
            </a:r>
          </a:p>
        </p:txBody>
      </p:sp>
      <p:sp>
        <p:nvSpPr>
          <p:cNvPr id="17" name="I är ström i A och R resistans i Ω. Ohms lag: U = RI.">
            <a:extLst xmlns:a="http://schemas.openxmlformats.org/drawingml/2006/main">
              <a:ext uri="{FF2B5EF4-FFF2-40B4-BE49-F238E27FC236}">
                <a16:creationId xmlns:a16="http://schemas.microsoft.com/office/drawing/2014/main" id="{77027301-1FCC-4A01-B5F6-8D3C023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är ström i A och R resistans i Ω. Ohms lag: U = RI.</a:t>
            </a:r>
          </a:p>
        </p:txBody>
      </p:sp>
      <p:sp>
        <p:nvSpPr>
          <p:cNvPr id="18" name="Σ betyder summan av. Ett index skiljer grenar eller komponenter å">
            <a:extLst xmlns:a="http://schemas.openxmlformats.org/drawingml/2006/main">
              <a:ext uri="{FF2B5EF4-FFF2-40B4-BE49-F238E27FC236}">
                <a16:creationId xmlns:a16="http://schemas.microsoft.com/office/drawing/2014/main" id="{A01C26FE-426B-460C-9305-E8A7A70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Σ betyder summan av. Ett index skiljer grenar eller komponenter åt.</a:t>
            </a:r>
          </a:p>
        </p:txBody>
      </p:sp>
      <p:sp>
        <p:nvSpPr>
          <p:cNvPr id="19" name="Pilarna anger valda positiva strömriktningar. Ett negativt svar k">
            <a:extLst xmlns:a="http://schemas.openxmlformats.org/drawingml/2006/main">
              <a:ext uri="{FF2B5EF4-FFF2-40B4-BE49-F238E27FC236}">
                <a16:creationId xmlns:a16="http://schemas.microsoft.com/office/drawing/2014/main" id="{333406A0-6A0F-4B22-B3F2-CC25ADD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Pilarna anger valda positiva strömriktningar. Ett negativt svar kan vara korrekt.</a:t>
            </a:r>
          </a:p>
        </p:txBody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E439AA46-B007-4BE8-A6FC-EAEBE2C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519ae0d3245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7455F063-E400-4E60-9802-F6D71DB9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6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C1E47794-6FD3-47EA-BA6C-6047F83B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7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D23786DC-874F-4ED9-84E7-A1479F6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8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A8BE494B-7250-4B3A-BC05-87860A8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9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B68C2D40-523F-40B0-A551-0075A1F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20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EC1F85D4-2295-46ED-B828-6EFF995E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21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93D436FA-2BB2-4C2C-A719-C447A9D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22" name="5">
            <a:extLst xmlns:a="http://schemas.openxmlformats.org/drawingml/2006/main">
              <a:ext uri="{FF2B5EF4-FFF2-40B4-BE49-F238E27FC236}">
                <a16:creationId xmlns:a16="http://schemas.microsoft.com/office/drawing/2014/main" id="{5008BD8C-00A0-4CF9-B8FC-53F5E2C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96a432f1a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Noder i en elektrisk krets">
            <a:extLst xmlns:a="http://schemas.openxmlformats.org/drawingml/2006/main">
              <a:ext uri="{FF2B5EF4-FFF2-40B4-BE49-F238E27FC236}">
                <a16:creationId xmlns:a16="http://schemas.microsoft.com/office/drawing/2014/main" id="{270C8A57-1BC0-4A35-87ED-91B473F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en elektrisk krets</a:t>
            </a:r>
          </a:p>
        </p:txBody>
      </p:sp>
      <p:sp>
        <p:nvSpPr>
          <p:cNvPr id="25" name="En nod är en elektrisk kopplingspunkt.&#10;Två eller flera anslutning">
            <a:extLst xmlns:a="http://schemas.openxmlformats.org/drawingml/2006/main">
              <a:ext uri="{FF2B5EF4-FFF2-40B4-BE49-F238E27FC236}">
                <a16:creationId xmlns:a16="http://schemas.microsoft.com/office/drawing/2014/main" id="{50AB2049-5CFD-4D9B-899F-2528370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är en elektrisk kopplingspunkt.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eller flera anslutningar hör ihop där.</a:t>
            </a:r>
          </a:p>
        </p:txBody>
      </p:sp>
      <p:sp>
        <p:nvSpPr>
          <p:cNvPr id="26" name="Alla blå ledningar tillhör samma nod A.">
            <a:extLst xmlns:a="http://schemas.openxmlformats.org/drawingml/2006/main">
              <a:ext uri="{FF2B5EF4-FFF2-40B4-BE49-F238E27FC236}">
                <a16:creationId xmlns:a16="http://schemas.microsoft.com/office/drawing/2014/main" id="{EB74A9E1-6B7C-47D7-AC3A-628C34F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Alla blå ledningar tillhör samma nod 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4D061-0D82-4F6B-BBBC-AC75040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35909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BA81C-9AEE-4FC0-A9AA-9145772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90875" y="3190875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64F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E4C9D-ED1D-46B7-96C7-F2D62B88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6E5F1-C4C1-4859-A8A6-B02C32F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49387-2E59-4A52-ABC3-DAFCCCE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49056D-E2E7-4940-B166-CB13D1D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0425"/>
            <a:ext cx="80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168D5-DBD2-4375-8C80-12E78315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72225" y="35909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C5F83-4656-4305-B7F8-21B801B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5" name="P">
            <a:extLst xmlns:a="http://schemas.openxmlformats.org/drawingml/2006/main">
              <a:ext uri="{FF2B5EF4-FFF2-40B4-BE49-F238E27FC236}">
                <a16:creationId xmlns:a16="http://schemas.microsoft.com/office/drawing/2014/main" id="{0198BDD2-4CBA-48FE-9E1A-D1A58BE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29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sp>
        <p:nvSpPr>
          <p:cNvPr id="36" name="Q">
            <a:extLst xmlns:a="http://schemas.openxmlformats.org/drawingml/2006/main">
              <a:ext uri="{FF2B5EF4-FFF2-40B4-BE49-F238E27FC236}">
                <a16:creationId xmlns:a16="http://schemas.microsoft.com/office/drawing/2014/main" id="{74DFBAC0-B599-4D78-8507-FB61206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29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7" name="Resistor">
            <a:extLst xmlns:a="http://schemas.openxmlformats.org/drawingml/2006/main">
              <a:ext uri="{FF2B5EF4-FFF2-40B4-BE49-F238E27FC236}">
                <a16:creationId xmlns:a16="http://schemas.microsoft.com/office/drawing/2014/main" id="{8F54FF6C-2D3F-4C76-B950-F4447DD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57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Resistor</a:t>
            </a:r>
          </a:p>
        </p:txBody>
      </p:sp>
      <p:sp>
        <p:nvSpPr>
          <p:cNvPr id="38" name="Nod B">
            <a:extLst xmlns:a="http://schemas.openxmlformats.org/drawingml/2006/main">
              <a:ext uri="{FF2B5EF4-FFF2-40B4-BE49-F238E27FC236}">
                <a16:creationId xmlns:a16="http://schemas.microsoft.com/office/drawing/2014/main" id="{6EA40DAB-DAD7-4A00-9939-C02B1682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43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 B</a:t>
            </a:r>
          </a:p>
        </p:txBody>
      </p:sp>
      <p:sp>
        <p:nvSpPr>
          <p:cNvPr id="39" name="P och Q har samma potential i den ideala kretsmodellen.&#10;En nod ka">
            <a:extLst xmlns:a="http://schemas.openxmlformats.org/drawingml/2006/main">
              <a:ext uri="{FF2B5EF4-FFF2-40B4-BE49-F238E27FC236}">
                <a16:creationId xmlns:a16="http://schemas.microsoft.com/office/drawing/2014/main" id="{9F0648CD-4030-4103-AB28-01D1E2F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och Q har samma potential i den ideala kretsmodellen.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kan alltså sträcka sig längs flera ledningar.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B7C6B07E-806D-4FEE-AAFB-3FD3274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60ae40c66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Vattenflöde i en T-koppling">
            <a:extLst xmlns:a="http://schemas.openxmlformats.org/drawingml/2006/main">
              <a:ext uri="{FF2B5EF4-FFF2-40B4-BE49-F238E27FC236}">
                <a16:creationId xmlns:a16="http://schemas.microsoft.com/office/drawing/2014/main" id="{5F78C9A4-7679-4BBF-AD68-C754DA14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Vattenflöde i en T-koppling</a:t>
            </a:r>
          </a:p>
        </p:txBody>
      </p:sp>
      <p:sp>
        <p:nvSpPr>
          <p:cNvPr id="25" name="Ett rör delar sig mot köket och badrummet.&#10;Vid jämnt flöde utan l">
            <a:extLst xmlns:a="http://schemas.openxmlformats.org/drawingml/2006/main">
              <a:ext uri="{FF2B5EF4-FFF2-40B4-BE49-F238E27FC236}">
                <a16:creationId xmlns:a16="http://schemas.microsoft.com/office/drawing/2014/main" id="{B0307BAD-45A4-4554-8995-BA58F82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rör delar sig mot köket och badrummet.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jämnt flöde utan läckage samlas inget vatten i kopplingen.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762000" y="2762250"/>
          <a:ext xmlns:a="http://schemas.openxmlformats.org/drawingml/2006/main" cx="7620000" cy="2333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619625"/>
                <a:gridCol w="3000375"/>
              </a:tblGrid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Plats i rörsystemet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 till T-kopplingen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köket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badrummet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7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10 = 3 + 7">
            <a:extLst xmlns:a="http://schemas.openxmlformats.org/drawingml/2006/main">
              <a:ext uri="{FF2B5EF4-FFF2-40B4-BE49-F238E27FC236}">
                <a16:creationId xmlns:a16="http://schemas.microsoft.com/office/drawing/2014/main" id="{478B0BFB-D8EE-49FB-BE46-DD9ADFD8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 = 3 + 7</a:t>
            </a:r>
          </a:p>
        </p:txBody>
      </p:sp>
      <p:sp>
        <p:nvSpPr>
          <p:cNvPr id="28" name="5">
            <a:extLst xmlns:a="http://schemas.openxmlformats.org/drawingml/2006/main">
              <a:ext uri="{FF2B5EF4-FFF2-40B4-BE49-F238E27FC236}">
                <a16:creationId xmlns:a16="http://schemas.microsoft.com/office/drawing/2014/main" id="{86F92CA0-59C1-41D9-B220-C729E02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a4704e6354a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römlagen vid en nod">
            <a:extLst xmlns:a="http://schemas.openxmlformats.org/drawingml/2006/main">
              <a:ext uri="{FF2B5EF4-FFF2-40B4-BE49-F238E27FC236}">
                <a16:creationId xmlns:a16="http://schemas.microsoft.com/office/drawing/2014/main" id="{86D414D4-D82E-46C0-9F7B-2340D01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Strömlagen vid en nod</a:t>
            </a:r>
          </a:p>
        </p:txBody>
      </p:sp>
      <p:sp>
        <p:nvSpPr>
          <p:cNvPr id="3" name="Summan av strömmarna in är lika med summan ut.">
            <a:extLst xmlns:a="http://schemas.openxmlformats.org/drawingml/2006/main">
              <a:ext uri="{FF2B5EF4-FFF2-40B4-BE49-F238E27FC236}">
                <a16:creationId xmlns:a16="http://schemas.microsoft.com/office/drawing/2014/main" id="{06DBEE10-E708-4575-99AF-C788523E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Summan av strömmarna in är lika med summan 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2578C-BFE2-4CEB-803C-1E17CCC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18172" y="3595688"/>
            <a:ext cx="1964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0A5B4-5275-4D35-8A7C-1CF90C9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82703" y="2970609"/>
            <a:ext cx="2053828" cy="625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EA42-BEF9-4AF1-A19F-56420AB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82703" y="3595688"/>
            <a:ext cx="2053828" cy="669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0A510-42FE-4304-8210-BBA54D9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984" y="3559969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03E59-7829-480E-8C5D-7F3EBE0C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75359" y="3595688"/>
            <a:ext cx="892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3CF4E-9BB5-4415-8E76-0793443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87961" y="3551039"/>
            <a:ext cx="80367" cy="44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F523A-3EAA-4E08-82BD-3ADCF59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87961" y="3595688"/>
            <a:ext cx="80367" cy="44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1" name="I₁ = 5 A">
            <a:extLst xmlns:a="http://schemas.openxmlformats.org/drawingml/2006/main">
              <a:ext uri="{FF2B5EF4-FFF2-40B4-BE49-F238E27FC236}">
                <a16:creationId xmlns:a16="http://schemas.microsoft.com/office/drawing/2014/main" id="{F8C6122E-DD96-438F-8043-04D2934A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820" y="3086695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10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A7170-7E39-4CC6-A628-7D9F051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29188" y="3184922"/>
            <a:ext cx="892969" cy="276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EDC9-6812-46F7-A6DE-E9E31F5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32173" y="3166072"/>
            <a:ext cx="89984" cy="1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64096-E9DB-41B1-88E9-DFF561A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58613" y="3184922"/>
            <a:ext cx="63543" cy="66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5" name="I₂ = 1 A">
            <a:extLst xmlns:a="http://schemas.openxmlformats.org/drawingml/2006/main">
              <a:ext uri="{FF2B5EF4-FFF2-40B4-BE49-F238E27FC236}">
                <a16:creationId xmlns:a16="http://schemas.microsoft.com/office/drawing/2014/main" id="{23EF7656-6E45-4B00-B331-1F46F74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484" y="2702719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 = 3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82AE4-7390-4F40-8BD5-2B33C0A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9188" y="3738563"/>
            <a:ext cx="892969" cy="29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9DEA2-FF48-4F0A-AB67-DF6EA2D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59829" y="3965657"/>
            <a:ext cx="62327" cy="67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81D0A-E026-40EB-A155-46B44D4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31845" y="4033242"/>
            <a:ext cx="90311" cy="172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9" name="I₃ = 4 A">
            <a:extLst xmlns:a="http://schemas.openxmlformats.org/drawingml/2006/main">
              <a:ext uri="{FF2B5EF4-FFF2-40B4-BE49-F238E27FC236}">
                <a16:creationId xmlns:a16="http://schemas.microsoft.com/office/drawing/2014/main" id="{8B8FEC82-0639-48DA-99EE-F9F70FF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133" y="4167188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7 A</a:t>
            </a:r>
          </a:p>
        </p:txBody>
      </p:sp>
      <p:sp>
        <p:nvSpPr>
          <p:cNvPr id="20" name="I₁ = I₂ + I₃">
            <a:extLst xmlns:a="http://schemas.openxmlformats.org/drawingml/2006/main">
              <a:ext uri="{FF2B5EF4-FFF2-40B4-BE49-F238E27FC236}">
                <a16:creationId xmlns:a16="http://schemas.microsoft.com/office/drawing/2014/main" id="{72C661B9-D6D8-4FAE-A3D7-8C480E2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I₂ + I₃</a:t>
            </a:r>
          </a:p>
        </p:txBody>
      </p:sp>
      <p:sp>
        <p:nvSpPr>
          <p:cNvPr id="21" name="Laddning bevaras. Ström förbrukas inte i noden.">
            <a:extLst xmlns:a="http://schemas.openxmlformats.org/drawingml/2006/main">
              <a:ext uri="{FF2B5EF4-FFF2-40B4-BE49-F238E27FC236}">
                <a16:creationId xmlns:a16="http://schemas.microsoft.com/office/drawing/2014/main" id="{15EEB71D-41F3-419C-BF5F-FBAE7D8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Laddning bevaras. Ström förbrukas inte i noden.</a:t>
            </a:r>
          </a:p>
        </p:txBody>
      </p:sp>
      <p:sp>
        <p:nvSpPr>
          <p:cNvPr id="22" name="4">
            <a:extLst xmlns:a="http://schemas.openxmlformats.org/drawingml/2006/main">
              <a:ext uri="{FF2B5EF4-FFF2-40B4-BE49-F238E27FC236}">
                <a16:creationId xmlns:a16="http://schemas.microsoft.com/office/drawing/2014/main" id="{A86B189B-1BFC-45C7-972D-0E1475B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37af892f1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Förbindelser i elscheman">
            <a:extLst xmlns:a="http://schemas.openxmlformats.org/drawingml/2006/main">
              <a:ext uri="{FF2B5EF4-FFF2-40B4-BE49-F238E27FC236}">
                <a16:creationId xmlns:a16="http://schemas.microsoft.com/office/drawing/2014/main" id="{3ACBBDD8-88F9-445B-89CA-DFB640C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Förbindelser i elscheman</a:t>
            </a:r>
          </a:p>
        </p:txBody>
      </p:sp>
      <p:sp>
        <p:nvSpPr>
          <p:cNvPr id="25" name="En fylld punkt visar att ledningarna hör ihop.&#10;Vid en korsning be">
            <a:extLst xmlns:a="http://schemas.openxmlformats.org/drawingml/2006/main">
              <a:ext uri="{FF2B5EF4-FFF2-40B4-BE49-F238E27FC236}">
                <a16:creationId xmlns:a16="http://schemas.microsoft.com/office/drawing/2014/main" id="{D22893CB-66E5-4D04-A1D1-A4F2645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62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fylld punkt visar att ledningarna hör ihop.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en korsning behöver du kontrollera förbindelsen.</a:t>
            </a:r>
          </a:p>
        </p:txBody>
      </p:sp>
      <p:sp>
        <p:nvSpPr>
          <p:cNvPr id="26" name="Gemensam nod">
            <a:extLst xmlns:a="http://schemas.openxmlformats.org/drawingml/2006/main">
              <a:ext uri="{FF2B5EF4-FFF2-40B4-BE49-F238E27FC236}">
                <a16:creationId xmlns:a16="http://schemas.microsoft.com/office/drawing/2014/main" id="{AB0C7C4E-42AC-488E-A124-C986076C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Gemensam nod</a:t>
            </a:r>
          </a:p>
        </p:txBody>
      </p:sp>
      <p:sp>
        <p:nvSpPr>
          <p:cNvPr id="27" name="Skilda ledningar">
            <a:extLst xmlns:a="http://schemas.openxmlformats.org/drawingml/2006/main">
              <a:ext uri="{FF2B5EF4-FFF2-40B4-BE49-F238E27FC236}">
                <a16:creationId xmlns:a16="http://schemas.microsoft.com/office/drawing/2014/main" id="{797E8B11-97F1-49C7-B65D-846F09F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717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Skilda ledningar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EFFC3-B23B-4C75-AD9A-4C24EED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F1C73-88F2-42AC-839B-C7AFA7F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9375" y="329565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C697A-5070-4DEA-BBDE-948D967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9918F-B6C7-48EB-8D53-8570C90D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3075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0F040-55AA-4DDF-9B93-041ECDF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0825" y="329565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3" name="Korsning med punkt">
            <a:extLst xmlns:a="http://schemas.openxmlformats.org/drawingml/2006/main">
              <a:ext uri="{FF2B5EF4-FFF2-40B4-BE49-F238E27FC236}">
                <a16:creationId xmlns:a16="http://schemas.microsoft.com/office/drawing/2014/main" id="{A568B0BB-BB37-4166-9E4D-48E65EF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med punkt</a:t>
            </a:r>
          </a:p>
        </p:txBody>
      </p:sp>
      <p:sp>
        <p:nvSpPr>
          <p:cNvPr id="34" name="Korsning utan punkt">
            <a:extLst xmlns:a="http://schemas.openxmlformats.org/drawingml/2006/main">
              <a:ext uri="{FF2B5EF4-FFF2-40B4-BE49-F238E27FC236}">
                <a16:creationId xmlns:a16="http://schemas.microsoft.com/office/drawing/2014/main" id="{C2C23FB8-3B86-4715-9E4E-3904FA7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67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utan punkt</a:t>
            </a:r>
          </a:p>
        </p:txBody>
      </p:sp>
      <p:sp>
        <p:nvSpPr>
          <p:cNvPr id="35" name="Utan punkt betyder korsningen normalt ingen förbindelse.&#10;Följ all">
            <a:extLst xmlns:a="http://schemas.openxmlformats.org/drawingml/2006/main">
              <a:ext uri="{FF2B5EF4-FFF2-40B4-BE49-F238E27FC236}">
                <a16:creationId xmlns:a16="http://schemas.microsoft.com/office/drawing/2014/main" id="{9D8428FA-4E34-40D4-9808-C4887C9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Utan punkt betyder korsningen normalt ingen förbindelse.</a:t>
            </a:r>
          </a:p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Följ alltid ritningens symbolförklaring.</a:t>
            </a:r>
          </a:p>
        </p:txBody>
      </p:sp>
      <p:sp>
        <p:nvSpPr>
          <p:cNvPr id="36" name="7">
            <a:extLst xmlns:a="http://schemas.openxmlformats.org/drawingml/2006/main">
              <a:ext uri="{FF2B5EF4-FFF2-40B4-BE49-F238E27FC236}">
                <a16:creationId xmlns:a16="http://schemas.microsoft.com/office/drawing/2014/main" id="{8586C36C-52CF-46A4-8A81-AAD14240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9d93fd97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Noder i utrustningen">
            <a:extLst xmlns:a="http://schemas.openxmlformats.org/drawingml/2006/main">
              <a:ext uri="{FF2B5EF4-FFF2-40B4-BE49-F238E27FC236}">
                <a16:creationId xmlns:a16="http://schemas.microsoft.com/office/drawing/2014/main" id="{138DC070-6A59-4DD4-AE00-E974114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utrustningen</a:t>
            </a:r>
          </a:p>
        </p:txBody>
      </p:sp>
      <p:sp>
        <p:nvSpPr>
          <p:cNvPr id="25" name="Kopplingsklämma">
            <a:extLst xmlns:a="http://schemas.openxmlformats.org/drawingml/2006/main">
              <a:ext uri="{FF2B5EF4-FFF2-40B4-BE49-F238E27FC236}">
                <a16:creationId xmlns:a16="http://schemas.microsoft.com/office/drawing/2014/main" id="{7F4193BA-9B4B-4950-9740-030B980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Kopplingsklämma</a:t>
            </a:r>
          </a:p>
        </p:txBody>
      </p:sp>
      <p:sp>
        <p:nvSpPr>
          <p:cNvPr id="26" name="Ledare som klämman förbinder elektriskt tillhör samma nod.">
            <a:extLst xmlns:a="http://schemas.openxmlformats.org/drawingml/2006/main">
              <a:ext uri="{FF2B5EF4-FFF2-40B4-BE49-F238E27FC236}">
                <a16:creationId xmlns:a16="http://schemas.microsoft.com/office/drawing/2014/main" id="{9B6C2954-1D7C-4DB8-9811-2234736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som klämman förbinder elektriskt tillhör samma nod.</a:t>
            </a:r>
          </a:p>
        </p:txBody>
      </p:sp>
      <p:sp>
        <p:nvSpPr>
          <p:cNvPr id="27" name="Kretskort">
            <a:extLst xmlns:a="http://schemas.openxmlformats.org/drawingml/2006/main">
              <a:ext uri="{FF2B5EF4-FFF2-40B4-BE49-F238E27FC236}">
                <a16:creationId xmlns:a16="http://schemas.microsoft.com/office/drawing/2014/main" id="{367F60F0-8D60-46D2-B957-66685FA5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Kretskort</a:t>
            </a:r>
          </a:p>
        </p:txBody>
      </p:sp>
      <p:sp>
        <p:nvSpPr>
          <p:cNvPr id="28" name="En lödpunkt eller sammanhängande kopparbana kan&#10;förbinda flera ko">
            <a:extLst xmlns:a="http://schemas.openxmlformats.org/drawingml/2006/main">
              <a:ext uri="{FF2B5EF4-FFF2-40B4-BE49-F238E27FC236}">
                <a16:creationId xmlns:a16="http://schemas.microsoft.com/office/drawing/2014/main" id="{43402E8E-9014-4D5F-9C51-CF7CAB3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lödpunkt eller sammanhängande kopparbana kan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förbinda flera komponentanslutningar till samma nod.</a:t>
            </a:r>
          </a:p>
        </p:txBody>
      </p:sp>
      <p:sp>
        <p:nvSpPr>
          <p:cNvPr id="29" name="Separata anslutningar kan vara olika noder.&#10;Ett helt vägguttag be">
            <a:extLst xmlns:a="http://schemas.openxmlformats.org/drawingml/2006/main">
              <a:ext uri="{FF2B5EF4-FFF2-40B4-BE49-F238E27FC236}">
                <a16:creationId xmlns:a16="http://schemas.microsoft.com/office/drawing/2014/main" id="{F9F727D3-376D-41DC-9856-A2F6C44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Separata anslutningar kan vara olika noder.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helt vägguttag består därför av flera noder.</a:t>
            </a:r>
          </a:p>
        </p:txBody>
      </p:sp>
      <p:sp>
        <p:nvSpPr>
          <p:cNvPr id="30" name="8">
            <a:extLst xmlns:a="http://schemas.openxmlformats.org/drawingml/2006/main">
              <a:ext uri="{FF2B5EF4-FFF2-40B4-BE49-F238E27FC236}">
                <a16:creationId xmlns:a16="http://schemas.microsoft.com/office/drawing/2014/main" id="{7E660480-7E87-4DFF-90A4-1D301E0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c7c5ff01a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Begrepp och vattenliknelse">
            <a:extLst xmlns:a="http://schemas.openxmlformats.org/drawingml/2006/main">
              <a:ext uri="{FF2B5EF4-FFF2-40B4-BE49-F238E27FC236}">
                <a16:creationId xmlns:a16="http://schemas.microsoft.com/office/drawing/2014/main" id="{59F8DF6A-EE21-4FB6-ADCE-7771318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Begrepp och vattenliknelse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7620000" cy="3476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143125"/>
                <a:gridCol w="2905125"/>
                <a:gridCol w="2571750"/>
              </a:tblGrid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Begrepp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I elkretsen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Vattenliknelse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krets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Sammanhängande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strömväg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Rörsystem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Ledning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Förbinder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anslutningar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Vattenrör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ström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Laddning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Gemensam elektrisk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T-koppling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Kirchhoffs strömlag: lika mycket ström in som ut.&#10;Vattenliknelsen">
            <a:extLst xmlns:a="http://schemas.openxmlformats.org/drawingml/2006/main">
              <a:ext uri="{FF2B5EF4-FFF2-40B4-BE49-F238E27FC236}">
                <a16:creationId xmlns:a16="http://schemas.microsoft.com/office/drawing/2014/main" id="{1900DACE-34A7-49C1-BC1C-3C17930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Kirchhoffs strömlag: lika mycket ström in som ut.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Vattenliknelsen hjälper oss att följa flödet.</a:t>
            </a:r>
          </a:p>
        </p:txBody>
      </p:sp>
      <p:sp>
        <p:nvSpPr>
          <p:cNvPr id="27" name="9">
            <a:extLst xmlns:a="http://schemas.openxmlformats.org/drawingml/2006/main">
              <a:ext uri="{FF2B5EF4-FFF2-40B4-BE49-F238E27FC236}">
                <a16:creationId xmlns:a16="http://schemas.microsoft.com/office/drawing/2014/main" id="{7B35957A-2AA5-4FFE-948E-D67288D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fd622973f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slagen i en slinga">
            <a:extLst xmlns:a="http://schemas.openxmlformats.org/drawingml/2006/main">
              <a:ext uri="{FF2B5EF4-FFF2-40B4-BE49-F238E27FC236}">
                <a16:creationId xmlns:a16="http://schemas.microsoft.com/office/drawing/2014/main" id="{953309B0-5522-4845-87BA-66C457A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Spänningslagen i en slinga</a:t>
            </a:r>
          </a:p>
        </p:txBody>
      </p:sp>
      <p:sp>
        <p:nvSpPr>
          <p:cNvPr id="3" name="Runt en sluten slinga är summan av">
            <a:extLst xmlns:a="http://schemas.openxmlformats.org/drawingml/2006/main">
              <a:ext uri="{FF2B5EF4-FFF2-40B4-BE49-F238E27FC236}">
                <a16:creationId xmlns:a16="http://schemas.microsoft.com/office/drawing/2014/main" id="{DFBC710B-1E23-48CF-BD56-DCE13182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Runt en sluten slinga är summan av</a:t>
            </a:r>
          </a:p>
        </p:txBody>
      </p:sp>
      <p:sp>
        <p:nvSpPr>
          <p:cNvPr id="4" name="spänningsändringarna noll.">
            <a:extLst xmlns:a="http://schemas.openxmlformats.org/drawingml/2006/main">
              <a:ext uri="{FF2B5EF4-FFF2-40B4-BE49-F238E27FC236}">
                <a16:creationId xmlns:a16="http://schemas.microsoft.com/office/drawing/2014/main" id="{25DE671C-E601-4251-8F66-7694BFC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spänningsändringarna noll.</a:t>
            </a:r>
          </a:p>
        </p:txBody>
      </p:sp>
      <p:sp>
        <p:nvSpPr>
          <p:cNvPr id="5" name="ΣΔU = 0">
            <a:extLst xmlns:a="http://schemas.openxmlformats.org/drawingml/2006/main">
              <a:ext uri="{FF2B5EF4-FFF2-40B4-BE49-F238E27FC236}">
                <a16:creationId xmlns:a16="http://schemas.microsoft.com/office/drawing/2014/main" id="{AA2D1A96-E9E8-4C67-8AF8-31A772F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</a:t>
            </a:r>
          </a:p>
        </p:txBody>
      </p:sp>
      <p:sp>
        <p:nvSpPr>
          <p:cNvPr id="6" name="+6 V − 4 V − 2 V = 0 V">
            <a:extLst xmlns:a="http://schemas.openxmlformats.org/drawingml/2006/main">
              <a:ext uri="{FF2B5EF4-FFF2-40B4-BE49-F238E27FC236}">
                <a16:creationId xmlns:a16="http://schemas.microsoft.com/office/drawing/2014/main" id="{872EDF04-E941-4750-8F53-5C682B2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+6 V − 4 V − 2 V = 0 V</a:t>
            </a:r>
          </a:p>
        </p:txBody>
      </p:sp>
      <p:sp>
        <p:nvSpPr>
          <p:cNvPr id="7" name="Källan ger en spänningshöjning.&#10;Motstånden ger spänningsfall i strömri">
            <a:extLst xmlns:a="http://schemas.openxmlformats.org/drawingml/2006/main">
              <a:ext uri="{FF2B5EF4-FFF2-40B4-BE49-F238E27FC236}">
                <a16:creationId xmlns:a16="http://schemas.microsoft.com/office/drawing/2014/main" id="{7CD11B91-938D-41DB-8E6A-9B87FEE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ger en spänningshöjning.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Motstånden ger spänningsfall i strömriktningen.</a:t>
            </a:r>
          </a:p>
        </p:txBody>
      </p:sp>
      <p:sp>
        <p:nvSpPr>
          <p:cNvPr id="8" name="5">
            <a:extLst xmlns:a="http://schemas.openxmlformats.org/drawingml/2006/main">
              <a:ext uri="{FF2B5EF4-FFF2-40B4-BE49-F238E27FC236}">
                <a16:creationId xmlns:a16="http://schemas.microsoft.com/office/drawing/2014/main" id="{23295021-61C8-47B3-AA6F-6E8D7E1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565e1e568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ecken och strömriktning">
            <a:extLst xmlns:a="http://schemas.openxmlformats.org/drawingml/2006/main">
              <a:ext uri="{FF2B5EF4-FFF2-40B4-BE49-F238E27FC236}">
                <a16:creationId xmlns:a16="http://schemas.microsoft.com/office/drawing/2014/main" id="{11609F34-AFA6-433A-A5E7-7635E3A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Tecken och strömriktning</a:t>
            </a:r>
          </a:p>
        </p:txBody>
      </p:sp>
      <p:sp>
        <p:nvSpPr>
          <p:cNvPr id="3" name="Genom en källa, från minus till plus: +E">
            <a:extLst xmlns:a="http://schemas.openxmlformats.org/drawingml/2006/main">
              <a:ext uri="{FF2B5EF4-FFF2-40B4-BE49-F238E27FC236}">
                <a16:creationId xmlns:a16="http://schemas.microsoft.com/office/drawing/2014/main" id="{9D8240C8-EB00-442F-ADED-9B124F8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källa, från minus till plus: +E</a:t>
            </a:r>
          </a:p>
        </p:txBody>
      </p:sp>
      <p:sp>
        <p:nvSpPr>
          <p:cNvPr id="4" name="Genom en källa, från plus till minus: −E">
            <a:extLst xmlns:a="http://schemas.openxmlformats.org/drawingml/2006/main">
              <a:ext uri="{FF2B5EF4-FFF2-40B4-BE49-F238E27FC236}">
                <a16:creationId xmlns:a16="http://schemas.microsoft.com/office/drawing/2014/main" id="{016E6E66-AB80-40BC-9923-4891880A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källa, från plus till minus: −E</a:t>
            </a:r>
          </a:p>
        </p:txBody>
      </p:sp>
      <p:sp>
        <p:nvSpPr>
          <p:cNvPr id="5" name="Genom ett motstånd, med pilen: −R · I">
            <a:extLst xmlns:a="http://schemas.openxmlformats.org/drawingml/2006/main">
              <a:ext uri="{FF2B5EF4-FFF2-40B4-BE49-F238E27FC236}">
                <a16:creationId xmlns:a16="http://schemas.microsoft.com/office/drawing/2014/main" id="{491E978D-C77B-48FF-8644-FE07454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ett motstånd, med pilen: −R · I</a:t>
            </a:r>
          </a:p>
        </p:txBody>
      </p:sp>
      <p:sp>
        <p:nvSpPr>
          <p:cNvPr id="6" name="Genom ett motstånd, mot pilen: +R · I">
            <a:extLst xmlns:a="http://schemas.openxmlformats.org/drawingml/2006/main">
              <a:ext uri="{FF2B5EF4-FFF2-40B4-BE49-F238E27FC236}">
                <a16:creationId xmlns:a16="http://schemas.microsoft.com/office/drawing/2014/main" id="{01946FCD-771F-42A6-85A2-56F5EAB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ett motstånd, mot pilen: +R · I</a:t>
            </a:r>
          </a:p>
        </p:txBody>
      </p:sp>
      <p:sp>
        <p:nvSpPr>
          <p:cNvPr id="7" name="I = −2 A betyder 2 A mot den antagna pilen.">
            <a:extLst xmlns:a="http://schemas.openxmlformats.org/drawingml/2006/main">
              <a:ext uri="{FF2B5EF4-FFF2-40B4-BE49-F238E27FC236}">
                <a16:creationId xmlns:a16="http://schemas.microsoft.com/office/drawing/2014/main" id="{B298B916-2061-438A-BC17-27C74BE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−2 A betyder 2 A mot den antagna pilen.</a:t>
            </a:r>
          </a:p>
        </p:txBody>
      </p:sp>
      <p:sp>
        <p:nvSpPr>
          <p:cNvPr id="8" name="6">
            <a:extLst xmlns:a="http://schemas.openxmlformats.org/drawingml/2006/main">
              <a:ext uri="{FF2B5EF4-FFF2-40B4-BE49-F238E27FC236}">
                <a16:creationId xmlns:a16="http://schemas.microsoft.com/office/drawing/2014/main" id="{6533F727-2257-4043-865A-F62776E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e03527ca4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nas polaritet">
            <a:extLst xmlns:a="http://schemas.openxmlformats.org/drawingml/2006/main">
              <a:ext uri="{FF2B5EF4-FFF2-40B4-BE49-F238E27FC236}">
                <a16:creationId xmlns:a16="http://schemas.microsoft.com/office/drawing/2014/main" id="{7F1DB609-FBBD-4275-9675-05756F1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Källornas polaritet</a:t>
            </a:r>
          </a:p>
        </p:txBody>
      </p:sp>
      <p:sp>
        <p:nvSpPr>
          <p:cNvPr id="3" name="Medverkande källor: 6 V + 6 V = 12 V">
            <a:extLst xmlns:a="http://schemas.openxmlformats.org/drawingml/2006/main">
              <a:ext uri="{FF2B5EF4-FFF2-40B4-BE49-F238E27FC236}">
                <a16:creationId xmlns:a16="http://schemas.microsoft.com/office/drawing/2014/main" id="{40A9AD56-DF80-4DB1-9E67-CFBEA49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Medverkande källor: 6 V + 6 V = 12 V</a:t>
            </a:r>
          </a:p>
        </p:txBody>
      </p:sp>
      <p:sp>
        <p:nvSpPr>
          <p:cNvPr id="4" name="Motverkande källor: 10 V − 6 V = 4 V">
            <a:extLst xmlns:a="http://schemas.openxmlformats.org/drawingml/2006/main">
              <a:ext uri="{FF2B5EF4-FFF2-40B4-BE49-F238E27FC236}">
                <a16:creationId xmlns:a16="http://schemas.microsoft.com/office/drawing/2014/main" id="{099793E3-EACB-4FD2-ABE4-F8F3B36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Motverkande källor: 10 V − 6 V = 4 V</a:t>
            </a:r>
          </a:p>
        </p:txBody>
      </p:sp>
      <p:sp>
        <p:nvSpPr>
          <p:cNvPr id="5" name="Polaritetsmarkeringarna avgör tecknen i slingan.">
            <a:extLst xmlns:a="http://schemas.openxmlformats.org/drawingml/2006/main">
              <a:ext uri="{FF2B5EF4-FFF2-40B4-BE49-F238E27FC236}">
                <a16:creationId xmlns:a16="http://schemas.microsoft.com/office/drawing/2014/main" id="{ED066C5D-E4AA-44CF-B88D-8DB40F13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Polaritetsmarkeringarna avgör tecknen i slingan.</a:t>
            </a:r>
          </a:p>
        </p:txBody>
      </p:sp>
      <p:sp>
        <p:nvSpPr>
          <p:cNvPr id="6" name="Olika batterispänningar ska inte kopplas direkt&#10;parallellt. Då kan en ">
            <a:extLst xmlns:a="http://schemas.openxmlformats.org/drawingml/2006/main">
              <a:ext uri="{FF2B5EF4-FFF2-40B4-BE49-F238E27FC236}">
                <a16:creationId xmlns:a16="http://schemas.microsoft.com/office/drawing/2014/main" id="{E8683330-5A9B-4940-9B22-3B0E936D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620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0505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Olika batterispänningar ska inte kopplas direkt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0505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parallellt. Då kan en stor utjämningsström uppstå.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4436604F-CDF4-4C44-AA9C-5F80075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053f9ad1a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lera slingor i samma krets">
            <a:extLst xmlns:a="http://schemas.openxmlformats.org/drawingml/2006/main">
              <a:ext uri="{FF2B5EF4-FFF2-40B4-BE49-F238E27FC236}">
                <a16:creationId xmlns:a16="http://schemas.microsoft.com/office/drawing/2014/main" id="{CF591D61-A7E5-47EA-8F57-CB0FAA8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Flera slingor i samma krets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6ECFB-7A1E-45B1-B86B-6244383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2140744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E8A5E-2F9F-4CB0-8266-46D00FB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256" y="2770188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1C030-6756-496C-97E5-4F6EE255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3265488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6" name="+">
            <a:extLst xmlns:a="http://schemas.openxmlformats.org/drawingml/2006/main">
              <a:ext uri="{FF2B5EF4-FFF2-40B4-BE49-F238E27FC236}">
                <a16:creationId xmlns:a16="http://schemas.microsoft.com/office/drawing/2014/main" id="{5FD060B0-B979-44C8-8370-03140A9B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759869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−">
            <a:extLst xmlns:a="http://schemas.openxmlformats.org/drawingml/2006/main">
              <a:ext uri="{FF2B5EF4-FFF2-40B4-BE49-F238E27FC236}">
                <a16:creationId xmlns:a16="http://schemas.microsoft.com/office/drawing/2014/main" id="{8F738219-CAF5-4AA9-958C-9CFF22F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976563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8" name="10 V">
            <a:extLst xmlns:a="http://schemas.openxmlformats.org/drawingml/2006/main">
              <a:ext uri="{FF2B5EF4-FFF2-40B4-BE49-F238E27FC236}">
                <a16:creationId xmlns:a16="http://schemas.microsoft.com/office/drawing/2014/main" id="{D414D41E-AF9C-4B60-8E02-F924529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56" y="2842419"/>
            <a:ext cx="8048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DD4D7-BBE5-4ED0-A1B1-052D81F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2140744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29B38-EC6B-4C11-B5DB-BFF4614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944" y="2770188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EFE7-2709-4616-8A84-F49E336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3265488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2" name="+">
            <a:extLst xmlns:a="http://schemas.openxmlformats.org/drawingml/2006/main">
              <a:ext uri="{FF2B5EF4-FFF2-40B4-BE49-F238E27FC236}">
                <a16:creationId xmlns:a16="http://schemas.microsoft.com/office/drawing/2014/main" id="{DE559B87-A4AC-4145-9101-262A1F0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813" y="2759869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3" name="−">
            <a:extLst xmlns:a="http://schemas.openxmlformats.org/drawingml/2006/main">
              <a:ext uri="{FF2B5EF4-FFF2-40B4-BE49-F238E27FC236}">
                <a16:creationId xmlns:a16="http://schemas.microsoft.com/office/drawing/2014/main" id="{4F08D3AB-5F5C-43E8-A697-9914A42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813" y="2976563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4" name="6 V">
            <a:extLst xmlns:a="http://schemas.openxmlformats.org/drawingml/2006/main">
              <a:ext uri="{FF2B5EF4-FFF2-40B4-BE49-F238E27FC236}">
                <a16:creationId xmlns:a16="http://schemas.microsoft.com/office/drawing/2014/main" id="{5AA62AA9-D555-4B5E-A77B-CC464FE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2842419"/>
            <a:ext cx="8048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5F78-CCDB-4399-BFB4-229AB702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2140744"/>
            <a:ext cx="10009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A1DAE-D6D8-477F-AFC1-1D002E3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825" y="2016919"/>
            <a:ext cx="57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6B126-CE1B-4096-9845-A829C9D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22675" y="2140744"/>
            <a:ext cx="10009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8" name="R₁">
            <a:extLst xmlns:a="http://schemas.openxmlformats.org/drawingml/2006/main">
              <a:ext uri="{FF2B5EF4-FFF2-40B4-BE49-F238E27FC236}">
                <a16:creationId xmlns:a16="http://schemas.microsoft.com/office/drawing/2014/main" id="{B810C41A-C53E-4606-84AD-CD78E52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656" y="1645444"/>
            <a:ext cx="1754188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C1B54-34D0-4E16-B588-E1C76E51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2140744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2E02E-061F-480B-8F1F-6DAEA6B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0094" y="2140744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A37F3-09EF-4002-A492-B95D15C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269" y="2759869"/>
            <a:ext cx="247650" cy="515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A524E-C17A-4B44-ACD2-5BCABB8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0094" y="3275806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3" name="R₂">
            <a:extLst xmlns:a="http://schemas.openxmlformats.org/drawingml/2006/main">
              <a:ext uri="{FF2B5EF4-FFF2-40B4-BE49-F238E27FC236}">
                <a16:creationId xmlns:a16="http://schemas.microsoft.com/office/drawing/2014/main" id="{8DA01046-8D0C-44D3-BB6D-9FE80E8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2842419"/>
            <a:ext cx="1496219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F6B0E-5EC7-42F7-A0B5-07C3108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3894931"/>
            <a:ext cx="50561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B9EEA-1566-4580-9F2D-8ABFB43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319" y="2099469"/>
            <a:ext cx="82550" cy="8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43A0A-765A-4582-BE4E-DFB96E16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319" y="3853656"/>
            <a:ext cx="82550" cy="8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7" name="U₁ = 4 V">
            <a:extLst xmlns:a="http://schemas.openxmlformats.org/drawingml/2006/main">
              <a:ext uri="{FF2B5EF4-FFF2-40B4-BE49-F238E27FC236}">
                <a16:creationId xmlns:a16="http://schemas.microsoft.com/office/drawing/2014/main" id="{63012989-0D8C-4C86-BF52-99B8BA8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31" y="2347119"/>
            <a:ext cx="1651000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31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31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U₁ = 4 V</a:t>
            </a:r>
          </a:p>
        </p:txBody>
      </p:sp>
      <p:sp>
        <p:nvSpPr>
          <p:cNvPr id="28" name="U₂ = 6 V">
            <a:extLst xmlns:a="http://schemas.openxmlformats.org/drawingml/2006/main">
              <a:ext uri="{FF2B5EF4-FFF2-40B4-BE49-F238E27FC236}">
                <a16:creationId xmlns:a16="http://schemas.microsoft.com/office/drawing/2014/main" id="{C63A0F14-D699-4F30-89BC-1DED5B7B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894" y="3275806"/>
            <a:ext cx="1651000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31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31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U₂ = 6 V</a:t>
            </a:r>
          </a:p>
        </p:txBody>
      </p:sp>
      <p:sp>
        <p:nvSpPr>
          <p:cNvPr id="29" name="Höger slinga: U₂ = 6 V">
            <a:extLst xmlns:a="http://schemas.openxmlformats.org/drawingml/2006/main">
              <a:ext uri="{FF2B5EF4-FFF2-40B4-BE49-F238E27FC236}">
                <a16:creationId xmlns:a16="http://schemas.microsoft.com/office/drawing/2014/main" id="{4CE79C0B-8D32-4CAD-96C6-0F3507B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Höger slinga: U₂ = 6 V</a:t>
            </a:r>
          </a:p>
        </p:txBody>
      </p:sp>
      <p:sp>
        <p:nvSpPr>
          <p:cNvPr id="30" name="Vänster slinga: 10 − U₁ − 6 = 0, alltså U₁ = 4 V">
            <a:extLst xmlns:a="http://schemas.openxmlformats.org/drawingml/2006/main">
              <a:ext uri="{FF2B5EF4-FFF2-40B4-BE49-F238E27FC236}">
                <a16:creationId xmlns:a16="http://schemas.microsoft.com/office/drawing/2014/main" id="{251FFBE3-0C98-4861-8961-AE86135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Vänster slinga: 10 − U₁ − 6 = 0, alltså U₁ = 4 V</a:t>
            </a:r>
          </a:p>
        </p:txBody>
      </p:sp>
      <p:sp>
        <p:nvSpPr>
          <p:cNvPr id="31" name="Yttre slinga: 10 − 4 − 6 = 0 V">
            <a:extLst xmlns:a="http://schemas.openxmlformats.org/drawingml/2006/main">
              <a:ext uri="{FF2B5EF4-FFF2-40B4-BE49-F238E27FC236}">
                <a16:creationId xmlns:a16="http://schemas.microsoft.com/office/drawing/2014/main" id="{F2DE9A7B-CC60-497E-8936-32EC338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Yttre slinga: 10 − 4 − 6 = 0 V</a:t>
            </a:r>
          </a:p>
        </p:txBody>
      </p:sp>
      <p:sp>
        <p:nvSpPr>
          <p:cNvPr id="32" name="8">
            <a:extLst xmlns:a="http://schemas.openxmlformats.org/drawingml/2006/main">
              <a:ext uri="{FF2B5EF4-FFF2-40B4-BE49-F238E27FC236}">
                <a16:creationId xmlns:a16="http://schemas.microsoft.com/office/drawing/2014/main" id="{6855FA6D-FACD-49C6-8120-DE00C68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16fe520ca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rbetsgång med Ohms lag">
            <a:extLst xmlns:a="http://schemas.openxmlformats.org/drawingml/2006/main">
              <a:ext uri="{FF2B5EF4-FFF2-40B4-BE49-F238E27FC236}">
                <a16:creationId xmlns:a16="http://schemas.microsoft.com/office/drawing/2014/main" id="{12C40629-4065-4A47-84E1-7458D12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 med Ohms 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BFFE4-B5F5-46D2-8AFA-DC5B1780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2086570"/>
            <a:ext cx="0" cy="522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B3820-0381-4475-ABDC-BEBE18FE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686" y="2608858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632D2-59EF-47FE-A424-69DCD31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3056533"/>
            <a:ext cx="0" cy="522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6" name="+">
            <a:extLst xmlns:a="http://schemas.openxmlformats.org/drawingml/2006/main">
              <a:ext uri="{FF2B5EF4-FFF2-40B4-BE49-F238E27FC236}">
                <a16:creationId xmlns:a16="http://schemas.microsoft.com/office/drawing/2014/main" id="{3688C4CE-88BD-40A4-A1B2-8A725EA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99531"/>
            <a:ext cx="279797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−">
            <a:extLst xmlns:a="http://schemas.openxmlformats.org/drawingml/2006/main">
              <a:ext uri="{FF2B5EF4-FFF2-40B4-BE49-F238E27FC236}">
                <a16:creationId xmlns:a16="http://schemas.microsoft.com/office/drawing/2014/main" id="{1B592152-D246-4A63-92AA-5A7E443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95389"/>
            <a:ext cx="279797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8" name="9 V">
            <a:extLst xmlns:a="http://schemas.openxmlformats.org/drawingml/2006/main">
              <a:ext uri="{FF2B5EF4-FFF2-40B4-BE49-F238E27FC236}">
                <a16:creationId xmlns:a16="http://schemas.microsoft.com/office/drawing/2014/main" id="{55BF08F2-50B7-4A8A-AE34-63178B7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61" y="2674144"/>
            <a:ext cx="727472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7C758-4D4D-41CB-B169-9A70ED2F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3578820"/>
            <a:ext cx="4290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1E323-2CFA-41A5-B9E2-C34E9A4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2086570"/>
            <a:ext cx="834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8F665-B4A9-412E-B490-4C9C58EA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251" y="1974652"/>
            <a:ext cx="522287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F0A38-7CE2-42C8-A801-D81ADCBD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0538" y="2086570"/>
            <a:ext cx="834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3" name="R₁ = 3 Ω">
            <a:extLst xmlns:a="http://schemas.openxmlformats.org/drawingml/2006/main">
              <a:ext uri="{FF2B5EF4-FFF2-40B4-BE49-F238E27FC236}">
                <a16:creationId xmlns:a16="http://schemas.microsoft.com/office/drawing/2014/main" id="{F6F50EBD-AED2-4CC2-94B8-FF86400C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37" y="1638895"/>
            <a:ext cx="158551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F7C12-DDF5-4806-9545-0D84E14C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5266" y="2086570"/>
            <a:ext cx="7880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5F56C-DCC3-4BCA-83F1-3923C08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360" y="1974652"/>
            <a:ext cx="522287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FB10-F399-4D7C-AEAA-5ABBA2B4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75648" y="2086570"/>
            <a:ext cx="7880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7" name="R₂ = 6 Ω">
            <a:extLst xmlns:a="http://schemas.openxmlformats.org/drawingml/2006/main">
              <a:ext uri="{FF2B5EF4-FFF2-40B4-BE49-F238E27FC236}">
                <a16:creationId xmlns:a16="http://schemas.microsoft.com/office/drawing/2014/main" id="{B8EBC0A6-A101-4B41-B061-BC03758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46" y="1638895"/>
            <a:ext cx="158551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6 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593B5-280F-4191-9D13-1BC39B2E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3742" y="2086570"/>
            <a:ext cx="0" cy="149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9" name="U₁">
            <a:extLst xmlns:a="http://schemas.openxmlformats.org/drawingml/2006/main">
              <a:ext uri="{FF2B5EF4-FFF2-40B4-BE49-F238E27FC236}">
                <a16:creationId xmlns:a16="http://schemas.microsoft.com/office/drawing/2014/main" id="{42BF58A2-76C2-4207-8957-66FD73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16" y="2273102"/>
            <a:ext cx="746125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</a:t>
            </a:r>
          </a:p>
        </p:txBody>
      </p:sp>
      <p:sp>
        <p:nvSpPr>
          <p:cNvPr id="20" name="U₂">
            <a:extLst xmlns:a="http://schemas.openxmlformats.org/drawingml/2006/main">
              <a:ext uri="{FF2B5EF4-FFF2-40B4-BE49-F238E27FC236}">
                <a16:creationId xmlns:a16="http://schemas.microsoft.com/office/drawing/2014/main" id="{29AEB0C2-5322-4AAB-9F01-F3FDD40D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492" y="2273102"/>
            <a:ext cx="746125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F52A-3C76-440D-8B81-01BC16B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26383" y="3578820"/>
            <a:ext cx="83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5F6A5-7D66-4189-968E-7C452FA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26383" y="3578820"/>
            <a:ext cx="83939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0CFDF-3C75-4759-951E-D2CA679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26383" y="3532188"/>
            <a:ext cx="83939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4" name="I">
            <a:extLst xmlns:a="http://schemas.openxmlformats.org/drawingml/2006/main">
              <a:ext uri="{FF2B5EF4-FFF2-40B4-BE49-F238E27FC236}">
                <a16:creationId xmlns:a16="http://schemas.microsoft.com/office/drawing/2014/main" id="{C040C796-6A59-4288-94B7-6E974468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83" y="3103166"/>
            <a:ext cx="93265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5" name="1. Välj strömpil och en sluten slinga.">
            <a:extLst xmlns:a="http://schemas.openxmlformats.org/drawingml/2006/main">
              <a:ext uri="{FF2B5EF4-FFF2-40B4-BE49-F238E27FC236}">
                <a16:creationId xmlns:a16="http://schemas.microsoft.com/office/drawing/2014/main" id="{C38E5EE2-7025-4C69-A42D-6902D45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Välj strömpil och en sluten slinga.</a:t>
            </a:r>
          </a:p>
        </p:txBody>
      </p:sp>
      <p:sp>
        <p:nvSpPr>
          <p:cNvPr id="26" name="2. Skriv 9 − 3I − 6I = 0.">
            <a:extLst xmlns:a="http://schemas.openxmlformats.org/drawingml/2006/main">
              <a:ext uri="{FF2B5EF4-FFF2-40B4-BE49-F238E27FC236}">
                <a16:creationId xmlns:a16="http://schemas.microsoft.com/office/drawing/2014/main" id="{2F987643-0B06-4788-97C9-A3A4CE0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Skriv 9 − 3I − 6I = 0.</a:t>
            </a:r>
          </a:p>
        </p:txBody>
      </p:sp>
      <p:sp>
        <p:nvSpPr>
          <p:cNvPr id="27" name="3. Lös: 9I = 9, alltså I = 1,0 A.">
            <a:extLst xmlns:a="http://schemas.openxmlformats.org/drawingml/2006/main">
              <a:ext uri="{FF2B5EF4-FFF2-40B4-BE49-F238E27FC236}">
                <a16:creationId xmlns:a16="http://schemas.microsoft.com/office/drawing/2014/main" id="{6B593000-AC29-4719-99B4-8A036244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Lös: 9I = 9, alltså I = 1,0 A.</a:t>
            </a:r>
          </a:p>
        </p:txBody>
      </p:sp>
      <p:sp>
        <p:nvSpPr>
          <p:cNvPr id="28" name="4. Kontrollera: U₁ = 3 V, U₂ = 6 V, summan 9 V.">
            <a:extLst xmlns:a="http://schemas.openxmlformats.org/drawingml/2006/main">
              <a:ext uri="{FF2B5EF4-FFF2-40B4-BE49-F238E27FC236}">
                <a16:creationId xmlns:a16="http://schemas.microsoft.com/office/drawing/2014/main" id="{91C10D0E-2876-4E5C-8F4C-143C5B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Kontrollera: U₁ = 3 V, U₂ = 6 V, summan 9 V.</a:t>
            </a:r>
          </a:p>
        </p:txBody>
      </p:sp>
      <p:sp>
        <p:nvSpPr>
          <p:cNvPr id="29" name="9">
            <a:extLst xmlns:a="http://schemas.openxmlformats.org/drawingml/2006/main">
              <a:ext uri="{FF2B5EF4-FFF2-40B4-BE49-F238E27FC236}">
                <a16:creationId xmlns:a16="http://schemas.microsoft.com/office/drawing/2014/main" id="{6EF58DAD-D0D1-4C55-9AAD-C3434AC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f922e59c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0 övningar med stigande nivå">
            <a:extLst xmlns:a="http://schemas.openxmlformats.org/drawingml/2006/main">
              <a:ext uri="{FF2B5EF4-FFF2-40B4-BE49-F238E27FC236}">
                <a16:creationId xmlns:a16="http://schemas.microsoft.com/office/drawing/2014/main" id="{6DBD5721-91E9-45A8-9DA0-CE145918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övningar med stigande nivå</a:t>
            </a:r>
          </a:p>
        </p:txBody>
      </p:sp>
      <p:sp>
        <p:nvSpPr>
          <p:cNvPr id="3" name="1–6: Grundövningar, cirka 18 minuter.">
            <a:extLst xmlns:a="http://schemas.openxmlformats.org/drawingml/2006/main">
              <a:ext uri="{FF2B5EF4-FFF2-40B4-BE49-F238E27FC236}">
                <a16:creationId xmlns:a16="http://schemas.microsoft.com/office/drawing/2014/main" id="{9E6EA187-55FD-495E-82F1-84ACB3B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45 minuter: övning 1, 3 och 4.</a:t>
            </a:r>
          </a:p>
        </p:txBody>
      </p:sp>
      <p:sp>
        <p:nvSpPr>
          <p:cNvPr id="4" name="7–8: Fler komponenter och källor.">
            <a:extLst xmlns:a="http://schemas.openxmlformats.org/drawingml/2006/main">
              <a:ext uri="{FF2B5EF4-FFF2-40B4-BE49-F238E27FC236}">
                <a16:creationId xmlns:a16="http://schemas.microsoft.com/office/drawing/2014/main" id="{79354EB0-4CF2-41A3-83F4-6725D73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Nästa 45 minuter: övning 5, 6 och 9.</a:t>
            </a:r>
          </a:p>
        </p:txBody>
      </p:sp>
      <p:sp>
        <p:nvSpPr>
          <p:cNvPr id="5" name="9–10: Två slingor och samtidiga ekvationer.">
            <a:extLst xmlns:a="http://schemas.openxmlformats.org/drawingml/2006/main">
              <a:ext uri="{FF2B5EF4-FFF2-40B4-BE49-F238E27FC236}">
                <a16:creationId xmlns:a16="http://schemas.microsoft.com/office/drawing/2014/main" id="{9871771A-EE68-4002-AD35-B72166BE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uppgifter ger fortsatt träning.</a:t>
            </a:r>
          </a:p>
        </p:txBody>
      </p:sp>
      <p:sp>
        <p:nvSpPr>
          <p:cNvPr id="6" name="Skriv lag, ekvation, uträkning och svar med enhet.">
            <a:extLst xmlns:a="http://schemas.openxmlformats.org/drawingml/2006/main">
              <a:ext uri="{FF2B5EF4-FFF2-40B4-BE49-F238E27FC236}">
                <a16:creationId xmlns:a16="http://schemas.microsoft.com/office/drawing/2014/main" id="{1244D580-7102-41CF-A9ED-C6D2AF4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Skriv lag, ekvation, uträkning och svar med enhet.</a:t>
            </a:r>
          </a:p>
        </p:txBody>
      </p:sp>
      <p:sp>
        <p:nvSpPr>
          <p:cNvPr id="7" name="Alla kretsar har likström, ideala källor och&#10;försumbar ledningsresista">
            <a:extLst xmlns:a="http://schemas.openxmlformats.org/drawingml/2006/main">
              <a:ext uri="{FF2B5EF4-FFF2-40B4-BE49-F238E27FC236}">
                <a16:creationId xmlns:a16="http://schemas.microsoft.com/office/drawing/2014/main" id="{54A3670B-1C77-4304-9B87-AFC40A8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kretsar har likström, ideala källor och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försumbar ledningsresistans. Motstånden är ohmska.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Pilarna visar valda riktningar för konventionell ström.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9F69A5AD-3A3D-493C-97BF-BE0487D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a9d6fb44848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in och ut med tecken">
            <a:extLst xmlns:a="http://schemas.openxmlformats.org/drawingml/2006/main">
              <a:ext uri="{FF2B5EF4-FFF2-40B4-BE49-F238E27FC236}">
                <a16:creationId xmlns:a16="http://schemas.microsoft.com/office/drawing/2014/main" id="{4CFD9642-A860-4223-84D6-3D7467B3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in och ut med tecken</a:t>
            </a:r>
          </a:p>
        </p:txBody>
      </p:sp>
      <p:sp>
        <p:nvSpPr>
          <p:cNvPr id="16" name="3 A och 2 A går in i en nod. En känd gren för 6 A ut. En okänd pi">
            <a:extLst xmlns:a="http://schemas.openxmlformats.org/drawingml/2006/main">
              <a:ext uri="{FF2B5EF4-FFF2-40B4-BE49-F238E27FC236}">
                <a16:creationId xmlns:a16="http://schemas.microsoft.com/office/drawing/2014/main" id="{42701A33-A3AA-4D50-8016-DEB1E2E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A och 2 A går in i en nod. En känd gren för 6 A ut. En okänd pil Iₓ väljs utgående.</a:t>
            </a:r>
          </a:p>
        </p:txBody>
      </p:sp>
      <p:sp>
        <p:nvSpPr>
          <p:cNvPr id="17" name="3 + 2 = 6 + Iₓ">
            <a:extLst xmlns:a="http://schemas.openxmlformats.org/drawingml/2006/main">
              <a:ext uri="{FF2B5EF4-FFF2-40B4-BE49-F238E27FC236}">
                <a16:creationId xmlns:a16="http://schemas.microsoft.com/office/drawing/2014/main" id="{15007E4F-2555-4866-BC97-52D09E3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 + 2 = 6 + Iₓ</a:t>
            </a:r>
          </a:p>
        </p:txBody>
      </p:sp>
      <p:sp>
        <p:nvSpPr>
          <p:cNvPr id="18" name="1. Summera in: 5 = 6 + Iₓ.&#10;2. Subtrahera 6 på båda sidor: Iₓ = −1">
            <a:extLst xmlns:a="http://schemas.openxmlformats.org/drawingml/2006/main">
              <a:ext uri="{FF2B5EF4-FFF2-40B4-BE49-F238E27FC236}">
                <a16:creationId xmlns:a16="http://schemas.microsoft.com/office/drawing/2014/main" id="{5AA13AF2-4A4F-4F03-9DE0-89C3421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Summera in: 5 = 6 + Iₓ.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Subtrahera 6 på båda sidor: Iₓ = −1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Verklig ström är därför 1 A in, mot den valda pilen.</a:t>
            </a:r>
          </a:p>
        </p:txBody>
      </p:sp>
      <p:sp>
        <p:nvSpPr>
          <p:cNvPr id="19" name="Kontroll med verkliga riktningar: 3 + 2 + 1 = 6 A. Strömmen har i">
            <a:extLst xmlns:a="http://schemas.openxmlformats.org/drawingml/2006/main">
              <a:ext uri="{FF2B5EF4-FFF2-40B4-BE49-F238E27FC236}">
                <a16:creationId xmlns:a16="http://schemas.microsoft.com/office/drawing/2014/main" id="{B8871EF5-7558-4A1A-91F3-4DB4647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 med verkliga riktningar: 3 + 2 + 1 = 6 A. Strömmen har inte försvunnit i noden.</a:t>
            </a:r>
          </a:p>
        </p:txBody>
      </p:sp>
      <p:sp>
        <p:nvSpPr>
          <p:cNvPr id="20" name="18">
            <a:extLst xmlns:a="http://schemas.openxmlformats.org/drawingml/2006/main">
              <a:ext uri="{FF2B5EF4-FFF2-40B4-BE49-F238E27FC236}">
                <a16:creationId xmlns:a16="http://schemas.microsoft.com/office/drawing/2014/main" id="{735AAD03-19B1-4C18-8163-EA8566A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6255fb679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84F3DDA9-B1EE-4CCD-B988-2EB04C1A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6" name="Iin = Ikänd ut + Iₓ">
            <a:extLst xmlns:a="http://schemas.openxmlformats.org/drawingml/2006/main">
              <a:ext uri="{FF2B5EF4-FFF2-40B4-BE49-F238E27FC236}">
                <a16:creationId xmlns:a16="http://schemas.microsoft.com/office/drawing/2014/main" id="{9E9B8F51-1728-4600-8DE7-3DA7664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Iin = Ikänd ut + Iₓ</a:t>
            </a:r>
          </a:p>
        </p:txBody>
      </p:sp>
      <p:sp>
        <p:nvSpPr>
          <p:cNvPr id="17" name="I mäts i A. En nod binder samman ledningar som har samma potentia">
            <a:extLst xmlns:a="http://schemas.openxmlformats.org/drawingml/2006/main">
              <a:ext uri="{FF2B5EF4-FFF2-40B4-BE49-F238E27FC236}">
                <a16:creationId xmlns:a16="http://schemas.microsoft.com/office/drawing/2014/main" id="{F1D80A33-B78E-406A-AB19-C41E404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mäts i A. En nod binder samman ledningar som har samma potential i den ideala modellen.</a:t>
            </a:r>
          </a:p>
        </p:txBody>
      </p:sp>
      <p:sp>
        <p:nvSpPr>
          <p:cNvPr id="18" name="Förutsättningar: 8,0 A in, 3,0 A i övre utgående gren och Iₓ i ne">
            <a:extLst xmlns:a="http://schemas.openxmlformats.org/drawingml/2006/main">
              <a:ext uri="{FF2B5EF4-FFF2-40B4-BE49-F238E27FC236}">
                <a16:creationId xmlns:a16="http://schemas.microsoft.com/office/drawing/2014/main" id="{7E70E68B-CCD0-46DF-9069-FA363C8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8,0 A in, 3,0 A i övre utgående gren och Iₓ i nedre utgående gren.</a:t>
            </a:r>
          </a:p>
        </p:txBody>
      </p:sp>
      <p:sp>
        <p:nvSpPr>
          <p:cNvPr id="19" name="Arbetsgång: Skriv in = ut. Lös ut Iₓ och kontrollera att summan a">
            <a:extLst xmlns:a="http://schemas.openxmlformats.org/drawingml/2006/main">
              <a:ext uri="{FF2B5EF4-FFF2-40B4-BE49-F238E27FC236}">
                <a16:creationId xmlns:a16="http://schemas.microsoft.com/office/drawing/2014/main" id="{6E00DC30-3A4A-4999-BF93-826D199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in = ut. Lös ut Iₓ och kontrollera att summan av utströmmarna motsvarar inströmmen.</a:t>
            </a:r>
          </a:p>
        </p:txBody>
      </p:sp>
      <p:sp>
        <p:nvSpPr>
          <p:cNvPr id="20" name="19">
            <a:extLst xmlns:a="http://schemas.openxmlformats.org/drawingml/2006/main">
              <a:ext uri="{FF2B5EF4-FFF2-40B4-BE49-F238E27FC236}">
                <a16:creationId xmlns:a16="http://schemas.microsoft.com/office/drawing/2014/main" id="{710774AE-895B-40CF-B8BA-FEE9D34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f6504db64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. Ström i en förgrening">
            <a:extLst xmlns:a="http://schemas.openxmlformats.org/drawingml/2006/main">
              <a:ext uri="{FF2B5EF4-FFF2-40B4-BE49-F238E27FC236}">
                <a16:creationId xmlns:a16="http://schemas.microsoft.com/office/drawing/2014/main" id="{7182CE17-D917-4F4C-950B-043EE8B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2.11. Ström i en förgrening</a:t>
            </a:r>
          </a:p>
        </p:txBody>
      </p:sp>
      <p:sp>
        <p:nvSpPr>
          <p:cNvPr id="3" name="8,0 A går in i noden. 3,0 A lämnar noden i den övre grenen.">
            <a:extLst xmlns:a="http://schemas.openxmlformats.org/drawingml/2006/main">
              <a:ext uri="{FF2B5EF4-FFF2-40B4-BE49-F238E27FC236}">
                <a16:creationId xmlns:a16="http://schemas.microsoft.com/office/drawing/2014/main" id="{0CBF0F1F-7054-4D55-9078-1373E033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8,0 A går in i noden. 3,0 A lämnar noden i den övre grenen.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79B67-0D51-47A4-8AE8-B2394A6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B159C-4CC5-411A-862F-C208F78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6E533-2F69-4BEC-9E4F-5FCD7389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CC1F8-0811-48DA-A2CB-81C892D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45EB8-6652-48B1-A651-91EF43B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27630-5D09-4F1E-82D2-FACDC596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FF08E-918A-4F3C-9749-C03FC74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34CB1-0667-4A9A-9DB5-72EDC23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EB6B1-2201-4456-BF3E-463AEB8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8,0 A">
            <a:extLst xmlns:a="http://schemas.openxmlformats.org/drawingml/2006/main">
              <a:ext uri="{FF2B5EF4-FFF2-40B4-BE49-F238E27FC236}">
                <a16:creationId xmlns:a16="http://schemas.microsoft.com/office/drawing/2014/main" id="{20DA7EA3-B636-44CA-9B64-D80D05C6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8,0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514D6-466A-49A3-A79B-AFBFFDB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D242C-DADC-4D61-9409-FD234CB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16E79-33D1-482A-9ADF-2A57BFA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3,0 A">
            <a:extLst xmlns:a="http://schemas.openxmlformats.org/drawingml/2006/main">
              <a:ext uri="{FF2B5EF4-FFF2-40B4-BE49-F238E27FC236}">
                <a16:creationId xmlns:a16="http://schemas.microsoft.com/office/drawing/2014/main" id="{4F9D4AE0-FC99-4519-AC9C-7840355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3,0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ED916-C33F-45CE-9A78-B017B62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632FD-1D36-4A92-B4A0-C0C247DF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1FD29-AADF-4242-B8A1-7768CA8E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459F4A2B-4689-419D-88B9-E51A416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26C80026-8577-4725-89A1-29A5ED5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Bestäm Iₓ i den nedre grenen och skriv nodekvationen.">
            <a:extLst xmlns:a="http://schemas.openxmlformats.org/drawingml/2006/main">
              <a:ext uri="{FF2B5EF4-FFF2-40B4-BE49-F238E27FC236}">
                <a16:creationId xmlns:a16="http://schemas.microsoft.com/office/drawing/2014/main" id="{09B004D2-74AC-409B-9A43-AA926E6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Iₓ i den nedre grenen och skriv nodekvationen.</a:t>
            </a:r>
          </a:p>
        </p:txBody>
      </p:sp>
      <p:sp>
        <p:nvSpPr>
          <p:cNvPr id="24" name="11">
            <a:extLst xmlns:a="http://schemas.openxmlformats.org/drawingml/2006/main">
              <a:ext uri="{FF2B5EF4-FFF2-40B4-BE49-F238E27FC236}">
                <a16:creationId xmlns:a16="http://schemas.microsoft.com/office/drawing/2014/main" id="{27ED4B00-B6A8-4BA6-87EF-763B6D7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5342fdf82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5E6AFB6C-10D0-4B17-BA33-76DE73AD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6" name="I₁ + I₂ = I₃ + Iₓ">
            <a:extLst xmlns:a="http://schemas.openxmlformats.org/drawingml/2006/main">
              <a:ext uri="{FF2B5EF4-FFF2-40B4-BE49-F238E27FC236}">
                <a16:creationId xmlns:a16="http://schemas.microsoft.com/office/drawing/2014/main" id="{E6C19625-5331-4159-B306-42565B2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+ I₂ = I₃ + Iₓ</a:t>
            </a:r>
          </a:p>
        </p:txBody>
      </p:sp>
      <p:sp>
        <p:nvSpPr>
          <p:cNvPr id="17" name="Varje ström räknas enligt pilen. Flera inströmmar summeras innan ">
            <a:extLst xmlns:a="http://schemas.openxmlformats.org/drawingml/2006/main">
              <a:ext uri="{FF2B5EF4-FFF2-40B4-BE49-F238E27FC236}">
                <a16:creationId xmlns:a16="http://schemas.microsoft.com/office/drawing/2014/main" id="{59D5B938-4873-4E5D-ADCC-09D3021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Varje ström räknas enligt pilen. Flera inströmmar summeras innan kända utströmmar dras bort.</a:t>
            </a:r>
          </a:p>
        </p:txBody>
      </p:sp>
      <p:sp>
        <p:nvSpPr>
          <p:cNvPr id="18" name="Förutsättningar: 2,4 A och 1,6 A in, 0,9 A och Iₓ ut. Stationär s">
            <a:extLst xmlns:a="http://schemas.openxmlformats.org/drawingml/2006/main">
              <a:ext uri="{FF2B5EF4-FFF2-40B4-BE49-F238E27FC236}">
                <a16:creationId xmlns:a16="http://schemas.microsoft.com/office/drawing/2014/main" id="{22111DD8-597B-4C93-9492-0C29F9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2,4 A och 1,6 A in, 0,9 A och Iₓ ut. Stationär strömbalans.</a:t>
            </a:r>
          </a:p>
        </p:txBody>
      </p:sp>
      <p:sp>
        <p:nvSpPr>
          <p:cNvPr id="19" name="Arbetsgång: Summera kända inströmmar och lös sedan ut Iₓ. Kontrol">
            <a:extLst xmlns:a="http://schemas.openxmlformats.org/drawingml/2006/main">
              <a:ext uri="{FF2B5EF4-FFF2-40B4-BE49-F238E27FC236}">
                <a16:creationId xmlns:a16="http://schemas.microsoft.com/office/drawing/2014/main" id="{BC67EF35-2F80-44FA-A5BD-7167847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Summera kända inströmmar och lös sedan ut Iₓ. Kontrollera båda sidor av nodekvationen.</a:t>
            </a:r>
          </a:p>
        </p:txBody>
      </p:sp>
      <p:sp>
        <p:nvSpPr>
          <p:cNvPr id="20" name="21">
            <a:extLst xmlns:a="http://schemas.openxmlformats.org/drawingml/2006/main">
              <a:ext uri="{FF2B5EF4-FFF2-40B4-BE49-F238E27FC236}">
                <a16:creationId xmlns:a16="http://schemas.microsoft.com/office/drawing/2014/main" id="{F7C033C4-D140-4A3A-975D-1791AEC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ddda2bf7a4e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2. Flera strömmar vid en nod">
            <a:extLst xmlns:a="http://schemas.openxmlformats.org/drawingml/2006/main">
              <a:ext uri="{FF2B5EF4-FFF2-40B4-BE49-F238E27FC236}">
                <a16:creationId xmlns:a16="http://schemas.microsoft.com/office/drawing/2014/main" id="{6D73B04F-9404-442E-9F0E-C6D43D4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2.12. Flera strömmar vid en nod</a:t>
            </a:r>
          </a:p>
        </p:txBody>
      </p:sp>
      <p:sp>
        <p:nvSpPr>
          <p:cNvPr id="3" name="2,4 A och 1,6 A går in i noden. 0,9 A går ut.">
            <a:extLst xmlns:a="http://schemas.openxmlformats.org/drawingml/2006/main">
              <a:ext uri="{FF2B5EF4-FFF2-40B4-BE49-F238E27FC236}">
                <a16:creationId xmlns:a16="http://schemas.microsoft.com/office/drawing/2014/main" id="{D0B0756C-65C2-4CED-B217-D9BEDCD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2,4 A och 1,6 A går in i noden. 0,9 A går 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FFE7-76CE-46A7-A9CD-14A6CB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A1FDE-672C-4240-8925-97BDEA0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35E99-4BF8-4FAC-8A72-8DDC210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B16E4-B7E7-41E2-8057-2F97C4B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E57EC-06B0-4953-8A52-992BEBF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5455-802B-4592-B9A1-6962216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BB99C-6146-4DBC-8840-154D2F9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F14B0-2EDE-4909-8CB4-F4F3616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BEECE-5AD9-4DF9-AF6D-8984E70B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2,4 A">
            <a:extLst xmlns:a="http://schemas.openxmlformats.org/drawingml/2006/main">
              <a:ext uri="{FF2B5EF4-FFF2-40B4-BE49-F238E27FC236}">
                <a16:creationId xmlns:a16="http://schemas.microsoft.com/office/drawing/2014/main" id="{8880CFA8-732D-46F8-8E71-543AD65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2,4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4F4F-40D6-4A6A-AFCE-C54C8F3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40A79-4B16-4792-9DEB-288F92D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AD682-43F9-4BB0-AA53-56A9F686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0,9 A">
            <a:extLst xmlns:a="http://schemas.openxmlformats.org/drawingml/2006/main">
              <a:ext uri="{FF2B5EF4-FFF2-40B4-BE49-F238E27FC236}">
                <a16:creationId xmlns:a16="http://schemas.microsoft.com/office/drawing/2014/main" id="{A7FA4481-E989-4969-BEAC-A60D1AA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0,9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CE4F7-C106-48B5-807F-7A206D6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C2B66-5DD2-4C46-89F7-45CE23A1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F7936-8538-4055-B55C-85B8594B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24109CCC-50F4-4AB5-AC37-7931BB21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4BE0DD71-277E-4177-BBE0-B73D1A4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6EBAF-E465-4741-9824-12C267E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00350" y="3800475"/>
            <a:ext cx="177165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3B810-635C-480D-BCF9-14395C1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98775" y="4164648"/>
            <a:ext cx="836613" cy="383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CDD0A-29E5-4A24-9712-38DF73AE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34352" y="4156859"/>
            <a:ext cx="101035" cy="7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3A597-922F-4616-920A-6FBBC54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75398" y="4164648"/>
            <a:ext cx="59990" cy="81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1,6 A">
            <a:extLst xmlns:a="http://schemas.openxmlformats.org/drawingml/2006/main">
              <a:ext uri="{FF2B5EF4-FFF2-40B4-BE49-F238E27FC236}">
                <a16:creationId xmlns:a16="http://schemas.microsoft.com/office/drawing/2014/main" id="{8AA077AF-9D61-4BD2-B319-627801E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661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1,6 A</a:t>
            </a:r>
          </a:p>
        </p:txBody>
      </p:sp>
      <p:sp>
        <p:nvSpPr>
          <p:cNvPr id="28" name="Bestäm den återstående utgående strömmen Iₓ.">
            <a:extLst xmlns:a="http://schemas.openxmlformats.org/drawingml/2006/main">
              <a:ext uri="{FF2B5EF4-FFF2-40B4-BE49-F238E27FC236}">
                <a16:creationId xmlns:a16="http://schemas.microsoft.com/office/drawing/2014/main" id="{E68112D8-93B7-45FE-9230-43B77F3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den återstående utgående strömmen Iₓ.</a:t>
            </a:r>
          </a:p>
        </p:txBody>
      </p:sp>
      <p:sp>
        <p:nvSpPr>
          <p:cNvPr id="29" name="12">
            <a:extLst xmlns:a="http://schemas.openxmlformats.org/drawingml/2006/main">
              <a:ext uri="{FF2B5EF4-FFF2-40B4-BE49-F238E27FC236}">
                <a16:creationId xmlns:a16="http://schemas.microsoft.com/office/drawing/2014/main" id="{C392CDDE-2012-4063-BBA6-4FB17A25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7a5109cbf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E942D8D2-733F-41FB-8897-F93DC70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6" name="Iₓ = ΣIin − ΣIkänd ut">
            <a:extLst xmlns:a="http://schemas.openxmlformats.org/drawingml/2006/main">
              <a:ext uri="{FF2B5EF4-FFF2-40B4-BE49-F238E27FC236}">
                <a16:creationId xmlns:a16="http://schemas.microsoft.com/office/drawing/2014/main" id="{E59727D7-E6D9-4B7F-B86A-92EADD1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 = ΣIin − ΣIkänd ut</a:t>
            </a:r>
          </a:p>
        </p:txBody>
      </p:sp>
      <p:sp>
        <p:nvSpPr>
          <p:cNvPr id="17" name="Negativt Iₓ betyder att den verkliga strömmen går mot den antagna">
            <a:extLst xmlns:a="http://schemas.openxmlformats.org/drawingml/2006/main">
              <a:ext uri="{FF2B5EF4-FFF2-40B4-BE49-F238E27FC236}">
                <a16:creationId xmlns:a16="http://schemas.microsoft.com/office/drawing/2014/main" id="{595F348D-409D-464B-AF4A-F5CBBC9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Negativt Iₓ betyder att den verkliga strömmen går mot den antagna pilen.</a:t>
            </a:r>
          </a:p>
        </p:txBody>
      </p:sp>
      <p:sp>
        <p:nvSpPr>
          <p:cNvPr id="18" name="Förutsättningar: 2,0 A in och 3,5 A känd utström. Pilen för Iₓ pe">
            <a:extLst xmlns:a="http://schemas.openxmlformats.org/drawingml/2006/main">
              <a:ext uri="{FF2B5EF4-FFF2-40B4-BE49-F238E27FC236}">
                <a16:creationId xmlns:a16="http://schemas.microsoft.com/office/drawing/2014/main" id="{3316CC6E-F5EB-43A8-9F1D-BDC5689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2,0 A in och 3,5 A känd utström. Pilen för Iₓ pekar ut.</a:t>
            </a:r>
          </a:p>
        </p:txBody>
      </p:sp>
      <p:sp>
        <p:nvSpPr>
          <p:cNvPr id="19" name="Arbetsgång: Behåll pilen under räkningen. Redovisa både det signe">
            <a:extLst xmlns:a="http://schemas.openxmlformats.org/drawingml/2006/main">
              <a:ext uri="{FF2B5EF4-FFF2-40B4-BE49-F238E27FC236}">
                <a16:creationId xmlns:a16="http://schemas.microsoft.com/office/drawing/2014/main" id="{E2DC5E03-40F5-4EDA-B912-06BEBE4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Behåll pilen under räkningen. Redovisa både det signerade svaret och den verkliga riktningen.</a:t>
            </a:r>
          </a:p>
        </p:txBody>
      </p:sp>
      <p:sp>
        <p:nvSpPr>
          <p:cNvPr id="20" name="23">
            <a:extLst xmlns:a="http://schemas.openxmlformats.org/drawingml/2006/main">
              <a:ext uri="{FF2B5EF4-FFF2-40B4-BE49-F238E27FC236}">
                <a16:creationId xmlns:a16="http://schemas.microsoft.com/office/drawing/2014/main" id="{310B1387-17B4-4A1C-9535-0A91FE3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6a3dea74e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3. En antagen strömriktning">
            <a:extLst xmlns:a="http://schemas.openxmlformats.org/drawingml/2006/main">
              <a:ext uri="{FF2B5EF4-FFF2-40B4-BE49-F238E27FC236}">
                <a16:creationId xmlns:a16="http://schemas.microsoft.com/office/drawing/2014/main" id="{DAD8C64A-8F94-4112-A257-4FA5257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2.13. En antagen strömriktning</a:t>
            </a:r>
          </a:p>
        </p:txBody>
      </p:sp>
      <p:sp>
        <p:nvSpPr>
          <p:cNvPr id="3" name="2,0 A går in och 3,5 A går ut. Pilen för Iₓ pekar ut ur noden.">
            <a:extLst xmlns:a="http://schemas.openxmlformats.org/drawingml/2006/main">
              <a:ext uri="{FF2B5EF4-FFF2-40B4-BE49-F238E27FC236}">
                <a16:creationId xmlns:a16="http://schemas.microsoft.com/office/drawing/2014/main" id="{DA05649A-862E-45C5-90B4-BB518BE7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2,0 A går in och 3,5 A går ut. Pilen för Iₓ pekar ut ur noden.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CF6C7-BCBC-4B81-BA18-C4DF6C4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50D0E-D2AB-4783-B54C-D49E44F0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CBB80-01BF-4748-80F2-A531C73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EDD38-AF19-4AE2-91E3-58917BF3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42B10-5834-4781-892B-23903A0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E1DD-F075-425A-A1E3-BEEA0FE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E0E54-B4F5-4BF6-8D76-42C3528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D39AC-E48F-4201-88E1-68D6266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3AF2B-3C00-437B-AB48-7DA99CC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2,0 A">
            <a:extLst xmlns:a="http://schemas.openxmlformats.org/drawingml/2006/main">
              <a:ext uri="{FF2B5EF4-FFF2-40B4-BE49-F238E27FC236}">
                <a16:creationId xmlns:a16="http://schemas.microsoft.com/office/drawing/2014/main" id="{130F1BC9-7E14-4C67-A79C-D765EFD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F4763-53AD-44B9-BF79-497D040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3AFC1-2628-4807-8B0A-E09B28D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C0405-7699-4C13-ADAB-F428C23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3,5 A">
            <a:extLst xmlns:a="http://schemas.openxmlformats.org/drawingml/2006/main">
              <a:ext uri="{FF2B5EF4-FFF2-40B4-BE49-F238E27FC236}">
                <a16:creationId xmlns:a16="http://schemas.microsoft.com/office/drawing/2014/main" id="{7AF09B31-25FD-42BC-8C36-169E7E0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3,5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61786-14B6-4590-8B6B-9BB609A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C671F-EF3C-435A-933E-CB5238D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1E4AE-EBA5-4B59-BE1C-B9065F8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EF7C5B01-8C1B-42B7-81AE-6D1B332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5F71EDD7-60B7-4FC7-BB63-E428D77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Beräkna Iₓ. Förklara strömmens verkliga riktning.">
            <a:extLst xmlns:a="http://schemas.openxmlformats.org/drawingml/2006/main">
              <a:ext uri="{FF2B5EF4-FFF2-40B4-BE49-F238E27FC236}">
                <a16:creationId xmlns:a16="http://schemas.microsoft.com/office/drawing/2014/main" id="{310218C7-F5AF-4AA1-BC86-C18AEDC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Iₓ. Förklara strömmens verkliga riktning.</a:t>
            </a:r>
          </a:p>
        </p:txBody>
      </p:sp>
      <p:sp>
        <p:nvSpPr>
          <p:cNvPr id="24" name="13">
            <a:extLst xmlns:a="http://schemas.openxmlformats.org/drawingml/2006/main">
              <a:ext uri="{FF2B5EF4-FFF2-40B4-BE49-F238E27FC236}">
                <a16:creationId xmlns:a16="http://schemas.microsoft.com/office/drawing/2014/main" id="{385B71E3-8B98-4AE0-A369-FB52BF1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e1eabbd6f4a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CF0FE500-A13B-4AC9-8E6E-18807AED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6" name="ΣΔU = 0     Uₓ = E − U₁ − U₂">
            <a:extLst xmlns:a="http://schemas.openxmlformats.org/drawingml/2006/main">
              <a:ext uri="{FF2B5EF4-FFF2-40B4-BE49-F238E27FC236}">
                <a16:creationId xmlns:a16="http://schemas.microsoft.com/office/drawing/2014/main" id="{243B30E2-21B0-447A-9470-16E5E5F2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     Uₓ = E − U₁ − U₂</a:t>
            </a:r>
          </a:p>
        </p:txBody>
      </p:sp>
      <p:sp>
        <p:nvSpPr>
          <p:cNvPr id="17" name="E är källans höjning och U₁, U₂, Uₓ är fallens belopp i V.">
            <a:extLst xmlns:a="http://schemas.openxmlformats.org/drawingml/2006/main">
              <a:ext uri="{FF2B5EF4-FFF2-40B4-BE49-F238E27FC236}">
                <a16:creationId xmlns:a16="http://schemas.microsoft.com/office/drawing/2014/main" id="{8A49AB47-BAC3-496F-86B0-379AFEE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 är källans höjning och U₁, U₂, Uₓ är fallens belopp i V.</a:t>
            </a:r>
          </a:p>
        </p:txBody>
      </p:sp>
      <p:sp>
        <p:nvSpPr>
          <p:cNvPr id="18" name="Förutsättningar: E = 24 V. Fall 6 V och 10 V i samma seriekrets. ">
            <a:extLst xmlns:a="http://schemas.openxmlformats.org/drawingml/2006/main">
              <a:ext uri="{FF2B5EF4-FFF2-40B4-BE49-F238E27FC236}">
                <a16:creationId xmlns:a16="http://schemas.microsoft.com/office/drawing/2014/main" id="{213B0307-CA56-470A-931C-546D312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24 V. Fall 6 V och 10 V i samma seriekrets. Ledningsfall försummas.</a:t>
            </a:r>
          </a:p>
        </p:txBody>
      </p:sp>
      <p:sp>
        <p:nvSpPr>
          <p:cNvPr id="19" name="Arbetsgång: Skriv källhöjningen minus samtliga fall lika med noll">
            <a:extLst xmlns:a="http://schemas.openxmlformats.org/drawingml/2006/main">
              <a:ext uri="{FF2B5EF4-FFF2-40B4-BE49-F238E27FC236}">
                <a16:creationId xmlns:a16="http://schemas.microsoft.com/office/drawing/2014/main" id="{6FD74C19-1A53-4975-A77A-5B930E2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källhöjningen minus samtliga fall lika med noll. Lös ut det saknade fallet.</a:t>
            </a:r>
          </a:p>
        </p:txBody>
      </p:sp>
      <p:sp>
        <p:nvSpPr>
          <p:cNvPr id="20" name="25">
            <a:extLst xmlns:a="http://schemas.openxmlformats.org/drawingml/2006/main">
              <a:ext uri="{FF2B5EF4-FFF2-40B4-BE49-F238E27FC236}">
                <a16:creationId xmlns:a16="http://schemas.microsoft.com/office/drawing/2014/main" id="{E5CB4B93-3073-4135-A441-3FC6ED1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3e9c577a7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4. Det saknade spänningsfallet">
            <a:extLst xmlns:a="http://schemas.openxmlformats.org/drawingml/2006/main">
              <a:ext uri="{FF2B5EF4-FFF2-40B4-BE49-F238E27FC236}">
                <a16:creationId xmlns:a16="http://schemas.microsoft.com/office/drawing/2014/main" id="{5656C475-3A24-4F2F-8385-3079971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2.14. Det saknade spänningsfallet</a:t>
            </a:r>
          </a:p>
        </p:txBody>
      </p:sp>
      <p:sp>
        <p:nvSpPr>
          <p:cNvPr id="3" name="En källa på 24 V driver tre komponenter i serie. Två spänningsfall är ">
            <a:extLst xmlns:a="http://schemas.openxmlformats.org/drawingml/2006/main">
              <a:ext uri="{FF2B5EF4-FFF2-40B4-BE49-F238E27FC236}">
                <a16:creationId xmlns:a16="http://schemas.microsoft.com/office/drawing/2014/main" id="{ED5B63BC-1A8D-4402-ABE7-554FD965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källa på 24 V driver tre komponenter i serie. Två spänningsfall är 6 V och 10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DD8F-B558-4A6B-996F-9EF1870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23C9C-096E-4DDE-AF2D-877AC81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17" y="3613468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D0B32-8185-4F49-93E2-578ECC57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08590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2ACAF24C-190B-4AE7-ACA1-F35BE58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3625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33FACD59-637E-4DAC-84D0-AEE5690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31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24 V">
            <a:extLst xmlns:a="http://schemas.openxmlformats.org/drawingml/2006/main">
              <a:ext uri="{FF2B5EF4-FFF2-40B4-BE49-F238E27FC236}">
                <a16:creationId xmlns:a16="http://schemas.microsoft.com/office/drawing/2014/main" id="{11EE23D9-DF58-449A-990E-A75A8F1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17" y="3682365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24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19D71-C199-4C7C-A767-C6EF723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637088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6A0D-E8A3-4D49-A1A7-9342F79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782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D5765-71DB-4A74-A375-5B720A39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9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A6AAB-F2FC-4663-ABAC-B47C7D18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1096" y="3062288"/>
            <a:ext cx="782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U₁ = 6 V">
            <a:extLst xmlns:a="http://schemas.openxmlformats.org/drawingml/2006/main">
              <a:ext uri="{FF2B5EF4-FFF2-40B4-BE49-F238E27FC236}">
                <a16:creationId xmlns:a16="http://schemas.microsoft.com/office/drawing/2014/main" id="{E0E6C425-B2E3-49D1-92C5-16ED8E5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8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 = 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0017-35DB-42CA-A119-5A85685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3575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0A24A-5756-48DB-9D3B-6BF560F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69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4BBEF-CE9E-4F27-9FEF-07BBB85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4871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U₂ = 10 V">
            <a:extLst xmlns:a="http://schemas.openxmlformats.org/drawingml/2006/main">
              <a:ext uri="{FF2B5EF4-FFF2-40B4-BE49-F238E27FC236}">
                <a16:creationId xmlns:a16="http://schemas.microsoft.com/office/drawing/2014/main" id="{D01ED936-15C7-402A-8D4E-584E87C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6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 = 10 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9229E-94F7-4357-8094-EB49CB9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3062288"/>
            <a:ext cx="0" cy="54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D7D98-FE7A-4946-A540-2775375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878" y="3603625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1E5D0-4D14-4FA7-A47D-8BC91B2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4095750"/>
            <a:ext cx="0" cy="54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Uₓ = ?">
            <a:extLst xmlns:a="http://schemas.openxmlformats.org/drawingml/2006/main">
              <a:ext uri="{FF2B5EF4-FFF2-40B4-BE49-F238E27FC236}">
                <a16:creationId xmlns:a16="http://schemas.microsoft.com/office/drawing/2014/main" id="{9E849DF9-59EE-45A1-B52D-28AD40A7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290" y="3682365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Uₓ = 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06B69-0024-47E3-8F6F-6810BED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6412" y="4637088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9F231-B028-4CF2-A3A3-E60624C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6412" y="4637088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0058D-6E93-453A-9205-C54D39DF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6412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I">
            <a:extLst xmlns:a="http://schemas.openxmlformats.org/drawingml/2006/main">
              <a:ext uri="{FF2B5EF4-FFF2-40B4-BE49-F238E27FC236}">
                <a16:creationId xmlns:a16="http://schemas.microsoft.com/office/drawing/2014/main" id="{7C3A2F5F-5547-4119-94FD-26B3FD8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12" y="413512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7" name="Bestäm Uₓ över den tredje komponenten.">
            <a:extLst xmlns:a="http://schemas.openxmlformats.org/drawingml/2006/main">
              <a:ext uri="{FF2B5EF4-FFF2-40B4-BE49-F238E27FC236}">
                <a16:creationId xmlns:a16="http://schemas.microsoft.com/office/drawing/2014/main" id="{6A3293E5-D19F-4FEA-B72C-F3EE377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Uₓ över den tredje komponenten.</a:t>
            </a:r>
          </a:p>
        </p:txBody>
      </p:sp>
      <p:sp>
        <p:nvSpPr>
          <p:cNvPr id="28" name="14">
            <a:extLst xmlns:a="http://schemas.openxmlformats.org/drawingml/2006/main">
              <a:ext uri="{FF2B5EF4-FFF2-40B4-BE49-F238E27FC236}">
                <a16:creationId xmlns:a16="http://schemas.microsoft.com/office/drawing/2014/main" id="{3E1B26AD-280F-4210-B1C5-A4AE46C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c5754f2e4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B3169BD7-CD90-4FB4-8959-2DDB185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6" name="E − R₁I − R₂I = 0&#10;I = E/(R₁ + R₂)     U₁ = R₁I, U₂ = R₂I">
            <a:extLst xmlns:a="http://schemas.openxmlformats.org/drawingml/2006/main">
              <a:ext uri="{FF2B5EF4-FFF2-40B4-BE49-F238E27FC236}">
                <a16:creationId xmlns:a16="http://schemas.microsoft.com/office/drawing/2014/main" id="{6588CC61-A2FC-43C8-8197-43FD88F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R₁I − R₂I = 0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E/(R₁ + R₂)     U₁ = R₁I, U₂ = R₂I</a:t>
            </a:r>
          </a:p>
        </p:txBody>
      </p:sp>
      <p:sp>
        <p:nvSpPr>
          <p:cNvPr id="17" name="I serie går samma ström genom båda motstånden. V och Ω ger A.">
            <a:extLst xmlns:a="http://schemas.openxmlformats.org/drawingml/2006/main">
              <a:ext uri="{FF2B5EF4-FFF2-40B4-BE49-F238E27FC236}">
                <a16:creationId xmlns:a16="http://schemas.microsoft.com/office/drawing/2014/main" id="{810F14FA-0B29-423D-9FBB-48F73A9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serie går samma ström genom båda motstånden. V och Ω ger A.</a:t>
            </a:r>
          </a:p>
        </p:txBody>
      </p:sp>
      <p:sp>
        <p:nvSpPr>
          <p:cNvPr id="18" name="Förutsättningar: Ideal 12 V-källa med R₁ = 2 Ω och R₂ = 4 Ω.">
            <a:extLst xmlns:a="http://schemas.openxmlformats.org/drawingml/2006/main">
              <a:ext uri="{FF2B5EF4-FFF2-40B4-BE49-F238E27FC236}">
                <a16:creationId xmlns:a16="http://schemas.microsoft.com/office/drawing/2014/main" id="{7AAEB8C2-0F17-4D5E-A1F0-EBEA820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12 V-källa med R₁ = 2 Ω och R₂ = 4 Ω.</a:t>
            </a:r>
          </a:p>
        </p:txBody>
      </p:sp>
      <p:sp>
        <p:nvSpPr>
          <p:cNvPr id="19" name="Arbetsgång: Samla strömtermerna. Räkna strömmen och därefter spän">
            <a:extLst xmlns:a="http://schemas.openxmlformats.org/drawingml/2006/main">
              <a:ext uri="{FF2B5EF4-FFF2-40B4-BE49-F238E27FC236}">
                <a16:creationId xmlns:a16="http://schemas.microsoft.com/office/drawing/2014/main" id="{B6FF48E8-92DF-4431-9E0C-EB80828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Samla strömtermerna. Räkna strömmen och därefter spänningsfallen. Kontrollera deras summa.</a:t>
            </a:r>
          </a:p>
        </p:txBody>
      </p:sp>
      <p:sp>
        <p:nvSpPr>
          <p:cNvPr id="20" name="27">
            <a:extLst xmlns:a="http://schemas.openxmlformats.org/drawingml/2006/main">
              <a:ext uri="{FF2B5EF4-FFF2-40B4-BE49-F238E27FC236}">
                <a16:creationId xmlns:a16="http://schemas.microsoft.com/office/drawing/2014/main" id="{15B15E66-CC66-47B1-87E1-3B76D21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c3d873d7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5. Ström och spänning i serie">
            <a:extLst xmlns:a="http://schemas.openxmlformats.org/drawingml/2006/main">
              <a:ext uri="{FF2B5EF4-FFF2-40B4-BE49-F238E27FC236}">
                <a16:creationId xmlns:a16="http://schemas.microsoft.com/office/drawing/2014/main" id="{6CADB3AD-B9DE-46DD-95BA-2CC67DA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2.15. Ström och spänning i serie</a:t>
            </a:r>
          </a:p>
        </p:txBody>
      </p:sp>
      <p:sp>
        <p:nvSpPr>
          <p:cNvPr id="3" name="En källa på 12 V driver R₁ = 2 Ω och R₂ = 4 Ω i serie.">
            <a:extLst xmlns:a="http://schemas.openxmlformats.org/drawingml/2006/main">
              <a:ext uri="{FF2B5EF4-FFF2-40B4-BE49-F238E27FC236}">
                <a16:creationId xmlns:a16="http://schemas.microsoft.com/office/drawing/2014/main" id="{97C2A304-8832-499B-A6C7-721B304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källa på 12 V driver R₁ = 2 Ω och R₂ = 4 Ω i serie.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0A29-2255-4332-804B-D0888FB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3D4BD-8E21-41E8-98A3-6642940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17" y="3613468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65DA-F4A7-47B5-9BDE-2E2F9D2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08590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23C06FF-2EC2-44CA-B200-7048DC2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3625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35B2F56A-1C01-4520-B1E6-7EBC265A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31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38AEECB0-2444-45BB-9195-8D053A8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17" y="3682365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17674-BA58-47CE-A30E-72616219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637088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BA3C8-97BD-40BE-86E0-04A7E4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880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53181-5AD1-485F-A3F7-679EBF8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4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138F4-1DF8-4AB5-9B09-12C1083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9521" y="3062288"/>
            <a:ext cx="880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R₁ = 2 Ω">
            <a:extLst xmlns:a="http://schemas.openxmlformats.org/drawingml/2006/main">
              <a:ext uri="{FF2B5EF4-FFF2-40B4-BE49-F238E27FC236}">
                <a16:creationId xmlns:a16="http://schemas.microsoft.com/office/drawing/2014/main" id="{826701FE-5384-4531-99EC-E26851FE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1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2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51871-C9BA-4BE9-AAE3-2C3D848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0425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03106-9B8C-41E0-BCB7-9BC9EF1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9D32-76A3-4B88-9C78-3C54580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R₂ = 4 Ω">
            <a:extLst xmlns:a="http://schemas.openxmlformats.org/drawingml/2006/main">
              <a:ext uri="{FF2B5EF4-FFF2-40B4-BE49-F238E27FC236}">
                <a16:creationId xmlns:a16="http://schemas.microsoft.com/office/drawing/2014/main" id="{C0B3AE7F-6795-4514-879C-A0F97CD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073AA-FEA5-47F5-BDEE-C11CD98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3062288"/>
            <a:ext cx="0" cy="157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U₁">
            <a:extLst xmlns:a="http://schemas.openxmlformats.org/drawingml/2006/main">
              <a:ext uri="{FF2B5EF4-FFF2-40B4-BE49-F238E27FC236}">
                <a16:creationId xmlns:a16="http://schemas.microsoft.com/office/drawing/2014/main" id="{6748A286-9100-4111-9AF4-8A8D850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59138"/>
            <a:ext cx="7874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</a:t>
            </a:r>
          </a:p>
        </p:txBody>
      </p:sp>
      <p:sp>
        <p:nvSpPr>
          <p:cNvPr id="21" name="U₂">
            <a:extLst xmlns:a="http://schemas.openxmlformats.org/drawingml/2006/main">
              <a:ext uri="{FF2B5EF4-FFF2-40B4-BE49-F238E27FC236}">
                <a16:creationId xmlns:a16="http://schemas.microsoft.com/office/drawing/2014/main" id="{CCA55CCB-A289-4A73-903D-BAC5201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3259138"/>
            <a:ext cx="7874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5965E-614B-46C4-BD64-C0C77223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6412" y="4637088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3FEDB-27DF-4AEF-B4EF-0C09F10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6412" y="4637088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F7F05-0E20-48C9-AFAE-7F22D28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6412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I">
            <a:extLst xmlns:a="http://schemas.openxmlformats.org/drawingml/2006/main">
              <a:ext uri="{FF2B5EF4-FFF2-40B4-BE49-F238E27FC236}">
                <a16:creationId xmlns:a16="http://schemas.microsoft.com/office/drawing/2014/main" id="{ADE90204-D076-4220-976A-7D97ECE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12" y="413512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6" name="Bestäm I, U₁ och U₂ med slinglagen och U = R · I.">
            <a:extLst xmlns:a="http://schemas.openxmlformats.org/drawingml/2006/main">
              <a:ext uri="{FF2B5EF4-FFF2-40B4-BE49-F238E27FC236}">
                <a16:creationId xmlns:a16="http://schemas.microsoft.com/office/drawing/2014/main" id="{49CE0CDF-6377-4DEE-8705-08335B0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I, U₁ och U₂ med slinglagen och U = R · I.</a:t>
            </a:r>
          </a:p>
        </p:txBody>
      </p:sp>
      <p:sp>
        <p:nvSpPr>
          <p:cNvPr id="27" name="15">
            <a:extLst xmlns:a="http://schemas.openxmlformats.org/drawingml/2006/main">
              <a:ext uri="{FF2B5EF4-FFF2-40B4-BE49-F238E27FC236}">
                <a16:creationId xmlns:a16="http://schemas.microsoft.com/office/drawing/2014/main" id="{EAE90148-759D-42E0-A5C3-DD3C4B5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4478b2f7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serie och parallell">
            <a:extLst xmlns:a="http://schemas.openxmlformats.org/drawingml/2006/main">
              <a:ext uri="{FF2B5EF4-FFF2-40B4-BE49-F238E27FC236}">
                <a16:creationId xmlns:a16="http://schemas.microsoft.com/office/drawing/2014/main" id="{C53E6424-BD0F-48B9-A217-DBF9AA76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serie och parallell</a:t>
            </a:r>
          </a:p>
        </p:txBody>
      </p:sp>
      <p:sp>
        <p:nvSpPr>
          <p:cNvPr id="16" name="18 V matar Rs = 2 Ω i serie med R₁ = 6 Ω parallellt med R₂ = 3 Ω.">
            <a:extLst xmlns:a="http://schemas.openxmlformats.org/drawingml/2006/main">
              <a:ext uri="{FF2B5EF4-FFF2-40B4-BE49-F238E27FC236}">
                <a16:creationId xmlns:a16="http://schemas.microsoft.com/office/drawing/2014/main" id="{6658E05F-D05A-4336-9DBF-E0D439A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 matar Rs = 2 Ω i serie med R₁ = 6 Ω parallellt med R₂ = 3 Ω.</a:t>
            </a:r>
          </a:p>
        </p:txBody>
      </p:sp>
      <p:sp>
        <p:nvSpPr>
          <p:cNvPr id="17" name="I = I₁ + I₂     6I₁ = 3I₂&#10;18 − 2I − 6I₁ = 0">
            <a:extLst xmlns:a="http://schemas.openxmlformats.org/drawingml/2006/main">
              <a:ext uri="{FF2B5EF4-FFF2-40B4-BE49-F238E27FC236}">
                <a16:creationId xmlns:a16="http://schemas.microsoft.com/office/drawing/2014/main" id="{9447E841-C78A-4CA0-BAE1-61D8CD96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     6I₁ = 3I₂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18 − 2I − 6I₁ = 0</a:t>
            </a:r>
          </a:p>
        </p:txBody>
      </p:sp>
      <p:sp>
        <p:nvSpPr>
          <p:cNvPr id="18" name="1. Lika parallellspänning ger I₂ = 2I₁. Nodlagen ger I = 3I₁.&#10;2. ">
            <a:extLst xmlns:a="http://schemas.openxmlformats.org/drawingml/2006/main">
              <a:ext uri="{FF2B5EF4-FFF2-40B4-BE49-F238E27FC236}">
                <a16:creationId xmlns:a16="http://schemas.microsoft.com/office/drawing/2014/main" id="{9D17AD3D-DA0E-4FDF-8FB0-F9991C44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Lika parallellspänning ger I₂ = 2I₁. Nodlagen ger I = 3I₁.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Sätt in: 18 − 2 · 3I₁ − 6I₁ = 0. Alltså I₁ = 1,5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I₂ = 3 A, I = 4,5 A och Up = 6 · 1,5 = 9 V.</a:t>
            </a:r>
          </a:p>
        </p:txBody>
      </p:sp>
      <p:sp>
        <p:nvSpPr>
          <p:cNvPr id="19" name="Kontroll: 18 − 2 · 4,5 − 9 = 0 V. Totalströmmen delar sig bara i ">
            <a:extLst xmlns:a="http://schemas.openxmlformats.org/drawingml/2006/main">
              <a:ext uri="{FF2B5EF4-FFF2-40B4-BE49-F238E27FC236}">
                <a16:creationId xmlns:a16="http://schemas.microsoft.com/office/drawing/2014/main" id="{CB4A869C-F9DA-4261-9FA3-FC6AEF4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18 − 2 · 4,5 − 9 = 0 V. Totalströmmen delar sig bara i parallellgrenen.</a:t>
            </a:r>
          </a:p>
        </p:txBody>
      </p:sp>
      <p:sp>
        <p:nvSpPr>
          <p:cNvPr id="20" name="29">
            <a:extLst xmlns:a="http://schemas.openxmlformats.org/drawingml/2006/main">
              <a:ext uri="{FF2B5EF4-FFF2-40B4-BE49-F238E27FC236}">
                <a16:creationId xmlns:a16="http://schemas.microsoft.com/office/drawing/2014/main" id="{2C8871F6-192D-43EC-9BAB-01E7C22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26799c4544b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två ekvationer">
            <a:extLst xmlns:a="http://schemas.openxmlformats.org/drawingml/2006/main">
              <a:ext uri="{FF2B5EF4-FFF2-40B4-BE49-F238E27FC236}">
                <a16:creationId xmlns:a16="http://schemas.microsoft.com/office/drawing/2014/main" id="{37EA080A-8976-4208-9908-D21D91C8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två ekvationer</a:t>
            </a:r>
          </a:p>
        </p:txBody>
      </p:sp>
      <p:sp>
        <p:nvSpPr>
          <p:cNvPr id="16" name="Två slingor har efter insättning av nodlagen gett 4I₁ + I₂ = 9 oc">
            <a:extLst xmlns:a="http://schemas.openxmlformats.org/drawingml/2006/main">
              <a:ext uri="{FF2B5EF4-FFF2-40B4-BE49-F238E27FC236}">
                <a16:creationId xmlns:a16="http://schemas.microsoft.com/office/drawing/2014/main" id="{AF7EC8DC-1811-4ADA-AD1A-ABC7BD2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slingor har efter insättning av nodlagen gett 4I₁ + I₂ = 9 och I₁ + 4I₂ = 6. Ström i A.</a:t>
            </a:r>
          </a:p>
        </p:txBody>
      </p:sp>
      <p:sp>
        <p:nvSpPr>
          <p:cNvPr id="17" name="Elimination tar bort en av de okända">
            <a:extLst xmlns:a="http://schemas.openxmlformats.org/drawingml/2006/main">
              <a:ext uri="{FF2B5EF4-FFF2-40B4-BE49-F238E27FC236}">
                <a16:creationId xmlns:a16="http://schemas.microsoft.com/office/drawing/2014/main" id="{F9073F28-A949-4C00-AB45-3296BFE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Elimination tar bort en av de okända</a:t>
            </a:r>
          </a:p>
        </p:txBody>
      </p:sp>
      <p:sp>
        <p:nvSpPr>
          <p:cNvPr id="18" name="1. Multiplicera andra ekvationen med 4: 4I₁ + 16I₂ = 24.&#10;2. Subtr">
            <a:extLst xmlns:a="http://schemas.openxmlformats.org/drawingml/2006/main">
              <a:ext uri="{FF2B5EF4-FFF2-40B4-BE49-F238E27FC236}">
                <a16:creationId xmlns:a16="http://schemas.microsoft.com/office/drawing/2014/main" id="{4AAE1506-D388-44C7-ABFB-7012FEA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Multiplicera andra ekvationen med 4: 4I₁ + 16I₂ = 24.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Subtrahera den första: 15I₂ = 15, alltså I₂ = 1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Första ekvationen: 4I₁ + 1 = 9. Därför I₁ = 2 A.</a:t>
            </a:r>
          </a:p>
        </p:txBody>
      </p:sp>
      <p:sp>
        <p:nvSpPr>
          <p:cNvPr id="19" name="Kontroll: 4 · 2 + 1 = 9 och 2 + 4 · 1 = 6. Båda ekvationerna ska ">
            <a:extLst xmlns:a="http://schemas.openxmlformats.org/drawingml/2006/main">
              <a:ext uri="{FF2B5EF4-FFF2-40B4-BE49-F238E27FC236}">
                <a16:creationId xmlns:a16="http://schemas.microsoft.com/office/drawing/2014/main" id="{102C439C-9FB0-44E5-B3C7-D87CCBD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4 · 2 + 1 = 9 och 2 + 4 · 1 = 6. Båda ekvationerna ska uppfyllas.</a:t>
            </a:r>
          </a:p>
        </p:txBody>
      </p:sp>
      <p:sp>
        <p:nvSpPr>
          <p:cNvPr id="20" name="30">
            <a:extLst xmlns:a="http://schemas.openxmlformats.org/drawingml/2006/main">
              <a:ext uri="{FF2B5EF4-FFF2-40B4-BE49-F238E27FC236}">
                <a16:creationId xmlns:a16="http://schemas.microsoft.com/office/drawing/2014/main" id="{3DE60F00-1723-4E6A-A6C5-CE518C5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436a2b7fa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05C9EC66-2970-47D1-8BA1-FB521CD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6" name="E − R₁I₁ = 0     E − R₂I₂ = 0&#10;I = I₁ + I₂">
            <a:extLst xmlns:a="http://schemas.openxmlformats.org/drawingml/2006/main">
              <a:ext uri="{FF2B5EF4-FFF2-40B4-BE49-F238E27FC236}">
                <a16:creationId xmlns:a16="http://schemas.microsoft.com/office/drawing/2014/main" id="{4F3056B9-70F0-4604-A464-A340EA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R₁I₁ = 0     E − R₂I₂ = 0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</a:t>
            </a:r>
          </a:p>
        </p:txBody>
      </p:sp>
      <p:sp>
        <p:nvSpPr>
          <p:cNvPr id="17" name="Båda parallellgrenarna har samma spänning. Grenströmmarna bestäms">
            <a:extLst xmlns:a="http://schemas.openxmlformats.org/drawingml/2006/main">
              <a:ext uri="{FF2B5EF4-FFF2-40B4-BE49-F238E27FC236}">
                <a16:creationId xmlns:a16="http://schemas.microsoft.com/office/drawing/2014/main" id="{325F4F03-7541-41A0-A44F-89711DB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Båda parallellgrenarna har samma spänning. Grenströmmarna bestäms var för sig med Ohms lag.</a:t>
            </a:r>
          </a:p>
        </p:txBody>
      </p:sp>
      <p:sp>
        <p:nvSpPr>
          <p:cNvPr id="18" name="Förutsättningar: E = 12 V, R₁ = 6 Ω, R₂ = 4 Ω. Ideala ledningar.">
            <a:extLst xmlns:a="http://schemas.openxmlformats.org/drawingml/2006/main">
              <a:ext uri="{FF2B5EF4-FFF2-40B4-BE49-F238E27FC236}">
                <a16:creationId xmlns:a16="http://schemas.microsoft.com/office/drawing/2014/main" id="{FC747692-9402-472B-85B4-24195BD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12 V, R₁ = 6 Ω, R₂ = 4 Ω. Ideala ledningar.</a:t>
            </a:r>
          </a:p>
        </p:txBody>
      </p:sp>
      <p:sp>
        <p:nvSpPr>
          <p:cNvPr id="19" name="Arbetsgång: Lös varje slingekvation. Använd sedan strömlagen i fö">
            <a:extLst xmlns:a="http://schemas.openxmlformats.org/drawingml/2006/main">
              <a:ext uri="{FF2B5EF4-FFF2-40B4-BE49-F238E27FC236}">
                <a16:creationId xmlns:a16="http://schemas.microsoft.com/office/drawing/2014/main" id="{6A52FF98-B01B-4632-8F4D-454E5823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Lös varje slingekvation. Använd sedan strömlagen i förgreningen.</a:t>
            </a:r>
          </a:p>
        </p:txBody>
      </p:sp>
      <p:sp>
        <p:nvSpPr>
          <p:cNvPr id="20" name="31">
            <a:extLst xmlns:a="http://schemas.openxmlformats.org/drawingml/2006/main">
              <a:ext uri="{FF2B5EF4-FFF2-40B4-BE49-F238E27FC236}">
                <a16:creationId xmlns:a16="http://schemas.microsoft.com/office/drawing/2014/main" id="{BE76CAE7-2856-43FA-A175-B45797D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f8aa3850c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6. Två parallella grenar">
            <a:extLst xmlns:a="http://schemas.openxmlformats.org/drawingml/2006/main">
              <a:ext uri="{FF2B5EF4-FFF2-40B4-BE49-F238E27FC236}">
                <a16:creationId xmlns:a16="http://schemas.microsoft.com/office/drawing/2014/main" id="{9DF152A8-780C-4815-96A0-5058F64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2.16. Två parallella grenar</a:t>
            </a:r>
          </a:p>
        </p:txBody>
      </p:sp>
      <p:sp>
        <p:nvSpPr>
          <p:cNvPr id="3" name="R₁ = 6 Ω och R₂ = 4 Ω ligger parallellt över 12 V.">
            <a:extLst xmlns:a="http://schemas.openxmlformats.org/drawingml/2006/main">
              <a:ext uri="{FF2B5EF4-FFF2-40B4-BE49-F238E27FC236}">
                <a16:creationId xmlns:a16="http://schemas.microsoft.com/office/drawing/2014/main" id="{B37BC6D6-F83C-416A-9877-FA48167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 och R₂ = 4 Ω ligger parallellt över 12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46E7-116A-4A10-BD6E-658C3F3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27263-EBDE-45EE-AD6E-4674DE2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5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1997-B98E-4F0C-8675-55DFF99C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4632B719-3713-4243-B72D-2BBD9AA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B09E1B55-217C-4706-BBD1-57A3A85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4A480665-AD36-442E-BFC7-406CA65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5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96AC8-944A-42B7-BA02-64B5664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2214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F51F0-ADCB-42F6-85AE-56F44AF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2312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A60D3-82C8-4832-B464-96F5F1DF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735513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0B9AC-3ACA-4FD2-9B0A-8CCD9932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17E46-9454-455D-A8A7-C0D170E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678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4D162-0041-495F-B688-A6BADC49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R₁ = 6 Ω">
            <a:extLst xmlns:a="http://schemas.openxmlformats.org/drawingml/2006/main">
              <a:ext uri="{FF2B5EF4-FFF2-40B4-BE49-F238E27FC236}">
                <a16:creationId xmlns:a16="http://schemas.microsoft.com/office/drawing/2014/main" id="{DDBC9D24-6278-4788-964F-57C7C95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090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DBB3D-72DF-4122-A68D-080C38A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9A5D7-15C8-48DA-9E68-4191FD4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665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60C33-F3C1-4495-8018-BD6BF4D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R₂ = 4 Ω">
            <a:extLst xmlns:a="http://schemas.openxmlformats.org/drawingml/2006/main">
              <a:ext uri="{FF2B5EF4-FFF2-40B4-BE49-F238E27FC236}">
                <a16:creationId xmlns:a16="http://schemas.microsoft.com/office/drawing/2014/main" id="{677C64BC-4549-4A12-A790-7829138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77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13444-DDF4-404B-868F-D539F55F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CF2FC-CC41-4619-9597-57D783C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4696143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826E6-0DFD-4BBB-96EF-E9590FB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35756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C35E4-A4BB-443D-8289-14D8516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30835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2742A-9B8D-4B3F-A476-BDC2485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3575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I">
            <a:extLst xmlns:a="http://schemas.openxmlformats.org/drawingml/2006/main">
              <a:ext uri="{FF2B5EF4-FFF2-40B4-BE49-F238E27FC236}">
                <a16:creationId xmlns:a16="http://schemas.microsoft.com/office/drawing/2014/main" id="{218260EA-FF33-4BCB-9806-4669D332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5598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0252C-D9D9-4AC2-A34C-D066126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6488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6AE9E-D115-4F21-A70E-94A5A18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16488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4F15C-2CFC-443E-BB6F-4128F370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67275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0" name="I₁">
            <a:extLst xmlns:a="http://schemas.openxmlformats.org/drawingml/2006/main">
              <a:ext uri="{FF2B5EF4-FFF2-40B4-BE49-F238E27FC236}">
                <a16:creationId xmlns:a16="http://schemas.microsoft.com/office/drawing/2014/main" id="{EB37F4A7-98E4-4B6B-AE51-0B92F53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4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F705A-76B7-4FE3-9EF1-C8F6E59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9002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D3ACA-BA8E-4101-A668-39883B9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59002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FB1873-99FD-4E24-AA25-82FEF41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9790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4" name="I₂">
            <a:extLst xmlns:a="http://schemas.openxmlformats.org/drawingml/2006/main">
              <a:ext uri="{FF2B5EF4-FFF2-40B4-BE49-F238E27FC236}">
                <a16:creationId xmlns:a16="http://schemas.microsoft.com/office/drawing/2014/main" id="{9410811F-F0BC-4A94-B232-433F2CA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2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35" name="Bestäm I₁, I₂ och källströmmen I. Visa både sling- och nodekvationer.">
            <a:extLst xmlns:a="http://schemas.openxmlformats.org/drawingml/2006/main">
              <a:ext uri="{FF2B5EF4-FFF2-40B4-BE49-F238E27FC236}">
                <a16:creationId xmlns:a16="http://schemas.microsoft.com/office/drawing/2014/main" id="{46BC8FD0-31A3-415B-BB73-E2A509C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I₁, I₂ och källströmmen I. Visa både sling- och nodekvationer.</a:t>
            </a:r>
          </a:p>
        </p:txBody>
      </p:sp>
      <p:sp>
        <p:nvSpPr>
          <p:cNvPr id="36" name="16">
            <a:extLst xmlns:a="http://schemas.openxmlformats.org/drawingml/2006/main">
              <a:ext uri="{FF2B5EF4-FFF2-40B4-BE49-F238E27FC236}">
                <a16:creationId xmlns:a16="http://schemas.microsoft.com/office/drawing/2014/main" id="{7BF33944-F79F-48CA-923E-A698E61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f61abe73a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24A5263C-4008-4ED5-8E45-6B4B673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6" name="I = I₁ + I₂&#10;E − RsI − R₁I₁ = 0, E − RsI − R₂I₂ = 0">
            <a:extLst xmlns:a="http://schemas.openxmlformats.org/drawingml/2006/main">
              <a:ext uri="{FF2B5EF4-FFF2-40B4-BE49-F238E27FC236}">
                <a16:creationId xmlns:a16="http://schemas.microsoft.com/office/drawing/2014/main" id="{BB76C7E6-5B69-4224-93E2-35655EA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RsI − R₁I₁ = 0, E − RsI − R₂I₂ = 0</a:t>
            </a:r>
          </a:p>
        </p:txBody>
      </p:sp>
      <p:sp>
        <p:nvSpPr>
          <p:cNvPr id="17" name="Rs bär totalströmmen. R₁ och R₂ bär var sin grenström. Up = R₁I₁ ">
            <a:extLst xmlns:a="http://schemas.openxmlformats.org/drawingml/2006/main">
              <a:ext uri="{FF2B5EF4-FFF2-40B4-BE49-F238E27FC236}">
                <a16:creationId xmlns:a16="http://schemas.microsoft.com/office/drawing/2014/main" id="{6C1E273B-B258-4339-9387-FEF9620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Rs bär totalströmmen. R₁ och R₂ bär var sin grenström. Up = R₁I₁ = R₂I₂.</a:t>
            </a:r>
          </a:p>
        </p:txBody>
      </p:sp>
      <p:sp>
        <p:nvSpPr>
          <p:cNvPr id="18" name="Förutsättningar: E = 24 V, Rs = 2 Ω, R₁ = 6 Ω och R₂ = 3 Ω.">
            <a:extLst xmlns:a="http://schemas.openxmlformats.org/drawingml/2006/main">
              <a:ext uri="{FF2B5EF4-FFF2-40B4-BE49-F238E27FC236}">
                <a16:creationId xmlns:a16="http://schemas.microsoft.com/office/drawing/2014/main" id="{654CE9DD-0369-4E2E-BD71-6B8B2C2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24 V, Rs = 2 Ω, R₁ = 6 Ω och R₂ = 3 Ω.</a:t>
            </a:r>
          </a:p>
        </p:txBody>
      </p:sp>
      <p:sp>
        <p:nvSpPr>
          <p:cNvPr id="19" name="Arbetsgång: Använd lika parallellspänning för att uttrycka I₂ med">
            <a:extLst xmlns:a="http://schemas.openxmlformats.org/drawingml/2006/main">
              <a:ext uri="{FF2B5EF4-FFF2-40B4-BE49-F238E27FC236}">
                <a16:creationId xmlns:a16="http://schemas.microsoft.com/office/drawing/2014/main" id="{D06DF87F-A581-413F-A861-493E94F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lika parallellspänning för att uttrycka I₂ med I₁. Ersätt I i en slinga och lös.</a:t>
            </a:r>
          </a:p>
        </p:txBody>
      </p:sp>
      <p:sp>
        <p:nvSpPr>
          <p:cNvPr id="20" name="33">
            <a:extLst xmlns:a="http://schemas.openxmlformats.org/drawingml/2006/main">
              <a:ext uri="{FF2B5EF4-FFF2-40B4-BE49-F238E27FC236}">
                <a16:creationId xmlns:a16="http://schemas.microsoft.com/office/drawing/2014/main" id="{8BFB5245-F562-4A51-92C2-10029D5B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b2ef2060a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7. Serie och parallell samtidigt">
            <a:extLst xmlns:a="http://schemas.openxmlformats.org/drawingml/2006/main">
              <a:ext uri="{FF2B5EF4-FFF2-40B4-BE49-F238E27FC236}">
                <a16:creationId xmlns:a16="http://schemas.microsoft.com/office/drawing/2014/main" id="{5038A407-9101-4EBC-B06A-F91D650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2.17. Serie och parallell samtidigt</a:t>
            </a:r>
          </a:p>
        </p:txBody>
      </p:sp>
      <p:sp>
        <p:nvSpPr>
          <p:cNvPr id="3" name="Rₛ = 2 Ω ligger i serie med två parallella motstånd, R₁ = 6 Ω och R₂ =">
            <a:extLst xmlns:a="http://schemas.openxmlformats.org/drawingml/2006/main">
              <a:ext uri="{FF2B5EF4-FFF2-40B4-BE49-F238E27FC236}">
                <a16:creationId xmlns:a16="http://schemas.microsoft.com/office/drawing/2014/main" id="{0BCE1FE6-72FA-4CE4-9EE0-D07542C0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Rₛ = 2 Ω ligger i serie med två parallella motstånd, R₁ = 6 Ω och R₂ = 3 Ω. Källan ger 24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2439D-8A82-4AC9-B369-49A7BC3E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D7C21-5F60-440C-8570-1AA4749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5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5BB1B-B955-423F-A451-C7963DD8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8121A0F-B585-42A8-B7E4-76C72EF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8AC63BE9-4E6D-42B8-A713-45C2A4E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24 V">
            <a:extLst xmlns:a="http://schemas.openxmlformats.org/drawingml/2006/main">
              <a:ext uri="{FF2B5EF4-FFF2-40B4-BE49-F238E27FC236}">
                <a16:creationId xmlns:a16="http://schemas.microsoft.com/office/drawing/2014/main" id="{676F01C6-D12B-4033-AAFB-0B732BC7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5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24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5F8E-6D83-4FE7-ADBC-1D2DA12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18D58-6AE3-44A1-82B4-0176379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9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9F096-8936-471F-BDD7-FCFED74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1096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Rₛ = 2 Ω">
            <a:extLst xmlns:a="http://schemas.openxmlformats.org/drawingml/2006/main">
              <a:ext uri="{FF2B5EF4-FFF2-40B4-BE49-F238E27FC236}">
                <a16:creationId xmlns:a16="http://schemas.microsoft.com/office/drawing/2014/main" id="{D8555550-64EF-4A07-A937-3EDE4F4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8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Rₛ = 2 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C3D2D-67B5-4C62-8000-844EED56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2312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8764D-D148-4D3A-B202-4B772188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735513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9E061-8BCA-4231-9EE7-FBE89C4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FB02-3D87-4BF5-AEBA-B3726246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678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880CD-9443-4C18-9DDA-5441458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6 Ω">
            <a:extLst xmlns:a="http://schemas.openxmlformats.org/drawingml/2006/main">
              <a:ext uri="{FF2B5EF4-FFF2-40B4-BE49-F238E27FC236}">
                <a16:creationId xmlns:a16="http://schemas.microsoft.com/office/drawing/2014/main" id="{38EE4765-9B85-40B3-925C-4FC19E1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090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3B42B-23B1-4167-AEA2-F2E1A66A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6CEF3-75F0-49E8-B6E3-81216302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665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7BAA8-4350-4FDF-84F5-74D792DA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0EF4419C-7784-4B45-A983-896FD43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77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DEE73-E981-401A-BF18-9D42D37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EFCD6-9352-403F-B47A-E342897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4696143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76FF3-141F-4D45-8853-CCCE99E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35756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3B735-46DE-48EE-BE3D-B54ACD81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30835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ECC01-9CCF-422D-A64C-83F0669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3575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53876D69-BFED-4790-8C18-845CD13F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5598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E00F9-8A39-47B2-93EC-A810606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6488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4E9A8-2B74-4BD6-86C6-1152FF1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16488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5AEF0-3C71-4FF9-AA62-D90FFE2C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67275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3" name="I₁">
            <a:extLst xmlns:a="http://schemas.openxmlformats.org/drawingml/2006/main">
              <a:ext uri="{FF2B5EF4-FFF2-40B4-BE49-F238E27FC236}">
                <a16:creationId xmlns:a16="http://schemas.microsoft.com/office/drawing/2014/main" id="{8FD4551C-2825-4EFF-8E5C-620A6C9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4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CBDC3-22FF-4492-A421-AC9DDFC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9002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01836-4452-4C64-AD3C-82FB4F2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59002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732048-F0EE-4E19-A576-97A17B40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9790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₂">
            <a:extLst xmlns:a="http://schemas.openxmlformats.org/drawingml/2006/main">
              <a:ext uri="{FF2B5EF4-FFF2-40B4-BE49-F238E27FC236}">
                <a16:creationId xmlns:a16="http://schemas.microsoft.com/office/drawing/2014/main" id="{4405CF39-48BC-45FE-ACD6-C5FC07C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2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38" name="Bestäm I, I₁, I₂ och parallellspänningen Uₚ.">
            <a:extLst xmlns:a="http://schemas.openxmlformats.org/drawingml/2006/main">
              <a:ext uri="{FF2B5EF4-FFF2-40B4-BE49-F238E27FC236}">
                <a16:creationId xmlns:a16="http://schemas.microsoft.com/office/drawing/2014/main" id="{865B8795-DA94-4939-A032-87CD17E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I, I₁, I₂ och parallellspänningen Uₚ.</a:t>
            </a:r>
          </a:p>
        </p:txBody>
      </p:sp>
      <p:sp>
        <p:nvSpPr>
          <p:cNvPr id="39" name="17">
            <a:extLst xmlns:a="http://schemas.openxmlformats.org/drawingml/2006/main">
              <a:ext uri="{FF2B5EF4-FFF2-40B4-BE49-F238E27FC236}">
                <a16:creationId xmlns:a16="http://schemas.microsoft.com/office/drawing/2014/main" id="{EFE7D0C3-9467-4BBF-B1D3-5C69A63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553047c0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B732D397-E915-49C8-B9D9-7D3F7A4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6" name="Motverkande: I = (E₁ − E₂)/(R₁ + R₂)&#10;Medverkande: I = (E₁ + E₂)/(">
            <a:extLst xmlns:a="http://schemas.openxmlformats.org/drawingml/2006/main">
              <a:ext uri="{FF2B5EF4-FFF2-40B4-BE49-F238E27FC236}">
                <a16:creationId xmlns:a16="http://schemas.microsoft.com/office/drawing/2014/main" id="{EBD6FA61-A6BF-4967-AB60-A1B12875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Motverkande: I = (E₁ − E₂)/(R₁ + R₂)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Medverkande: I = (E₁ + E₂)/(R₁ + R₂)</a:t>
            </a:r>
          </a:p>
        </p:txBody>
      </p:sp>
      <p:sp>
        <p:nvSpPr>
          <p:cNvPr id="17" name="Polaritetsmarkeringarna avgör källornas tecken. Resistorfall räkn">
            <a:extLst xmlns:a="http://schemas.openxmlformats.org/drawingml/2006/main">
              <a:ext uri="{FF2B5EF4-FFF2-40B4-BE49-F238E27FC236}">
                <a16:creationId xmlns:a16="http://schemas.microsoft.com/office/drawing/2014/main" id="{D928D40F-32C2-4616-8066-42D5CDB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Polaritetsmarkeringarna avgör källornas tecken. Resistorfall räknas med U = RI.</a:t>
            </a:r>
          </a:p>
        </p:txBody>
      </p:sp>
      <p:sp>
        <p:nvSpPr>
          <p:cNvPr id="18" name="Förutsättningar: E₁ = 18 V, E₂ = 6 V, R₁ = R₂ = 3 Ω. Samma valda ">
            <a:extLst xmlns:a="http://schemas.openxmlformats.org/drawingml/2006/main">
              <a:ext uri="{FF2B5EF4-FFF2-40B4-BE49-F238E27FC236}">
                <a16:creationId xmlns:a16="http://schemas.microsoft.com/office/drawing/2014/main" id="{E1A4224C-5EFE-449D-A367-37FC0D0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18 V, E₂ = 6 V, R₁ = R₂ = 3 Ω. Samma valda strömpil i båda delarna.</a:t>
            </a:r>
          </a:p>
        </p:txBody>
      </p:sp>
      <p:sp>
        <p:nvSpPr>
          <p:cNvPr id="19" name="Arbetsgång: Räkna källsumman med tecken. Dividera med serieresist">
            <a:extLst xmlns:a="http://schemas.openxmlformats.org/drawingml/2006/main">
              <a:ext uri="{FF2B5EF4-FFF2-40B4-BE49-F238E27FC236}">
                <a16:creationId xmlns:a16="http://schemas.microsoft.com/office/drawing/2014/main" id="{FEC50AFC-2C9C-470C-8B3B-10E81BA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källsumman med tecken. Dividera med serieresistansen och beräkna fallen. Vänd bara E₂ i del B.</a:t>
            </a:r>
          </a:p>
        </p:txBody>
      </p:sp>
      <p:sp>
        <p:nvSpPr>
          <p:cNvPr id="20" name="35">
            <a:extLst xmlns:a="http://schemas.openxmlformats.org/drawingml/2006/main">
              <a:ext uri="{FF2B5EF4-FFF2-40B4-BE49-F238E27FC236}">
                <a16:creationId xmlns:a16="http://schemas.microsoft.com/office/drawing/2014/main" id="{17484655-EF69-4DC7-AA74-71B392D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4ed1deabe41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8. Källor som motverkar varandra">
            <a:extLst xmlns:a="http://schemas.openxmlformats.org/drawingml/2006/main">
              <a:ext uri="{FF2B5EF4-FFF2-40B4-BE49-F238E27FC236}">
                <a16:creationId xmlns:a16="http://schemas.microsoft.com/office/drawing/2014/main" id="{4EB5DE93-4B5B-466F-B2CF-DCF78A4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2.18. Källor som motverkar varandra</a:t>
            </a:r>
          </a:p>
        </p:txBody>
      </p:sp>
      <p:sp>
        <p:nvSpPr>
          <p:cNvPr id="3" name="Två ideala källor, 18 V och 6 V, motverkar varandra. R₁ = R₂ = 3 Ω.">
            <a:extLst xmlns:a="http://schemas.openxmlformats.org/drawingml/2006/main">
              <a:ext uri="{FF2B5EF4-FFF2-40B4-BE49-F238E27FC236}">
                <a16:creationId xmlns:a16="http://schemas.microsoft.com/office/drawing/2014/main" id="{F3187E53-3FB6-4F70-B0AF-34AD8C6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ideala källor, 18 V och 6 V, motverkar varandra. R₁ = R₂ = 3 Ω.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80E7-16CF-4753-A329-925DE04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F161E-912A-4B4D-8E74-B55067F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30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2DECE-D083-42EE-9D02-D096DC1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1ED9B3D-DC09-433D-9B8D-4F8AA41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12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8D509729-C505-4339-A190-590F8882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12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8 V">
            <a:extLst xmlns:a="http://schemas.openxmlformats.org/drawingml/2006/main">
              <a:ext uri="{FF2B5EF4-FFF2-40B4-BE49-F238E27FC236}">
                <a16:creationId xmlns:a16="http://schemas.microsoft.com/office/drawing/2014/main" id="{F52B98F1-6CF4-4400-B5D2-8DD29C1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08DD4-2B0B-424A-A7D7-6874D12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86563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71F7A-786B-47DC-9D28-75DA6B7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343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29F2-929C-4459-8D03-B071E9B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86563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CF1DD1FE-58BE-4BAB-A454-FE3733E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B6F19F2E-9030-4FD4-8508-FBB5699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6 V">
            <a:extLst xmlns:a="http://schemas.openxmlformats.org/drawingml/2006/main">
              <a:ext uri="{FF2B5EF4-FFF2-40B4-BE49-F238E27FC236}">
                <a16:creationId xmlns:a16="http://schemas.microsoft.com/office/drawing/2014/main" id="{A028B147-09C8-4B76-B70D-1737229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C73BB-70DD-4184-9FD7-8E61E8E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3062288"/>
            <a:ext cx="807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7ABB2-9F70-4649-B47C-693414C8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4E151-CC27-4F1C-B25B-015DCE32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4915" y="3062288"/>
            <a:ext cx="807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5969D2ED-C069-4749-B914-1E79C9F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2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E0D88-B804-4541-8653-DF57E3E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44927-BEC7-4276-B728-EBDD7C4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69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D5295-D194-4EF2-B49D-5002C57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4871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9D4D5A28-6DD4-4388-BB5C-EB35818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6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575EE-5437-462E-85E1-845F0E6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4735513"/>
            <a:ext cx="43799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7954D-D6C3-4859-9325-8A824FC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36963" y="473551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A5AFA-D241-4317-A5B5-D097CE4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6963" y="473551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3702A-1561-4487-845A-945DA82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36963" y="468630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I">
            <a:extLst xmlns:a="http://schemas.openxmlformats.org/drawingml/2006/main">
              <a:ext uri="{FF2B5EF4-FFF2-40B4-BE49-F238E27FC236}">
                <a16:creationId xmlns:a16="http://schemas.microsoft.com/office/drawing/2014/main" id="{1F03BDE4-BCFD-40B6-B883-98A8B2E6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4223703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9" name="A. Bestäm I och båda spänningsfallen.&#10;B. Vad blir I om 6 V-källan vänd">
            <a:extLst xmlns:a="http://schemas.openxmlformats.org/drawingml/2006/main">
              <a:ext uri="{FF2B5EF4-FFF2-40B4-BE49-F238E27FC236}">
                <a16:creationId xmlns:a16="http://schemas.microsoft.com/office/drawing/2014/main" id="{C7894317-0ACC-4782-A190-2D8E6D1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A. Bestäm I och båda spänningsfallen.</a:t>
            </a:r>
          </a:p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B. Vad blir I om 6 V-källan vänds?</a:t>
            </a:r>
          </a:p>
        </p:txBody>
      </p:sp>
      <p:sp>
        <p:nvSpPr>
          <p:cNvPr id="30" name="18">
            <a:extLst xmlns:a="http://schemas.openxmlformats.org/drawingml/2006/main">
              <a:ext uri="{FF2B5EF4-FFF2-40B4-BE49-F238E27FC236}">
                <a16:creationId xmlns:a16="http://schemas.microsoft.com/office/drawing/2014/main" id="{5331DA6F-2001-495D-8556-3DA27649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2331cabf6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31A669A6-3FCE-4161-A89F-47BC326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6" name="I₃ = I₁ + I₂&#10;E₁ − R₁I₁ − R₃I₃ = 0, E₂ − R₂I₂ − R₃I₃ = 0">
            <a:extLst xmlns:a="http://schemas.openxmlformats.org/drawingml/2006/main">
              <a:ext uri="{FF2B5EF4-FFF2-40B4-BE49-F238E27FC236}">
                <a16:creationId xmlns:a16="http://schemas.microsoft.com/office/drawing/2014/main" id="{A8AA11DF-EE22-4DFA-A62C-A6FD9AFE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E₁ − R₁I₁ − R₃I₃ = 0, E₂ − R₂I₂ − R₃I₃ = 0</a:t>
            </a:r>
          </a:p>
        </p:txBody>
      </p:sp>
      <p:sp>
        <p:nvSpPr>
          <p:cNvPr id="17" name="Vₐ = R₃I₃ relativt B = 0 V. Tre okända strömmar kräver tre oberoe">
            <a:extLst xmlns:a="http://schemas.openxmlformats.org/drawingml/2006/main">
              <a:ext uri="{FF2B5EF4-FFF2-40B4-BE49-F238E27FC236}">
                <a16:creationId xmlns:a16="http://schemas.microsoft.com/office/drawing/2014/main" id="{3CA15019-CF0B-499F-AE1D-4385DD2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Vₐ = R₃I₃ relativt B = 0 V. Tre okända strömmar kräver tre oberoende ekvationer.</a:t>
            </a:r>
          </a:p>
        </p:txBody>
      </p:sp>
      <p:sp>
        <p:nvSpPr>
          <p:cNvPr id="18" name="Förutsättningar: E₁ = 12 V, E₂ = 9 V, R₁ = R₂ = 3 Ω, R₃ = 2 Ω. Pi">
            <a:extLst xmlns:a="http://schemas.openxmlformats.org/drawingml/2006/main">
              <a:ext uri="{FF2B5EF4-FFF2-40B4-BE49-F238E27FC236}">
                <a16:creationId xmlns:a16="http://schemas.microsoft.com/office/drawing/2014/main" id="{9F224917-E6BA-4113-B1AA-57ED58DF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12 V, E₂ = 9 V, R₁ = R₂ = 3 Ω, R₃ = 2 Ω. Pilar och polariteter följer schemat.</a:t>
            </a:r>
          </a:p>
        </p:txBody>
      </p:sp>
      <p:sp>
        <p:nvSpPr>
          <p:cNvPr id="19" name="Arbetsgång: Sätt in nodlagen i båda slingorna. Lös de två återstå">
            <a:extLst xmlns:a="http://schemas.openxmlformats.org/drawingml/2006/main">
              <a:ext uri="{FF2B5EF4-FFF2-40B4-BE49-F238E27FC236}">
                <a16:creationId xmlns:a16="http://schemas.microsoft.com/office/drawing/2014/main" id="{91B62F73-474B-4F82-9813-F227FD31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Sätt in nodlagen i båda slingorna. Lös de två återstående ekvationerna genom elimination eller substitution.</a:t>
            </a:r>
          </a:p>
        </p:txBody>
      </p:sp>
      <p:sp>
        <p:nvSpPr>
          <p:cNvPr id="20" name="37">
            <a:extLst xmlns:a="http://schemas.openxmlformats.org/drawingml/2006/main">
              <a:ext uri="{FF2B5EF4-FFF2-40B4-BE49-F238E27FC236}">
                <a16:creationId xmlns:a16="http://schemas.microsoft.com/office/drawing/2014/main" id="{D6BCF91E-7689-4646-A900-57E1E84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2d1ac53db4d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9. Två källor matar samma last">
            <a:extLst xmlns:a="http://schemas.openxmlformats.org/drawingml/2006/main">
              <a:ext uri="{FF2B5EF4-FFF2-40B4-BE49-F238E27FC236}">
                <a16:creationId xmlns:a16="http://schemas.microsoft.com/office/drawing/2014/main" id="{1C391931-7DBC-4B41-B4FB-CB6E5AA8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2.19. Två källor matar samma last</a:t>
            </a:r>
          </a:p>
        </p:txBody>
      </p:sp>
      <p:sp>
        <p:nvSpPr>
          <p:cNvPr id="3" name="Källorna ger 12 V och 9 V. R₁ = R₂ = 3 Ω och R₃ = 2 Ω. Pilarna visar a">
            <a:extLst xmlns:a="http://schemas.openxmlformats.org/drawingml/2006/main">
              <a:ext uri="{FF2B5EF4-FFF2-40B4-BE49-F238E27FC236}">
                <a16:creationId xmlns:a16="http://schemas.microsoft.com/office/drawing/2014/main" id="{5F581E11-B16B-4B7C-92AC-B732CCF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Källorna ger 12 V och 9 V. R₁ = R₂ = 3 Ω och R₃ = 2 Ω. Pilarna visar antagna riktningar.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439A1-5111-4C38-8AFC-CC03913D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F402C-3BD0-4C5A-9208-59ADFB8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367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CE2C3-78A4-4D63-AA4F-C2153404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5D8EC0E1-F27D-4D55-8B39-617C669F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4B9B8C2B-6C8F-4D3E-9F31-105D8B49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D890BDE1-2178-4F68-B2D1-1741109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67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78458-D94D-4D86-8943-D879722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D7596-20D7-4777-9C0A-5D3F2B3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192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42A38-E1DB-4B89-8E55-495FC87D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553E19C8-96EA-4177-9EAB-C4D1CED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FA4A6ED3-640E-4218-B13B-1A8B2CB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9 V">
            <a:extLst xmlns:a="http://schemas.openxmlformats.org/drawingml/2006/main">
              <a:ext uri="{FF2B5EF4-FFF2-40B4-BE49-F238E27FC236}">
                <a16:creationId xmlns:a16="http://schemas.microsoft.com/office/drawing/2014/main" id="{16CA8720-A71E-44FF-9FC1-3DC5F42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8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2030F-8143-4DE7-A22B-4DA10A8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04D39-9CF2-453B-8602-8D12947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704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C48ED-4806-4BD2-A3FE-B601322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1884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1068B7DD-EFF3-440F-8053-519B87E1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81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5D1A4-A549-4B47-A712-A4227DB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5FE9A-3B8F-4C19-9D30-635043D3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956DB-22FA-48D6-BA78-40A48A4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E54B663D-2325-49A2-BAEB-04475FF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7A28F-4DD3-46B5-9FEE-4EA5414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9D30B-91BB-4F4A-AF02-053941C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677444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7C21D-A49D-425C-914C-4CBE6BC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169569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CEEC8-C2F3-47DC-80EB-A49D92D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35" y="3756184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R₃ = 2 Ω">
            <a:extLst xmlns:a="http://schemas.openxmlformats.org/drawingml/2006/main">
              <a:ext uri="{FF2B5EF4-FFF2-40B4-BE49-F238E27FC236}">
                <a16:creationId xmlns:a16="http://schemas.microsoft.com/office/drawing/2014/main" id="{AA653EEE-0F96-4688-86FF-F782360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78" y="4233545"/>
            <a:ext cx="15748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R₃ = 2 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55CCE-7289-4E51-BDD2-783B68C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784725"/>
            <a:ext cx="482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02876-A774-40D2-BD23-3186A4BF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83714-703A-430F-9849-A29928B8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474535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2" name="A">
            <a:extLst xmlns:a="http://schemas.openxmlformats.org/drawingml/2006/main">
              <a:ext uri="{FF2B5EF4-FFF2-40B4-BE49-F238E27FC236}">
                <a16:creationId xmlns:a16="http://schemas.microsoft.com/office/drawing/2014/main" id="{DEEA74FF-E4C7-4DFE-99E0-12B7357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639060"/>
            <a:ext cx="3937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3" name="B = 0 V">
            <a:extLst xmlns:a="http://schemas.openxmlformats.org/drawingml/2006/main">
              <a:ext uri="{FF2B5EF4-FFF2-40B4-BE49-F238E27FC236}">
                <a16:creationId xmlns:a16="http://schemas.microsoft.com/office/drawing/2014/main" id="{6A4F4636-0153-4948-AB9A-46E9EADC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824095"/>
            <a:ext cx="11811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0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0522F-3D24-45E7-AE99-01FA8BF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D5E75D-D5A8-45F0-9BD5-923D95B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97884-053A-4104-AAA8-892BF1C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₁">
            <a:extLst xmlns:a="http://schemas.openxmlformats.org/drawingml/2006/main">
              <a:ext uri="{FF2B5EF4-FFF2-40B4-BE49-F238E27FC236}">
                <a16:creationId xmlns:a16="http://schemas.microsoft.com/office/drawing/2014/main" id="{C08948E2-E730-434E-83F0-FACFEB2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97954B-943C-4675-94BC-D5249DD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08612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180CD8-0A25-48B1-8812-7B909188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08612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94BDBF-E761-439F-9ED2-760BBE1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08612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1" name="I₂">
            <a:extLst xmlns:a="http://schemas.openxmlformats.org/drawingml/2006/main">
              <a:ext uri="{FF2B5EF4-FFF2-40B4-BE49-F238E27FC236}">
                <a16:creationId xmlns:a16="http://schemas.microsoft.com/office/drawing/2014/main" id="{E84B0718-6F74-4EAE-A9B0-8B72780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715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D5B8E-3725-4F1F-91E3-FA31FC6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8300" y="3702050"/>
            <a:ext cx="0" cy="62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5640C4-862B-4324-9BD3-3BDAA71E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8300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073660-1326-4D12-804E-A9C126B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9088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5" name="I₃">
            <a:extLst xmlns:a="http://schemas.openxmlformats.org/drawingml/2006/main">
              <a:ext uri="{FF2B5EF4-FFF2-40B4-BE49-F238E27FC236}">
                <a16:creationId xmlns:a16="http://schemas.microsoft.com/office/drawing/2014/main" id="{F306B2FE-0454-4F34-AAE1-34E89CC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99732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</a:t>
            </a:r>
          </a:p>
        </p:txBody>
      </p:sp>
      <p:sp>
        <p:nvSpPr>
          <p:cNvPr id="46" name="Bestäm I₁, I₂, I₃ och nodspänningen Vₐ relativt B.">
            <a:extLst xmlns:a="http://schemas.openxmlformats.org/drawingml/2006/main">
              <a:ext uri="{FF2B5EF4-FFF2-40B4-BE49-F238E27FC236}">
                <a16:creationId xmlns:a16="http://schemas.microsoft.com/office/drawing/2014/main" id="{01698C9A-2753-461D-8FD7-8CB6CAA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I₁, I₂, I₃ och nodspänningen Vₐ relativt B.</a:t>
            </a:r>
          </a:p>
        </p:txBody>
      </p:sp>
      <p:sp>
        <p:nvSpPr>
          <p:cNvPr id="47" name="19">
            <a:extLst xmlns:a="http://schemas.openxmlformats.org/drawingml/2006/main">
              <a:ext uri="{FF2B5EF4-FFF2-40B4-BE49-F238E27FC236}">
                <a16:creationId xmlns:a16="http://schemas.microsoft.com/office/drawing/2014/main" id="{4B38D7C9-968C-44DD-9454-CFDA028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e58b1713a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ACD56B20-B0EC-4C24-A7D4-FEE4C0B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6" name="I₃ = I₁ + I₂&#10;18 − 3I₁ − 2I₃ = 0,  3 − 3I₂ − 2I₃ = 0">
            <a:extLst xmlns:a="http://schemas.openxmlformats.org/drawingml/2006/main">
              <a:ext uri="{FF2B5EF4-FFF2-40B4-BE49-F238E27FC236}">
                <a16:creationId xmlns:a16="http://schemas.microsoft.com/office/drawing/2014/main" id="{0D9595CA-04E0-4F9E-8A4D-BE18DEF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18 − 3I₁ − 2I₃ = 0,  3 − 3I₂ − 2I₃ = 0</a:t>
            </a:r>
          </a:p>
        </p:txBody>
      </p:sp>
      <p:sp>
        <p:nvSpPr>
          <p:cNvPr id="17" name="Vₐ = 2I₃ relativt B = 0 V. Mottagen effekt = E · I in i pluspolen">
            <a:extLst xmlns:a="http://schemas.openxmlformats.org/drawingml/2006/main">
              <a:ext uri="{FF2B5EF4-FFF2-40B4-BE49-F238E27FC236}">
                <a16:creationId xmlns:a16="http://schemas.microsoft.com/office/drawing/2014/main" id="{F488FE14-A203-407C-A9B9-AEBCB7E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Vₐ = 2I₃ relativt B = 0 V. Mottagen effekt = E · I in i pluspolen. Strömmarnas tecken följer pilarna.</a:t>
            </a:r>
          </a:p>
        </p:txBody>
      </p:sp>
      <p:sp>
        <p:nvSpPr>
          <p:cNvPr id="18" name="Förutsättningar: E₁ = 18 V, E₂ = 3 V, R₁ = R₂ = 3 Ω, R₃ = 2 Ω. Sa">
            <a:extLst xmlns:a="http://schemas.openxmlformats.org/drawingml/2006/main">
              <a:ext uri="{FF2B5EF4-FFF2-40B4-BE49-F238E27FC236}">
                <a16:creationId xmlns:a16="http://schemas.microsoft.com/office/drawing/2014/main" id="{DBB737BE-6468-4140-9148-6E0962F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18 V, E₂ = 3 V, R₁ = R₂ = 3 Ω, R₃ = 2 Ω. Samma pilar som tidigare.</a:t>
            </a:r>
          </a:p>
        </p:txBody>
      </p:sp>
      <p:sp>
        <p:nvSpPr>
          <p:cNvPr id="19" name="Arbetsgång: Behåll strömmarnas tecken. Tolka vilken pluspol den v">
            <a:extLst xmlns:a="http://schemas.openxmlformats.org/drawingml/2006/main">
              <a:ext uri="{FF2B5EF4-FFF2-40B4-BE49-F238E27FC236}">
                <a16:creationId xmlns:a16="http://schemas.microsoft.com/office/drawing/2014/main" id="{B9DA1241-EE03-4E03-AB71-E60F8EB7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Behåll strömmarnas tecken. Tolka vilken pluspol den verkliga strömmen går in i och beräkna mottagen effekt.</a:t>
            </a:r>
          </a:p>
        </p:txBody>
      </p:sp>
      <p:sp>
        <p:nvSpPr>
          <p:cNvPr id="20" name="39">
            <a:extLst xmlns:a="http://schemas.openxmlformats.org/drawingml/2006/main">
              <a:ext uri="{FF2B5EF4-FFF2-40B4-BE49-F238E27FC236}">
                <a16:creationId xmlns:a16="http://schemas.microsoft.com/office/drawing/2014/main" id="{FFBA1BCB-05E8-40A4-8F55-D4850549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6715b4c02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0. Strömmen byter riktning">
            <a:extLst xmlns:a="http://schemas.openxmlformats.org/drawingml/2006/main">
              <a:ext uri="{FF2B5EF4-FFF2-40B4-BE49-F238E27FC236}">
                <a16:creationId xmlns:a16="http://schemas.microsoft.com/office/drawing/2014/main" id="{3779CB9E-863E-49A7-9D8A-9121EE7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 2.20. Strömmen byter riktning</a:t>
            </a:r>
          </a:p>
        </p:txBody>
      </p:sp>
      <p:sp>
        <p:nvSpPr>
          <p:cNvPr id="3" name="Nu ger källorna 18 V och 3 V. R₁ = R₂ = 3 Ω och R₃ = 2 Ω. Pilarna är s">
            <a:extLst xmlns:a="http://schemas.openxmlformats.org/drawingml/2006/main">
              <a:ext uri="{FF2B5EF4-FFF2-40B4-BE49-F238E27FC236}">
                <a16:creationId xmlns:a16="http://schemas.microsoft.com/office/drawing/2014/main" id="{84AC5733-C8BE-487A-B3A7-CE7A9FA8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Nu ger källorna 18 V och 3 V. R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R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3 Ω och R</a:t>
            </a:r>
            <a:r>
              <a:rPr sz="2000" b="0" baseline="-2500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= 2 Ω. Pilarna är samma som i föregående övning.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7E84-E0F6-4B44-82C5-48A73CA0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367AB-0FEA-40A9-8F1E-4D38057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367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52AD6-6D68-4074-AB00-D7E3971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8ED40C86-216D-42E4-93C5-25A9AA3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D3594348-73F5-4362-B492-3B43A94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8 V">
            <a:extLst xmlns:a="http://schemas.openxmlformats.org/drawingml/2006/main">
              <a:ext uri="{FF2B5EF4-FFF2-40B4-BE49-F238E27FC236}">
                <a16:creationId xmlns:a16="http://schemas.microsoft.com/office/drawing/2014/main" id="{6D27B4BD-76E6-486B-9435-5DA3193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67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50AA0-4592-4836-A8DE-AE7BD56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28DDC-42A0-4AD4-96EE-FEC7B31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192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1C300-D3A4-4577-95B0-A82C512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452D80C5-DBBC-4AAD-A3B9-6D5A11F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EE5B388F-77B3-47CE-8464-B8F83F3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3 V">
            <a:extLst xmlns:a="http://schemas.openxmlformats.org/drawingml/2006/main">
              <a:ext uri="{FF2B5EF4-FFF2-40B4-BE49-F238E27FC236}">
                <a16:creationId xmlns:a16="http://schemas.microsoft.com/office/drawing/2014/main" id="{7C73F0BE-E0C6-4213-AF5F-111D2E1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8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4921-6F72-4674-B7A5-1384EAF6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C7D96-766D-4451-8C88-76B1833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704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6876B-6D9C-4BEA-B852-C09C715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1884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A7783035-15CB-41F2-94AA-E11A07D0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81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BA1B5-6426-4E8C-BE8B-D6F46CA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6DCBA-762D-4245-AAD0-EA25DB5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D8B6B-B172-4092-A2B8-9C04EF1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54F47977-998D-4C35-85E9-B9A304F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F8E2F-6C4F-4DE3-9523-799471D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87C7D-4C75-416B-BA69-36663364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677444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8C96E-D9E6-4B69-A835-B453FA52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169569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A7611-26BB-459D-A292-88833F5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35" y="3756184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R₃ = 2 Ω">
            <a:extLst xmlns:a="http://schemas.openxmlformats.org/drawingml/2006/main">
              <a:ext uri="{FF2B5EF4-FFF2-40B4-BE49-F238E27FC236}">
                <a16:creationId xmlns:a16="http://schemas.microsoft.com/office/drawing/2014/main" id="{BBDEAD99-6D25-4BFF-9901-3B46403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78" y="4233545"/>
            <a:ext cx="15748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R₃ = 2 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51652-5738-491E-BB76-C85363E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784725"/>
            <a:ext cx="482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554209-F73F-4D0B-AF63-57112B19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8BF85-D241-4B3A-85AE-EF94A45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474535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2" name="A">
            <a:extLst xmlns:a="http://schemas.openxmlformats.org/drawingml/2006/main">
              <a:ext uri="{FF2B5EF4-FFF2-40B4-BE49-F238E27FC236}">
                <a16:creationId xmlns:a16="http://schemas.microsoft.com/office/drawing/2014/main" id="{4EE45704-81ED-4F6C-BD5E-646C96E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639060"/>
            <a:ext cx="3937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3" name="B = 0 V">
            <a:extLst xmlns:a="http://schemas.openxmlformats.org/drawingml/2006/main">
              <a:ext uri="{FF2B5EF4-FFF2-40B4-BE49-F238E27FC236}">
                <a16:creationId xmlns:a16="http://schemas.microsoft.com/office/drawing/2014/main" id="{79A06C9C-BB19-4F75-A79B-6ACE3D9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824095"/>
            <a:ext cx="11811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0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803D51-5AEC-4DA5-981C-27EDACDD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BEF7E-CABB-41BD-A620-52286FA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1FDD33-ADAE-4823-9981-CDF4AD9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₁">
            <a:extLst xmlns:a="http://schemas.openxmlformats.org/drawingml/2006/main">
              <a:ext uri="{FF2B5EF4-FFF2-40B4-BE49-F238E27FC236}">
                <a16:creationId xmlns:a16="http://schemas.microsoft.com/office/drawing/2014/main" id="{B93DA506-DC95-43C2-90E6-3E2E89BF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B05E7C-8172-41B5-94B3-9D6EC1F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08612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BF934-D1E8-4A12-90FA-575E08B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08612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707B1B-D6A5-4911-9904-53F5E8B9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08612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1" name="I₂">
            <a:extLst xmlns:a="http://schemas.openxmlformats.org/drawingml/2006/main">
              <a:ext uri="{FF2B5EF4-FFF2-40B4-BE49-F238E27FC236}">
                <a16:creationId xmlns:a16="http://schemas.microsoft.com/office/drawing/2014/main" id="{FD812156-653A-4FBB-AF02-0D08D13E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715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E83E21-43DB-4E5C-9FFB-5A3415C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8300" y="3702050"/>
            <a:ext cx="0" cy="62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D482E-A506-4043-83CE-77E386D7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8300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F54799-A79D-4CED-AE53-EE3EF4FA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9088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5" name="I₃">
            <a:extLst xmlns:a="http://schemas.openxmlformats.org/drawingml/2006/main">
              <a:ext uri="{FF2B5EF4-FFF2-40B4-BE49-F238E27FC236}">
                <a16:creationId xmlns:a16="http://schemas.microsoft.com/office/drawing/2014/main" id="{A1862EB3-6735-43EF-990E-13878CF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99732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</a:t>
            </a:r>
          </a:p>
        </p:txBody>
      </p:sp>
      <p:sp>
        <p:nvSpPr>
          <p:cNvPr id="46" name="Bestäm alla strömmar och Vₐ. Vilken källa tar emot elektrisk energi?">
            <a:extLst xmlns:a="http://schemas.openxmlformats.org/drawingml/2006/main">
              <a:ext uri="{FF2B5EF4-FFF2-40B4-BE49-F238E27FC236}">
                <a16:creationId xmlns:a16="http://schemas.microsoft.com/office/drawing/2014/main" id="{62090E98-F1DF-4F08-9CB9-13DB14EE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alla strömmar och Vₐ. Vilken källa tar emot elektrisk energi?</a:t>
            </a:r>
          </a:p>
        </p:txBody>
      </p:sp>
      <p:sp>
        <p:nvSpPr>
          <p:cNvPr id="47" name="20">
            <a:extLst xmlns:a="http://schemas.openxmlformats.org/drawingml/2006/main">
              <a:ext uri="{FF2B5EF4-FFF2-40B4-BE49-F238E27FC236}">
                <a16:creationId xmlns:a16="http://schemas.microsoft.com/office/drawing/2014/main" id="{E17173BC-7EC3-4F48-9BDB-50C5AA6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3190c98564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ande kontrollfrågor">
            <a:extLst xmlns:a="http://schemas.openxmlformats.org/drawingml/2006/main">
              <a:ext uri="{FF2B5EF4-FFF2-40B4-BE49-F238E27FC236}">
                <a16:creationId xmlns:a16="http://schemas.microsoft.com/office/drawing/2014/main" id="{56D45216-5095-4BE8-8E55-ADD72F1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Avslutande kontrollfrågor</a:t>
            </a:r>
          </a:p>
        </p:txBody>
      </p:sp>
      <p:sp>
        <p:nvSpPr>
          <p:cNvPr id="3" name="Vad bevaras när strömmar möts i en nod?">
            <a:extLst xmlns:a="http://schemas.openxmlformats.org/drawingml/2006/main">
              <a:ext uri="{FF2B5EF4-FFF2-40B4-BE49-F238E27FC236}">
                <a16:creationId xmlns:a16="http://schemas.microsoft.com/office/drawing/2014/main" id="{0B355545-0AD8-4C82-8F60-B3602DAF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bevaras när strömmar möts i en nod?</a:t>
            </a:r>
          </a:p>
        </p:txBody>
      </p:sp>
      <p:sp>
        <p:nvSpPr>
          <p:cNvPr id="4" name="Vad ska spänningssumman bli runt en slinga?">
            <a:extLst xmlns:a="http://schemas.openxmlformats.org/drawingml/2006/main">
              <a:ext uri="{FF2B5EF4-FFF2-40B4-BE49-F238E27FC236}">
                <a16:creationId xmlns:a16="http://schemas.microsoft.com/office/drawing/2014/main" id="{4DBD178E-3E01-4F3C-B748-C299498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ska spänningssumman bli runt en slinga?</a:t>
            </a:r>
          </a:p>
        </p:txBody>
      </p:sp>
      <p:sp>
        <p:nvSpPr>
          <p:cNvPr id="5" name="Vad betyder en negativ beräknad ström?">
            <a:extLst xmlns:a="http://schemas.openxmlformats.org/drawingml/2006/main">
              <a:ext uri="{FF2B5EF4-FFF2-40B4-BE49-F238E27FC236}">
                <a16:creationId xmlns:a16="http://schemas.microsoft.com/office/drawing/2014/main" id="{5E6D4DA1-25B4-46AE-80B9-46A5C02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betyder en negativ beräknad ström?</a:t>
            </a:r>
          </a:p>
        </p:txBody>
      </p:sp>
      <p:sp>
        <p:nvSpPr>
          <p:cNvPr id="6" name="Vid fortsatt arbete: uppgift 7–10.">
            <a:extLst xmlns:a="http://schemas.openxmlformats.org/drawingml/2006/main">
              <a:ext uri="{FF2B5EF4-FFF2-40B4-BE49-F238E27FC236}">
                <a16:creationId xmlns:a16="http://schemas.microsoft.com/office/drawing/2014/main" id="{2FC0B077-7950-4B49-B95F-750FA7C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Fortsatt träning: övning 2, 7, 8 och 10.</a:t>
            </a:r>
          </a:p>
        </p:txBody>
      </p:sp>
      <p:sp>
        <p:nvSpPr>
          <p:cNvPr id="7" name="21">
            <a:extLst xmlns:a="http://schemas.openxmlformats.org/drawingml/2006/main">
              <a:ext uri="{FF2B5EF4-FFF2-40B4-BE49-F238E27FC236}">
                <a16:creationId xmlns:a16="http://schemas.microsoft.com/office/drawing/2014/main" id="{63001446-F9AC-43D3-8CAC-46141FD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9660665e8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arbete">
            <a:extLst xmlns:a="http://schemas.openxmlformats.org/drawingml/2006/main">
              <a:ext uri="{FF2B5EF4-FFF2-40B4-BE49-F238E27FC236}">
                <a16:creationId xmlns:a16="http://schemas.microsoft.com/office/drawing/2014/main" id="{4CEE09E6-30A7-4D62-879C-C7902BC7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arbete</a:t>
            </a:r>
          </a:p>
        </p:txBody>
      </p:sp>
      <p:sp>
        <p:nvSpPr>
          <p:cNvPr id="3" name="Science Shorts">
            <a:extLst xmlns:a="http://schemas.openxmlformats.org/drawingml/2006/main">
              <a:ext uri="{FF2B5EF4-FFF2-40B4-BE49-F238E27FC236}">
                <a16:creationId xmlns:a16="http://schemas.microsoft.com/office/drawing/2014/main" id="{805D368F-A3A0-4601-8243-59DC798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Science Shorts</a:t>
            </a:r>
          </a:p>
        </p:txBody>
      </p:sp>
      <p:sp>
        <p:nvSpPr>
          <p:cNvPr id="4" name="Kirchhoff’s Laws – Electricity – A-level Physics">
            <a:extLst xmlns:a="http://schemas.openxmlformats.org/drawingml/2006/main">
              <a:ext uri="{FF2B5EF4-FFF2-40B4-BE49-F238E27FC236}">
                <a16:creationId xmlns:a16="http://schemas.microsoft.com/office/drawing/2014/main" id="{C7B2FD5A-0DE0-4C43-97B3-407429C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d872fe0cda4444f"/>
              </a:rPr>
              <a:t>Kirchhoff’s Laws – Electricity – A-level Physics</a:t>
            </a:r>
          </a:p>
        </p:txBody>
      </p:sp>
      <p:sp>
        <p:nvSpPr>
          <p:cNvPr id="5" name="OpenStax, University Physics Volume 2">
            <a:extLst xmlns:a="http://schemas.openxmlformats.org/drawingml/2006/main">
              <a:ext uri="{FF2B5EF4-FFF2-40B4-BE49-F238E27FC236}">
                <a16:creationId xmlns:a16="http://schemas.microsoft.com/office/drawing/2014/main" id="{B11EF80C-4279-487A-84F5-943805A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OpenStax, University Physics Volume 2</a:t>
            </a:r>
          </a:p>
        </p:txBody>
      </p:sp>
      <p:sp>
        <p:nvSpPr>
          <p:cNvPr id="6" name="10.3 Kirchhoff’s Rules">
            <a:extLst xmlns:a="http://schemas.openxmlformats.org/drawingml/2006/main">
              <a:ext uri="{FF2B5EF4-FFF2-40B4-BE49-F238E27FC236}">
                <a16:creationId xmlns:a16="http://schemas.microsoft.com/office/drawing/2014/main" id="{A01D8816-6972-4303-990E-58E84B1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8a5358149d24568"/>
              </a:rPr>
              <a:t>10.3 Kirchhoff’s Rules</a:t>
            </a:r>
          </a:p>
        </p:txBody>
      </p:sp>
      <p:sp>
        <p:nvSpPr>
          <p:cNvPr id="7" name="Övningarna är nya. Uppgift 9–10 fördjupar&#10;metoden med samtidiga ekvati">
            <a:extLst xmlns:a="http://schemas.openxmlformats.org/drawingml/2006/main">
              <a:ext uri="{FF2B5EF4-FFF2-40B4-BE49-F238E27FC236}">
                <a16:creationId xmlns:a16="http://schemas.microsoft.com/office/drawing/2014/main" id="{8BA8AA8E-8728-459D-9CD6-B2DC27D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Övningarna är nya. Uppgift 9–10 fördjupar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metoden med samtidiga ekvationer.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F295AFB2-DA8B-4FF2-8DCD-ADD6A51A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42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2026-09-20T20:14:12.6220000Z</dcterms:created>
  <dcterms:modified xsi:type="dcterms:W3CDTF">2026-09-20T20:14:12.6220000Z</dcterms:modified>
</coreProperties>
</file>