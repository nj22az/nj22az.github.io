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8301a7e805f4604" Type="http://schemas.openxmlformats.org/officeDocument/2006/relationships/slideLayout" Target="../slideLayouts/slideLayout1.xml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motsvarar 120° ett tidsavstånd på 6,67 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Kurvorna är normaliserade till samma toppvärde.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schema-sinus" descr="L1, L2 och L3 över 20 ms (50 Hz), normaliserade, 120° isär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848" y="2395728"/>
            <a:ext cx="6242304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fas och källans neutralpunkt.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vanligt. Generatorns fasspänning i Y är ≈ 254 V,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men nätet har oftast ingen neutralledare. Vid ett jordfel kan en fas ha hela 440 V mot skrovet.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Tre fasspänningsvisare 120 grader isär; linjespänningen U12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Linjespänningen är skillnaden mellan två fasvisare.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Visarna har samma längd och ligger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blir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som skillnaden mellan fasvisarna U1N och U2N med 120 grader mellan d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ombord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254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254 ≈ 440 V, fartygets vanliga huvudspänning.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stora faser, jämnt förskjutna.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vinkeln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vinkeln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1/f;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periodtiden, Δt tidsförskjutningen och φ vinkeln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periodtiden och sedan hur stor del av 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(huvudspänningen)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mellan en fas och neutralpunkten.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linjespänningen med √3 och skriv tydligt att svaret gäller mellan fas och 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är lika långa och ligger 120° isär. Skillnaden mellan dem är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mellan fas och neutral.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 – linjespänningen är inte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120 V mellan L1 och N, linje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,Y är spänningen över en lastgren i Y-koppling.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övningsrigg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Trefasriggen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trefasrigg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 i protokollet.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varje fas–jordvärde är 230 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 för linjespänningarna U12, U23, U31 och fasspänningen U1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Visarsumma: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−(I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A, exakt 120° isär.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Rita de tre visarna efter varandra, spets mot fot. Vad blir summan?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 A ligger 120° isär. Bestäm strömmen i neutralledaren (effektivvärde).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Nodlagen: Σ in = Σ ut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neutralledarens ström. Den för tillbaka strömmen från fas–neutral-lasterna.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de andra två ingenting.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mellan en fas och neutral tar 5,0 A. De två andra faserna är obelastade.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+ 2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storleken på summan av två visare. cos120° = −0,5 – glöm inte minustecknet.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120° isär,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uttrycket under roten och dra sedan roten ur.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på 10 A ligger 120° isär. Den tredje fasen är obelastad.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avvikelsen, oavsett tecken.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400, 402 och 398 V. Uppgiften använder ett enkelt mått på spridning.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medelvärdet, jämför varje mätvärde med det och använd den största skillnaden.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402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398 V. Beräkna medelvärdet och den största avvikelsen i procent av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neutralledaren går av hamnar de två lasterna i serie mellan två faser.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laster mellan fas och neutral. Fasledarna är hela, men den gemensamma neutralledaren är av.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och förklara varför laster med olika impedans då får olika stor del av spänningen.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laster, var och en mellan en fas och neutral, har en gemensam neutralledare. Neutralledaren går av. Varför kan spänningarna över lasterna ändras fast linjespänningen är densamma?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