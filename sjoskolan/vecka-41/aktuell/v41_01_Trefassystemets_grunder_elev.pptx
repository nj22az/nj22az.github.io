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3a8e2d82ffb45ba" Type="http://schemas.openxmlformats.org/officeDocument/2006/relationships/extended-properties" Target="docProps/app.xml"/><Relationship Id="Ra9165fb38ec945b7" Type="http://schemas.openxmlformats.org/package/2006/relationships/metadata/core-properties" Target="docProps/core.xml"/><Relationship Id="Re0233d350c064b7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a85370a754bde" Type="http://schemas.openxmlformats.org/officeDocument/2006/relationships/slide" Target="slides/slide25.xml"/><Relationship Id="R20c7cf01a4ea4c98" Type="http://schemas.openxmlformats.org/officeDocument/2006/relationships/slide" Target="slides/slide14.xml"/><Relationship Id="R24f9f86de40440e8" Type="http://schemas.openxmlformats.org/officeDocument/2006/relationships/slide" Target="slides/slide20.xml"/><Relationship Id="R25019b191bc84269" Type="http://schemas.openxmlformats.org/officeDocument/2006/relationships/slide" Target="slides/slide19.xml"/><Relationship Id="R2a2cdec22c834b98" Type="http://schemas.openxmlformats.org/officeDocument/2006/relationships/slide" Target="slides/slide3.xml"/><Relationship Id="R2bea23c6150c43fb" Type="http://schemas.openxmlformats.org/officeDocument/2006/relationships/tableStyles" Target="tableStyles.xml"/><Relationship Id="R346b9636152045cb" Type="http://schemas.openxmlformats.org/officeDocument/2006/relationships/slide" Target="slides/slide21.xml"/><Relationship Id="R4182ca127e9c427e" Type="http://schemas.openxmlformats.org/officeDocument/2006/relationships/slide" Target="slides/slide10.xml"/><Relationship Id="R487f2c79ac174d75" Type="http://schemas.openxmlformats.org/officeDocument/2006/relationships/slide" Target="slides/slide32.xml"/><Relationship Id="R49a4d594aa9e4aff" Type="http://schemas.openxmlformats.org/officeDocument/2006/relationships/slide" Target="slides/slide12.xml"/><Relationship Id="R4b64f7a8cfc842e7" Type="http://schemas.openxmlformats.org/officeDocument/2006/relationships/slide" Target="slides/slide8.xml"/><Relationship Id="R4eb1d43283164661" Type="http://schemas.openxmlformats.org/officeDocument/2006/relationships/slide" Target="slides/slide33.xml"/><Relationship Id="R504ab91c415c424b" Type="http://schemas.openxmlformats.org/officeDocument/2006/relationships/presProps" Target="presProps.xml"/><Relationship Id="R5d76d65898624b48" Type="http://schemas.openxmlformats.org/officeDocument/2006/relationships/slide" Target="slides/slide34.xml"/><Relationship Id="R5e1718ba2ceb47fb" Type="http://schemas.openxmlformats.org/officeDocument/2006/relationships/theme" Target="theme/theme1.xml"/><Relationship Id="R665842db886d4eb1" Type="http://schemas.openxmlformats.org/officeDocument/2006/relationships/slide" Target="slides/slide1.xml"/><Relationship Id="R6d9894b47cd6493f" Type="http://schemas.openxmlformats.org/officeDocument/2006/relationships/slide" Target="slides/slide35.xml"/><Relationship Id="R71df9c7675d14d95" Type="http://schemas.openxmlformats.org/officeDocument/2006/relationships/slide" Target="slides/slide7.xml"/><Relationship Id="R724ea0401f0e4a48" Type="http://schemas.openxmlformats.org/officeDocument/2006/relationships/slide" Target="slides/slide11.xml"/><Relationship Id="R7b98f300e7b84529" Type="http://schemas.openxmlformats.org/officeDocument/2006/relationships/viewProps" Target="viewProps.xml"/><Relationship Id="R7cfad43892f54b7e" Type="http://schemas.openxmlformats.org/officeDocument/2006/relationships/slide" Target="slides/slide5.xml"/><Relationship Id="R89c95cdde17b4f7e" Type="http://schemas.openxmlformats.org/officeDocument/2006/relationships/slideMaster" Target="slideMasters/slideMaster1.xml"/><Relationship Id="R8c94bb099a404bcc" Type="http://schemas.openxmlformats.org/officeDocument/2006/relationships/slide" Target="slides/slide24.xml"/><Relationship Id="R8df5fff5312549ff" Type="http://schemas.openxmlformats.org/officeDocument/2006/relationships/slide" Target="slides/slide29.xml"/><Relationship Id="Ra52b58f94fd34c7e" Type="http://schemas.openxmlformats.org/officeDocument/2006/relationships/slide" Target="slides/slide6.xml"/><Relationship Id="Ra8c63b5896ea4ae3" Type="http://schemas.openxmlformats.org/officeDocument/2006/relationships/slide" Target="slides/slide2.xml"/><Relationship Id="Rabecb13646ac484e" Type="http://schemas.openxmlformats.org/officeDocument/2006/relationships/slide" Target="slides/slide15.xml"/><Relationship Id="Rc263b28ee0b64a25" Type="http://schemas.openxmlformats.org/officeDocument/2006/relationships/slide" Target="slides/slide27.xml"/><Relationship Id="Rc330078708244643" Type="http://schemas.openxmlformats.org/officeDocument/2006/relationships/slide" Target="slides/slide30.xml"/><Relationship Id="Rcbfa32b5ca7241f0" Type="http://schemas.openxmlformats.org/officeDocument/2006/relationships/slide" Target="slides/slide26.xml"/><Relationship Id="Rcc429961e809416f" Type="http://schemas.openxmlformats.org/officeDocument/2006/relationships/slide" Target="slides/slide31.xml"/><Relationship Id="Rcec2c76468bc43f9" Type="http://schemas.openxmlformats.org/officeDocument/2006/relationships/slide" Target="slides/slide22.xml"/><Relationship Id="Rd0a14e57beac4a69" Type="http://schemas.openxmlformats.org/officeDocument/2006/relationships/slide" Target="slides/slide28.xml"/><Relationship Id="Rd682e9f72fa94b5c" Type="http://schemas.openxmlformats.org/officeDocument/2006/relationships/slide" Target="slides/slide23.xml"/><Relationship Id="Rd71963051279478c" Type="http://schemas.openxmlformats.org/officeDocument/2006/relationships/slide" Target="slides/slide13.xml"/><Relationship Id="Rd9e502d1782a4b85" Type="http://schemas.openxmlformats.org/officeDocument/2006/relationships/slide" Target="slides/slide16.xml"/><Relationship Id="Rda38edb0074042f2" Type="http://schemas.openxmlformats.org/officeDocument/2006/relationships/slide" Target="slides/slide9.xml"/><Relationship Id="Rea5d1744f1d8449c" Type="http://schemas.openxmlformats.org/officeDocument/2006/relationships/slide" Target="slides/slide4.xml"/><Relationship Id="Reb8a9d9dcc3647fe" Type="http://schemas.openxmlformats.org/officeDocument/2006/relationships/slide" Target="slides/slide36.xml"/><Relationship Id="Rf34de09423ed4bf3" Type="http://schemas.openxmlformats.org/officeDocument/2006/relationships/slide" Target="slides/slide17.xml"/><Relationship Id="Rfe2d7bec7a9445cc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cb220eec53844be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b17680ed79e41a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8f19e8904514d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60cf4e0548147c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3dc2986fcac46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e4b54f108b04d2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414f6cc74d3433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7c1a9fe2aa946d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33618addacd489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ad4caaaea7b415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fdd1969403243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935948fbb904188" Type="http://schemas.openxmlformats.org/officeDocument/2006/relationships/theme" Target="theme/theme2.xml"/><Relationship Id="R2ef759fcf06d44db" Type="http://schemas.openxmlformats.org/officeDocument/2006/relationships/slideLayout" Target="../slideLayouts/slideLayout9.xml"/><Relationship Id="R3fe9df1db8364f6b" Type="http://schemas.openxmlformats.org/officeDocument/2006/relationships/slideLayout" Target="../slideLayouts/slideLayout11.xml"/><Relationship Id="R460a7ea4f98d4347" Type="http://schemas.openxmlformats.org/officeDocument/2006/relationships/slideLayout" Target="../slideLayouts/slideLayout8.xml"/><Relationship Id="R4d540e29486f4dec" Type="http://schemas.openxmlformats.org/officeDocument/2006/relationships/slideLayout" Target="../slideLayouts/slideLayout1.xml"/><Relationship Id="R543938406f0f4300" Type="http://schemas.openxmlformats.org/officeDocument/2006/relationships/slideLayout" Target="../slideLayouts/slideLayout4.xml"/><Relationship Id="R8e5a2ac191b14a8c" Type="http://schemas.openxmlformats.org/officeDocument/2006/relationships/slideLayout" Target="../slideLayouts/slideLayout10.xml"/><Relationship Id="R9a82488ed34f4eda" Type="http://schemas.openxmlformats.org/officeDocument/2006/relationships/slideLayout" Target="../slideLayouts/slideLayout5.xml"/><Relationship Id="Rb2ec441616454240" Type="http://schemas.openxmlformats.org/officeDocument/2006/relationships/slideLayout" Target="../slideLayouts/slideLayout3.xml"/><Relationship Id="Rb5ad804e310e4886" Type="http://schemas.openxmlformats.org/officeDocument/2006/relationships/slideLayout" Target="../slideLayouts/slideLayout7.xml"/><Relationship Id="Reb9b36613b354d3b" Type="http://schemas.openxmlformats.org/officeDocument/2006/relationships/slideLayout" Target="../slideLayouts/slideLayout6.xml"/><Relationship Id="Rf2a6d551c87a4b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32163297534445" Type="http://schemas.openxmlformats.org/officeDocument/2006/relationships/slideLayout" Target="../slideLayouts/slideLayout1.xml"/><Relationship Id="R51ca39aa19de4d59" Type="http://schemas.openxmlformats.org/officeDocument/2006/relationships/image" Target="../media/image.jpeg"/><Relationship Id="R523b38ebcbad402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ef7154b9d1b406e" Type="http://schemas.openxmlformats.org/officeDocument/2006/relationships/slideLayout" Target="../slideLayouts/slideLayout1.xml"/><Relationship Id="Rad60d5bc5059495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2f6dfe5a495241c0" Type="http://schemas.openxmlformats.org/officeDocument/2006/relationships/image" Target="../media/image.jpeg"/><Relationship Id="Rdbb051c8094b426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d35b69c5954d98" Type="http://schemas.openxmlformats.org/officeDocument/2006/relationships/slideLayout" Target="../slideLayouts/slideLayout1.xml"/><Relationship Id="R30efdc0151e3489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cfb47a701d24df1" Type="http://schemas.openxmlformats.org/officeDocument/2006/relationships/image" Target="../media/image.jpeg"/><Relationship Id="R23eab804e3d3480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79a7e59433f48c5" Type="http://schemas.openxmlformats.org/officeDocument/2006/relationships/image" Target="../media/image.jpeg"/><Relationship Id="Rb3f478e257984d20" Type="http://schemas.openxmlformats.org/officeDocument/2006/relationships/chart" Target="charts/chart1.xml"/><Relationship Id="Rb8301a7e805f4604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98f057f410b472a" Type="http://schemas.openxmlformats.org/officeDocument/2006/relationships/image" Target="../media/image.jpeg"/><Relationship Id="Raee5b86f94d643a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8b4db952aa1b42be" Type="http://schemas.openxmlformats.org/officeDocument/2006/relationships/slideLayout" Target="../slideLayouts/slideLayout1.xml"/><Relationship Id="R92f277031f47428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125b1fdd5754108" Type="http://schemas.openxmlformats.org/officeDocument/2006/relationships/slideLayout" Target="../slideLayouts/slideLayout1.xml"/><Relationship Id="Ra7c44849b49d48cd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059879e6b2e043ab" Type="http://schemas.openxmlformats.org/officeDocument/2006/relationships/image" Target="../media/image.jpeg"/><Relationship Id="Re2f3064cda56439f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83f437c900c94101" Type="http://schemas.openxmlformats.org/officeDocument/2006/relationships/image" Target="../media/image.jpeg"/><Relationship Id="Rc1d106d76212446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33a82c75ed5f4367" Type="http://schemas.openxmlformats.org/officeDocument/2006/relationships/slideLayout" Target="../slideLayouts/slideLayout1.xml"/><Relationship Id="Rfa7c7f2340954429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f43e66d0a549b5" Type="http://schemas.openxmlformats.org/officeDocument/2006/relationships/image" Target="../media/image.jpeg"/><Relationship Id="Rc1a13cefad134af4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c775055bb4e4439" Type="http://schemas.openxmlformats.org/officeDocument/2006/relationships/slideLayout" Target="../slideLayouts/slideLayout1.xml"/><Relationship Id="Rcf1e0d9739c84bee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9ed73d65d41f3" Type="http://schemas.openxmlformats.org/officeDocument/2006/relationships/image" Target="../media/image.jpeg"/><Relationship Id="R7a154a678c604209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aa86940ae75c4202" Type="http://schemas.openxmlformats.org/officeDocument/2006/relationships/slideLayout" Target="../slideLayouts/slideLayout1.xml"/><Relationship Id="Rdb77915b090840af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58b9178bf374771" Type="http://schemas.openxmlformats.org/officeDocument/2006/relationships/image" Target="../media/image.jpeg"/><Relationship Id="Re63c2e807f004dfb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66a18af560f643ce" Type="http://schemas.openxmlformats.org/officeDocument/2006/relationships/image" Target="../media/image.jpeg"/><Relationship Id="Re3085969c5664e3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66473a7484064b72" Type="http://schemas.openxmlformats.org/officeDocument/2006/relationships/image" Target="../media/image.jpeg"/><Relationship Id="R85e6f33aee6940b9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3a7e2e8bd45b42e7" Type="http://schemas.openxmlformats.org/officeDocument/2006/relationships/slideLayout" Target="../slideLayouts/slideLayout1.xml"/><Relationship Id="Rd846df26c79f4d3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79010e09a9964b79" Type="http://schemas.openxmlformats.org/officeDocument/2006/relationships/image" Target="../media/image.jpeg"/><Relationship Id="Rf55bc612f5f24ab4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4ff8efc8d6c741f6" Type="http://schemas.openxmlformats.org/officeDocument/2006/relationships/image" Target="../media/image.jpeg"/><Relationship Id="Rec99b3768d4b4b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0fe207c631fd44b4" Type="http://schemas.openxmlformats.org/officeDocument/2006/relationships/slideLayout" Target="../slideLayouts/slideLayout1.xml"/><Relationship Id="Rc8304497e56e4e8f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2a456ad71cd548f5" Type="http://schemas.openxmlformats.org/officeDocument/2006/relationships/slideLayout" Target="../slideLayouts/slideLayout1.xml"/><Relationship Id="Rc1a087cf49b34fe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9865d370ba148aa" Type="http://schemas.openxmlformats.org/officeDocument/2006/relationships/slideLayout" Target="../slideLayouts/slideLayout1.xml"/><Relationship Id="R7958dd9d80da4f08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b1c7650487d41e9" Type="http://schemas.openxmlformats.org/officeDocument/2006/relationships/image" Target="../media/image.jpeg"/><Relationship Id="Raa44657b458641d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02b3c81e17bf4ed4" Type="http://schemas.openxmlformats.org/officeDocument/2006/relationships/image" Target="../media/image.jpeg"/><Relationship Id="R5e067b757cdd423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67cd468331094a46" Type="http://schemas.openxmlformats.org/officeDocument/2006/relationships/slideLayout" Target="../slideLayouts/slideLayout1.xml"/><Relationship Id="Rfe551daf7da84bbe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892bd3f740a543f3" Type="http://schemas.openxmlformats.org/officeDocument/2006/relationships/slideLayout" Target="../slideLayouts/slideLayout1.xml"/><Relationship Id="R9a3d9541cca948a7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6f13185502a54c1b" Type="http://schemas.openxmlformats.org/officeDocument/2006/relationships/slideLayout" Target="../slideLayouts/slideLayout1.xml"/><Relationship Id="R9a16362ae9c54e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91c1684125ac4e1f" Type="http://schemas.openxmlformats.org/officeDocument/2006/relationships/slideLayout" Target="../slideLayouts/slideLayout1.xml"/><Relationship Id="Rb9e4865ffaf549c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16f9bad98cd4e9e" Type="http://schemas.openxmlformats.org/officeDocument/2006/relationships/slideLayout" Target="../slideLayouts/slideLayout1.xml"/><Relationship Id="R814e746d7c5d43a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0b512f17cf6f4ad2" Type="http://schemas.openxmlformats.org/officeDocument/2006/relationships/image" Target="../media/image.jpeg"/><Relationship Id="R4b9708fa27c9429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3f726abba9e4941" Type="http://schemas.openxmlformats.org/officeDocument/2006/relationships/image" Target="../media/image.jpeg"/><Relationship Id="Rbfa0f714dca34287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73898359414a4c0f" Type="http://schemas.openxmlformats.org/officeDocument/2006/relationships/slideLayout" Target="../slideLayouts/slideLayout1.xml"/><Relationship Id="Ra77da0f492db4f86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8d131ae885247af" Type="http://schemas.openxmlformats.org/officeDocument/2006/relationships/image" Target="../media/image.jpeg"/><Relationship Id="R345452606f644d66" Type="http://schemas.openxmlformats.org/officeDocument/2006/relationships/hyperlink" Target="https://www.electrical-installation.org/enwiki/Installed_apparent_power_%28kVA%29" TargetMode="External"/><Relationship Id="R51daa7a292ba4986" Type="http://schemas.openxmlformats.org/officeDocument/2006/relationships/hyperlink" Target="https://openstax.org/books/university-physics-volume-2/pages/15-2-simple-ac-circuits" TargetMode="External"/><Relationship Id="R870485b5b06d432d" Type="http://schemas.openxmlformats.org/officeDocument/2006/relationships/slideLayout" Target="../slideLayouts/slideLayout1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L1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Data'!$B$2:$B$82</c:f>
              <c:numCache>
                <c:formatCode>0</c:formatCode>
                <c:ptCount val="81"/>
                <c:pt idx="0">
                  <c:v>0</c:v>
                </c:pt>
                <c:pt idx="1">
                  <c:v>0.0784590957278449</c:v>
                </c:pt>
                <c:pt idx="2">
                  <c:v>0.156434465040231</c:v>
                </c:pt>
                <c:pt idx="3">
                  <c:v>0.233445363855905</c:v>
                </c:pt>
                <c:pt idx="4">
                  <c:v>0.309016994374947</c:v>
                </c:pt>
                <c:pt idx="5">
                  <c:v>0.38268343236509</c:v>
                </c:pt>
                <c:pt idx="6">
                  <c:v>0.453990499739547</c:v>
                </c:pt>
                <c:pt idx="7">
                  <c:v>0.522498564715949</c:v>
                </c:pt>
                <c:pt idx="8">
                  <c:v>0.587785252292473</c:v>
                </c:pt>
                <c:pt idx="9">
                  <c:v>0.649448048330184</c:v>
                </c:pt>
                <c:pt idx="10">
                  <c:v>0.707106781186547</c:v>
                </c:pt>
                <c:pt idx="11">
                  <c:v>0.760405965600031</c:v>
                </c:pt>
                <c:pt idx="12">
                  <c:v>0.809016994374947</c:v>
                </c:pt>
                <c:pt idx="13">
                  <c:v>0.852640164354092</c:v>
                </c:pt>
                <c:pt idx="14">
                  <c:v>0.891006524188368</c:v>
                </c:pt>
                <c:pt idx="15">
                  <c:v>0.923879532511287</c:v>
                </c:pt>
                <c:pt idx="16">
                  <c:v>0.951056516295154</c:v>
                </c:pt>
                <c:pt idx="17">
                  <c:v>0.972369920397677</c:v>
                </c:pt>
                <c:pt idx="18">
                  <c:v>0.987688340595138</c:v>
                </c:pt>
                <c:pt idx="19">
                  <c:v>0.996917333733128</c:v>
                </c:pt>
                <c:pt idx="20">
                  <c:v>1</c:v>
                </c:pt>
                <c:pt idx="21">
                  <c:v>0.996917333733128</c:v>
                </c:pt>
                <c:pt idx="22">
                  <c:v>0.987688340595138</c:v>
                </c:pt>
                <c:pt idx="23">
                  <c:v>0.972369920397677</c:v>
                </c:pt>
                <c:pt idx="24">
                  <c:v>0.951056516295154</c:v>
                </c:pt>
                <c:pt idx="25">
                  <c:v>0.923879532511287</c:v>
                </c:pt>
                <c:pt idx="26">
                  <c:v>0.891006524188368</c:v>
                </c:pt>
                <c:pt idx="27">
                  <c:v>0.852640164354092</c:v>
                </c:pt>
                <c:pt idx="28">
                  <c:v>0.809016994374947</c:v>
                </c:pt>
                <c:pt idx="29">
                  <c:v>0.760405965600031</c:v>
                </c:pt>
                <c:pt idx="30">
                  <c:v>0.707106781186548</c:v>
                </c:pt>
                <c:pt idx="31">
                  <c:v>0.649448048330184</c:v>
                </c:pt>
                <c:pt idx="32">
                  <c:v>0.587785252292473</c:v>
                </c:pt>
                <c:pt idx="33">
                  <c:v>0.522498564715949</c:v>
                </c:pt>
                <c:pt idx="34">
                  <c:v>0.453990499739547</c:v>
                </c:pt>
                <c:pt idx="35">
                  <c:v>0.38268343236509</c:v>
                </c:pt>
                <c:pt idx="36">
                  <c:v>0.309016994374948</c:v>
                </c:pt>
                <c:pt idx="37">
                  <c:v>0.233445363855906</c:v>
                </c:pt>
                <c:pt idx="38">
                  <c:v>0.156434465040231</c:v>
                </c:pt>
                <c:pt idx="39">
                  <c:v>0.0784590957278451</c:v>
                </c:pt>
                <c:pt idx="40">
                  <c:v>1.22464679914735e-16</c:v>
                </c:pt>
                <c:pt idx="41">
                  <c:v>-0.0784590957278444</c:v>
                </c:pt>
                <c:pt idx="42">
                  <c:v>-0.156434465040231</c:v>
                </c:pt>
                <c:pt idx="43">
                  <c:v>-0.233445363855905</c:v>
                </c:pt>
                <c:pt idx="44">
                  <c:v>-0.309016994374947</c:v>
                </c:pt>
                <c:pt idx="45">
                  <c:v>-0.38268343236509</c:v>
                </c:pt>
                <c:pt idx="46">
                  <c:v>-0.453990499739547</c:v>
                </c:pt>
                <c:pt idx="47">
                  <c:v>-0.522498564715949</c:v>
                </c:pt>
                <c:pt idx="48">
                  <c:v>-0.587785252292473</c:v>
                </c:pt>
                <c:pt idx="49">
                  <c:v>-0.649448048330183</c:v>
                </c:pt>
                <c:pt idx="50">
                  <c:v>-0.707106781186547</c:v>
                </c:pt>
                <c:pt idx="51">
                  <c:v>-0.760405965600031</c:v>
                </c:pt>
                <c:pt idx="52">
                  <c:v>-0.809016994374947</c:v>
                </c:pt>
                <c:pt idx="53">
                  <c:v>-0.852640164354092</c:v>
                </c:pt>
                <c:pt idx="54">
                  <c:v>-0.891006524188368</c:v>
                </c:pt>
                <c:pt idx="55">
                  <c:v>-0.923879532511287</c:v>
                </c:pt>
                <c:pt idx="56">
                  <c:v>-0.951056516295154</c:v>
                </c:pt>
                <c:pt idx="57">
                  <c:v>-0.972369920397676</c:v>
                </c:pt>
                <c:pt idx="58">
                  <c:v>-0.987688340595138</c:v>
                </c:pt>
                <c:pt idx="59">
                  <c:v>-0.996917333733128</c:v>
                </c:pt>
                <c:pt idx="60">
                  <c:v>-1</c:v>
                </c:pt>
                <c:pt idx="61">
                  <c:v>-0.996917333733128</c:v>
                </c:pt>
                <c:pt idx="62">
                  <c:v>-0.987688340595138</c:v>
                </c:pt>
                <c:pt idx="63">
                  <c:v>-0.972369920397677</c:v>
                </c:pt>
                <c:pt idx="64">
                  <c:v>-0.951056516295154</c:v>
                </c:pt>
                <c:pt idx="65">
                  <c:v>-0.923879532511287</c:v>
                </c:pt>
                <c:pt idx="66">
                  <c:v>-0.891006524188368</c:v>
                </c:pt>
                <c:pt idx="67">
                  <c:v>-0.852640164354093</c:v>
                </c:pt>
                <c:pt idx="68">
                  <c:v>-0.809016994374948</c:v>
                </c:pt>
                <c:pt idx="69">
                  <c:v>-0.760405965600031</c:v>
                </c:pt>
                <c:pt idx="70">
                  <c:v>-0.707106781186548</c:v>
                </c:pt>
                <c:pt idx="71">
                  <c:v>-0.649448048330183</c:v>
                </c:pt>
                <c:pt idx="72">
                  <c:v>-0.587785252292473</c:v>
                </c:pt>
                <c:pt idx="73">
                  <c:v>-0.522498564715949</c:v>
                </c:pt>
                <c:pt idx="74">
                  <c:v>-0.453990499739547</c:v>
                </c:pt>
                <c:pt idx="75">
                  <c:v>-0.38268343236509</c:v>
                </c:pt>
                <c:pt idx="76">
                  <c:v>-0.309016994374948</c:v>
                </c:pt>
                <c:pt idx="77">
                  <c:v>-0.233445363855905</c:v>
                </c:pt>
                <c:pt idx="78">
                  <c:v>-0.156434465040231</c:v>
                </c:pt>
                <c:pt idx="79">
                  <c:v>-0.0784590957278447</c:v>
                </c:pt>
                <c:pt idx="80">
                  <c:v>-2.44929359829471e-16</c:v>
                </c:pt>
              </c:numCache>
            </c:numRef>
          </c:yVal>
        </c:ser>
        <c:ser>
          <c:idx val="1"/>
          <c:order val="1"/>
          <c:tx>
            <c:v>L2</c:v>
          </c:tx>
          <c:spPr>
            <a:ln xmlns:a="http://schemas.openxmlformats.org/drawingml/2006/main" w="23813">
              <a:solidFill>
                <a:srgbClr val="B44C21"/>
              </a:solidFill>
            </a:ln>
          </c:spPr>
          <c:marker>
            <c:symbol val="none"/>
          </c:marker>
          <c:xVal>
            <c:numRef>
              <c:f>'Chart Data'!$C$2:$C$82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Data'!$D$2:$D$82</c:f>
              <c:numCache>
                <c:formatCode>0</c:formatCode>
                <c:ptCount val="81"/>
                <c:pt idx="0">
                  <c:v>-0.866025403784439</c:v>
                </c:pt>
                <c:pt idx="1">
                  <c:v>-0.902585284349861</c:v>
                </c:pt>
                <c:pt idx="2">
                  <c:v>-0.933580426497202</c:v>
                </c:pt>
                <c:pt idx="3">
                  <c:v>-0.958819734868193</c:v>
                </c:pt>
                <c:pt idx="4">
                  <c:v>-0.978147600733806</c:v>
                </c:pt>
                <c:pt idx="5">
                  <c:v>-0.99144486137381</c:v>
                </c:pt>
                <c:pt idx="6">
                  <c:v>-0.998629534754574</c:v>
                </c:pt>
                <c:pt idx="7">
                  <c:v>-0.999657324975557</c:v>
                </c:pt>
                <c:pt idx="8">
                  <c:v>-0.994521895368273</c:v>
                </c:pt>
                <c:pt idx="9">
                  <c:v>-0.983254907563955</c:v>
                </c:pt>
                <c:pt idx="10">
                  <c:v>-0.965925826289068</c:v>
                </c:pt>
                <c:pt idx="11">
                  <c:v>-0.942641491092178</c:v>
                </c:pt>
                <c:pt idx="12">
                  <c:v>-0.913545457642601</c:v>
                </c:pt>
                <c:pt idx="13">
                  <c:v>-0.878817112661965</c:v>
                </c:pt>
                <c:pt idx="14">
                  <c:v>-0.838670567945424</c:v>
                </c:pt>
                <c:pt idx="15">
                  <c:v>-0.793353340291235</c:v>
                </c:pt>
                <c:pt idx="16">
                  <c:v>-0.743144825477394</c:v>
                </c:pt>
                <c:pt idx="17">
                  <c:v>-0.688354575693754</c:v>
                </c:pt>
                <c:pt idx="18">
                  <c:v>-0.629320391049837</c:v>
                </c:pt>
                <c:pt idx="19">
                  <c:v>-0.566406236924833</c:v>
                </c:pt>
                <c:pt idx="20">
                  <c:v>-0.5</c:v>
                </c:pt>
                <c:pt idx="21">
                  <c:v>-0.430511096808295</c:v>
                </c:pt>
                <c:pt idx="22">
                  <c:v>-0.3583679495453</c:v>
                </c:pt>
                <c:pt idx="23">
                  <c:v>-0.284015344703922</c:v>
                </c:pt>
                <c:pt idx="24">
                  <c:v>-0.207911690817759</c:v>
                </c:pt>
                <c:pt idx="25">
                  <c:v>-0.130526192220051</c:v>
                </c:pt>
                <c:pt idx="26">
                  <c:v>-0.0523359562429437</c:v>
                </c:pt>
                <c:pt idx="27">
                  <c:v>0.0261769483078733</c:v>
                </c:pt>
                <c:pt idx="28">
                  <c:v>0.104528463267654</c:v>
                </c:pt>
                <c:pt idx="29">
                  <c:v>0.182235525492148</c:v>
                </c:pt>
                <c:pt idx="30">
                  <c:v>0.258819045102521</c:v>
                </c:pt>
                <c:pt idx="31">
                  <c:v>0.333806859233771</c:v>
                </c:pt>
                <c:pt idx="32">
                  <c:v>0.4067366430758</c:v>
                </c:pt>
                <c:pt idx="33">
                  <c:v>0.477158760259609</c:v>
                </c:pt>
                <c:pt idx="34">
                  <c:v>0.544639035015027</c:v>
                </c:pt>
                <c:pt idx="35">
                  <c:v>0.608761429008721</c:v>
                </c:pt>
                <c:pt idx="36">
                  <c:v>0.669130606358858</c:v>
                </c:pt>
                <c:pt idx="37">
                  <c:v>0.725374371012288</c:v>
                </c:pt>
                <c:pt idx="38">
                  <c:v>0.777145961456971</c:v>
                </c:pt>
                <c:pt idx="39">
                  <c:v>0.824126188622016</c:v>
                </c:pt>
                <c:pt idx="40">
                  <c:v>0.866025403784439</c:v>
                </c:pt>
                <c:pt idx="41">
                  <c:v>0.902585284349861</c:v>
                </c:pt>
                <c:pt idx="42">
                  <c:v>0.933580426497202</c:v>
                </c:pt>
                <c:pt idx="43">
                  <c:v>0.958819734868193</c:v>
                </c:pt>
                <c:pt idx="44">
                  <c:v>0.978147600733806</c:v>
                </c:pt>
                <c:pt idx="45">
                  <c:v>0.99144486137381</c:v>
                </c:pt>
                <c:pt idx="46">
                  <c:v>0.998629534754574</c:v>
                </c:pt>
                <c:pt idx="47">
                  <c:v>0.999657324975557</c:v>
                </c:pt>
                <c:pt idx="48">
                  <c:v>0.994521895368273</c:v>
                </c:pt>
                <c:pt idx="49">
                  <c:v>0.983254907563955</c:v>
                </c:pt>
                <c:pt idx="50">
                  <c:v>0.965925826289068</c:v>
                </c:pt>
                <c:pt idx="51">
                  <c:v>0.942641491092179</c:v>
                </c:pt>
                <c:pt idx="52">
                  <c:v>0.913545457642601</c:v>
                </c:pt>
                <c:pt idx="53">
                  <c:v>0.878817112661965</c:v>
                </c:pt>
                <c:pt idx="54">
                  <c:v>0.838670567945424</c:v>
                </c:pt>
                <c:pt idx="55">
                  <c:v>0.793353340291235</c:v>
                </c:pt>
                <c:pt idx="56">
                  <c:v>0.743144825477394</c:v>
                </c:pt>
                <c:pt idx="57">
                  <c:v>0.688354575693754</c:v>
                </c:pt>
                <c:pt idx="58">
                  <c:v>0.629320391049837</c:v>
                </c:pt>
                <c:pt idx="59">
                  <c:v>0.566406236924833</c:v>
                </c:pt>
                <c:pt idx="60">
                  <c:v>0.5</c:v>
                </c:pt>
                <c:pt idx="61">
                  <c:v>0.430511096808295</c:v>
                </c:pt>
                <c:pt idx="62">
                  <c:v>0.3583679495453</c:v>
                </c:pt>
                <c:pt idx="63">
                  <c:v>0.284015344703922</c:v>
                </c:pt>
                <c:pt idx="64">
                  <c:v>0.207911690817759</c:v>
                </c:pt>
                <c:pt idx="65">
                  <c:v>0.130526192220052</c:v>
                </c:pt>
                <c:pt idx="66">
                  <c:v>0.0523359562429438</c:v>
                </c:pt>
                <c:pt idx="67">
                  <c:v>-0.0261769483078727</c:v>
                </c:pt>
                <c:pt idx="68">
                  <c:v>-0.104528463267653</c:v>
                </c:pt>
                <c:pt idx="69">
                  <c:v>-0.182235525492148</c:v>
                </c:pt>
                <c:pt idx="70">
                  <c:v>-0.258819045102521</c:v>
                </c:pt>
                <c:pt idx="71">
                  <c:v>-0.333806859233771</c:v>
                </c:pt>
                <c:pt idx="72">
                  <c:v>-0.4067366430758</c:v>
                </c:pt>
                <c:pt idx="73">
                  <c:v>-0.477158760259608</c:v>
                </c:pt>
                <c:pt idx="74">
                  <c:v>-0.544639035015027</c:v>
                </c:pt>
                <c:pt idx="75">
                  <c:v>-0.60876142900872</c:v>
                </c:pt>
                <c:pt idx="76">
                  <c:v>-0.669130606358858</c:v>
                </c:pt>
                <c:pt idx="77">
                  <c:v>-0.725374371012288</c:v>
                </c:pt>
                <c:pt idx="78">
                  <c:v>-0.777145961456971</c:v>
                </c:pt>
                <c:pt idx="79">
                  <c:v>-0.824126188622016</c:v>
                </c:pt>
                <c:pt idx="80">
                  <c:v>-0.866025403784439</c:v>
                </c:pt>
              </c:numCache>
            </c:numRef>
          </c:yVal>
        </c:ser>
        <c:ser>
          <c:idx val="2"/>
          <c:order val="2"/>
          <c:tx>
            <c:v>L3</c:v>
          </c:tx>
          <c:spPr>
            <a:ln xmlns:a="http://schemas.openxmlformats.org/drawingml/2006/main" w="23813">
              <a:solidFill>
                <a:srgbClr val="267044"/>
              </a:solidFill>
            </a:ln>
          </c:spPr>
          <c:marker>
            <c:symbol val="none"/>
          </c:marker>
          <c:xVal>
            <c:numRef>
              <c:f>'Chart Data'!$E$2:$E$82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Data'!$F$2:$F$82</c:f>
              <c:numCache>
                <c:formatCode>0</c:formatCode>
                <c:ptCount val="81"/>
                <c:pt idx="0">
                  <c:v>0.866025403784439</c:v>
                </c:pt>
                <c:pt idx="1">
                  <c:v>0.824126188622016</c:v>
                </c:pt>
                <c:pt idx="2">
                  <c:v>0.777145961456971</c:v>
                </c:pt>
                <c:pt idx="3">
                  <c:v>0.725374371012288</c:v>
                </c:pt>
                <c:pt idx="4">
                  <c:v>0.669130606358858</c:v>
                </c:pt>
                <c:pt idx="5">
                  <c:v>0.608761429008721</c:v>
                </c:pt>
                <c:pt idx="6">
                  <c:v>0.544639035015027</c:v>
                </c:pt>
                <c:pt idx="7">
                  <c:v>0.477158760259609</c:v>
                </c:pt>
                <c:pt idx="8">
                  <c:v>0.4067366430758</c:v>
                </c:pt>
                <c:pt idx="9">
                  <c:v>0.333806859233771</c:v>
                </c:pt>
                <c:pt idx="10">
                  <c:v>0.258819045102521</c:v>
                </c:pt>
                <c:pt idx="11">
                  <c:v>0.182235525492148</c:v>
                </c:pt>
                <c:pt idx="12">
                  <c:v>0.104528463267654</c:v>
                </c:pt>
                <c:pt idx="13">
                  <c:v>0.0261769483078734</c:v>
                </c:pt>
                <c:pt idx="14">
                  <c:v>-0.0523359562429436</c:v>
                </c:pt>
                <c:pt idx="15">
                  <c:v>-0.130526192220051</c:v>
                </c:pt>
                <c:pt idx="16">
                  <c:v>-0.207911690817759</c:v>
                </c:pt>
                <c:pt idx="17">
                  <c:v>-0.284015344703922</c:v>
                </c:pt>
                <c:pt idx="18">
                  <c:v>-0.3583679495453</c:v>
                </c:pt>
                <c:pt idx="19">
                  <c:v>-0.430511096808295</c:v>
                </c:pt>
                <c:pt idx="20">
                  <c:v>-0.5</c:v>
                </c:pt>
                <c:pt idx="21">
                  <c:v>-0.566406236924833</c:v>
                </c:pt>
                <c:pt idx="22">
                  <c:v>-0.629320391049837</c:v>
                </c:pt>
                <c:pt idx="23">
                  <c:v>-0.688354575693754</c:v>
                </c:pt>
                <c:pt idx="24">
                  <c:v>-0.743144825477394</c:v>
                </c:pt>
                <c:pt idx="25">
                  <c:v>-0.793353340291235</c:v>
                </c:pt>
                <c:pt idx="26">
                  <c:v>-0.838670567945424</c:v>
                </c:pt>
                <c:pt idx="27">
                  <c:v>-0.878817112661965</c:v>
                </c:pt>
                <c:pt idx="28">
                  <c:v>-0.913545457642601</c:v>
                </c:pt>
                <c:pt idx="29">
                  <c:v>-0.942641491092178</c:v>
                </c:pt>
                <c:pt idx="30">
                  <c:v>-0.965925826289068</c:v>
                </c:pt>
                <c:pt idx="31">
                  <c:v>-0.983254907563955</c:v>
                </c:pt>
                <c:pt idx="32">
                  <c:v>-0.994521895368273</c:v>
                </c:pt>
                <c:pt idx="33">
                  <c:v>-0.999657324975557</c:v>
                </c:pt>
                <c:pt idx="34">
                  <c:v>-0.998629534754574</c:v>
                </c:pt>
                <c:pt idx="35">
                  <c:v>-0.99144486137381</c:v>
                </c:pt>
                <c:pt idx="36">
                  <c:v>-0.978147600733806</c:v>
                </c:pt>
                <c:pt idx="37">
                  <c:v>-0.958819734868193</c:v>
                </c:pt>
                <c:pt idx="38">
                  <c:v>-0.933580426497202</c:v>
                </c:pt>
                <c:pt idx="39">
                  <c:v>-0.902585284349861</c:v>
                </c:pt>
                <c:pt idx="40">
                  <c:v>-0.866025403784439</c:v>
                </c:pt>
                <c:pt idx="41">
                  <c:v>-0.824126188622016</c:v>
                </c:pt>
                <c:pt idx="42">
                  <c:v>-0.777145961456971</c:v>
                </c:pt>
                <c:pt idx="43">
                  <c:v>-0.725374371012288</c:v>
                </c:pt>
                <c:pt idx="44">
                  <c:v>-0.669130606358859</c:v>
                </c:pt>
                <c:pt idx="45">
                  <c:v>-0.608761429008721</c:v>
                </c:pt>
                <c:pt idx="46">
                  <c:v>-0.544639035015027</c:v>
                </c:pt>
                <c:pt idx="47">
                  <c:v>-0.477158760259608</c:v>
                </c:pt>
                <c:pt idx="48">
                  <c:v>-0.406736643075801</c:v>
                </c:pt>
                <c:pt idx="49">
                  <c:v>-0.333806859233771</c:v>
                </c:pt>
                <c:pt idx="50">
                  <c:v>-0.258819045102521</c:v>
                </c:pt>
                <c:pt idx="51">
                  <c:v>-0.182235525492149</c:v>
                </c:pt>
                <c:pt idx="52">
                  <c:v>-0.104528463267654</c:v>
                </c:pt>
                <c:pt idx="53">
                  <c:v>-0.0261769483078735</c:v>
                </c:pt>
                <c:pt idx="54">
                  <c:v>0.0523359562429439</c:v>
                </c:pt>
                <c:pt idx="55">
                  <c:v>0.130526192220052</c:v>
                </c:pt>
                <c:pt idx="56">
                  <c:v>0.207911690817759</c:v>
                </c:pt>
                <c:pt idx="57">
                  <c:v>0.284015344703922</c:v>
                </c:pt>
                <c:pt idx="58">
                  <c:v>0.3583679495453</c:v>
                </c:pt>
                <c:pt idx="59">
                  <c:v>0.430511096808294</c:v>
                </c:pt>
                <c:pt idx="60">
                  <c:v>0.499999999999999</c:v>
                </c:pt>
                <c:pt idx="61">
                  <c:v>0.566406236924832</c:v>
                </c:pt>
                <c:pt idx="62">
                  <c:v>0.629320391049838</c:v>
                </c:pt>
                <c:pt idx="63">
                  <c:v>0.688354575693754</c:v>
                </c:pt>
                <c:pt idx="64">
                  <c:v>0.743144825477394</c:v>
                </c:pt>
                <c:pt idx="65">
                  <c:v>0.793353340291235</c:v>
                </c:pt>
                <c:pt idx="66">
                  <c:v>0.838670567945424</c:v>
                </c:pt>
                <c:pt idx="67">
                  <c:v>0.878817112661965</c:v>
                </c:pt>
                <c:pt idx="68">
                  <c:v>0.913545457642601</c:v>
                </c:pt>
                <c:pt idx="69">
                  <c:v>0.942641491092178</c:v>
                </c:pt>
                <c:pt idx="70">
                  <c:v>0.965925826289068</c:v>
                </c:pt>
                <c:pt idx="71">
                  <c:v>0.983254907563955</c:v>
                </c:pt>
                <c:pt idx="72">
                  <c:v>0.994521895368273</c:v>
                </c:pt>
                <c:pt idx="73">
                  <c:v>0.999657324975557</c:v>
                </c:pt>
                <c:pt idx="74">
                  <c:v>0.998629534754574</c:v>
                </c:pt>
                <c:pt idx="75">
                  <c:v>0.991444861373811</c:v>
                </c:pt>
                <c:pt idx="76">
                  <c:v>0.978147600733806</c:v>
                </c:pt>
                <c:pt idx="77">
                  <c:v>0.958819734868193</c:v>
                </c:pt>
                <c:pt idx="78">
                  <c:v>0.933580426497202</c:v>
                </c:pt>
                <c:pt idx="79">
                  <c:v>0.90258528434986</c:v>
                </c:pt>
                <c:pt idx="80">
                  <c:v>0.866025403784439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u/û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2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L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två faser och kallas även huvudspänning.</a:t>
            </a:r>
          </a:p>
        </p:txBody>
      </p:sp>
      <p:sp>
        <p:nvSpPr>
          <p:cNvPr id="11" name="UF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095375" y="2343150"/>
          <a:ext xmlns:a="http://schemas.openxmlformats.org/drawingml/2006/main" cx="7048500" cy="2371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f478e257984d20"/>
          </a:graphicData>
        </a:graphic>
      </p:graphicFrame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 Hz motsvarar 120° ett tidsavstånd på 6,67 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Kurvorna är normaliserade till samma toppvärde.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F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fas och källans neutralpunkt.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två faser, även kallad huvudspänning.</a:t>
            </a:r>
          </a:p>
        </p:txBody>
      </p:sp>
      <p:sp>
        <p:nvSpPr>
          <p:cNvPr id="4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5" name="I ett symmetriskt 400 V-system är UF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är 440 V vanligt. Generatorns fasspänning i Y är ≈ 254 V,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men nätet har oftast ingen neutralledare. Vid ett jordfel kan en fas ha hela 440 V mot skrovet.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spänningsvisare 120 grader isär; " descr="Tre fasspänningsvisare 120 grader isär; linjespänningen U12 är sträckan mellan två visarspets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Linjespänningen är skillnaden mellan två fasvisare.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Visarna har samma längd och ligger 120° isär.</a:t>
            </a:r>
          </a:p>
        </p:txBody>
      </p:sp>
      <p:sp>
        <p:nvSpPr>
          <p:cNvPr id="4" name="UL² = UF² + UF² − 2UF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− 2U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cos 120°</a:t>
            </a:r>
          </a:p>
        </p:txBody>
      </p:sp>
      <p:sp>
        <p:nvSpPr>
          <p:cNvPr id="5" name="cos 120° = −0,5 ger UL² = 3UF².&#10;Därför blir UL = √3 UF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 = −0,5 ger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 = 3U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blir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injespänningen U12 som skillnaden mella" descr="Linjespänningen U12 som skillnaden mellan fasvisarna U1N och U2N med 120 grader mellan d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F = 100 V vid f = 60 Hz. Sök UL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ombord ger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254 V vid f = 60 Hz. Sök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tidsavståndet 120°.</a:t>
            </a:r>
          </a:p>
        </p:txBody>
      </p:sp>
      <p:sp>
        <p:nvSpPr>
          <p:cNvPr id="11" name="UL = √3 UF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Δt = (1/f)/3</a:t>
            </a:r>
          </a:p>
        </p:txBody>
      </p:sp>
      <p:sp>
        <p:nvSpPr>
          <p:cNvPr id="12" name="1. UL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254 ≈ 440 V, fartygets vanliga huvudspänning.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stora faser, jämnt förskjutna.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vinkeln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vinkeln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visare L1, L2 och L3 med okänd vi" descr="Tre fasvisare L1, L2 och L3 med okänd vinkel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1/f;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periodtiden, Δt tidsförskjutningen och φ vinkeln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periodtiden och sedan hur stor del av 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 = 50 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inusspänningar vid 50 Hz med okänd " descr="Tre sinusspänningar vid 50 Hz med okänd tidsförskjutning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UF = UL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- eller huvudspänning mellan två faser. UF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(huvudspänningen) mellan två faser.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spänningen mellan en fas och neutralpunkten.</a:t>
            </a:r>
          </a:p>
        </p:txBody>
      </p:sp>
      <p:sp>
        <p:nvSpPr>
          <p:cNvPr id="12" name="Förutsättningar: Symmetrisk trefaskälla med UL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trefaskälla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linjespänningen med √3 och skriv tydligt att svaret gäller mellan fas och 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L = 400 V i ett symmetriskt system. Beräkna UF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i ett symmetriskt system.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linjespänninge" descr="Ledarna L1, L2, L3 och N; linjespänningen 400 V mellan L1 och L2, fa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är lika långa och ligger 120° isär. Skillnaden mellan dem är linjespänningen.</a:t>
            </a:r>
          </a:p>
        </p:txBody>
      </p:sp>
      <p:sp>
        <p:nvSpPr>
          <p:cNvPr id="12" name="Förutsättningar: Symmetrisk källa. UF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mellan fas och neutral.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 – linjespänningen är inte 2U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F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fasspänningen " descr="Ledarna L1, L2, L3 och N; fasspänningen 120 V mellan L1 och N, linje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Ugren,Y = UL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,Y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,Y är spänningen över en lastgren i Y-koppling.</a:t>
            </a:r>
          </a:p>
        </p:txBody>
      </p:sp>
      <p:sp>
        <p:nvSpPr>
          <p:cNvPr id="12" name="Förutsättningar: Avsedd tränare med UL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övningsrigg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Trefasriggen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trefasrigg ger 12,0 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ymmetrisk Y-last på trefastränare med l" descr="Symmetrisk Y-last på trefastränare med linjespänningen 12,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 = 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 A i varje fas ger 0 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lika strömvisare lagda efter varandr" descr="Tre lika strömvisare lagda efter varandra bildar en sluten triangel; neutralströmmen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 A + 10 A + 10 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lika fasströmmar 10, 10 och 4 A sluter " descr="Olika fasströmmar 10, 10 och 4 A sluter inte triangeln; neutralströmmen sluter 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 i protokollet.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 V mellan faser visar inte att varje fas–jordvärde är 230 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tpunkter för linjespänningarna U12, U2" descr="Mätpunkter för linjespänningarna U12, U23, U31 och fasspänningen U1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Visarsumma: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−(I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A, exakt 120° isär.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Rita de tre visarna efter varandra, spets mot fot. Vad blir summan?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 A ligger 120° isär. Bestäm strömmen i neutralledaren (effektivvärde).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trömvisare på 8,0 A med 120 grader " descr="Tre strömvisare på 8,0 A med 120 grader mellan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Nodlagen: Σ in = Σ ut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neutralledarens ström. Den för tillbaka strömmen från fas–neutral-lasterna.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de andra två ingenting.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mellan en fas och neutral tar 5,0 A. De två andra faserna är obelastade.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 last mellan L1 och N som tar 5,0 A; n" descr="En last mellan L1 och N som tar 5,0 A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+ 2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storleken på summan av två visare. cos120° = −0,5 – glöm inte minustecknet.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120° isär,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uttrycket under roten och dra sedan roten ur.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på 10 A ligger 120° isär. Den tredje fasen är obelastad.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trömvisare på 10 A med 120 grader m" descr="Två strömvisare på 10 A med 120 grader mellan, tredje strömmen noll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avvikelsen, oavsett tecken.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400, 402 och 398 V. Uppgiften använder ett enkelt mått på spridning.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medelvärdet, jämför varje mätvärde med det och använd den största skillnaden.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402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398 V. Beräkna medelvärdet och den största avvikelsen i procent av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linjespänningarna 400," descr="Stapeldiagram med linjespänningarna 400, 402 och 398 V; medelvärde och avvikelse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neutralledaren går av hamnar de två lasterna i serie mellan två faser.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laster mellan fas och neutral. Fasledarna är hela, men den gemensamma neutralledaren är av.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och förklara varför laster med olika impedans då får olika stor del av spänningen.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laster, var och en mellan en fas och neutral, har en gemensam neutralledare. Neutralledaren går av. Varför kan spänningarna över lasterna ändras fast linjespänningen är densamma?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olika laster Ra och Rb från L1 och L" descr="Två olika laster Ra och Rb från L1 och L2 till en gemensam punkt där neutralledaren är br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L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respektive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