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8301a7e805f460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1.1, 1.2 och 1.4,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1.6, 1.7 och 1.8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 Hz motsvarar 120° ett tidsavstånd på 6,67 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Faserna har toppvärdet 1. Streckad: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L1 − L2 med toppvärdet √3.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11" name="schema-sinus" descr="L1, L2 och L3 över 20 ms (50 Hz) med toppvärdet 1, 120° isär. Streckad: linjespänningen U12 = L1 − L2 med toppvärdet √3 ≈ 1,73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0944" y="2395728"/>
            <a:ext cx="5722112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3N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en fas och nollpunkten.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(U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):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får de två friska faserna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Fasspänningarna U1N, U2N och U3N (fas–nollpunkt) 120 grader isär; linjespänningen U12 (fas–fas, huvudspänning)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U</a:t>
            </a:r>
            <a:r>
              <a:rPr sz="22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2N</a:t>
            </a: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en vektoriell skillnad.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långa visare,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är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ett symmetriskt system, aldrig 2 · 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är den vektoriella skillnaden mellan fasspänningarna U1N och U2N, sträckan mellan visarspetsarna; i ett symmetriskt system √3 gånger fasspännin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ombord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254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254 ≈ 440 V, fartygets vanliga huvudspänning.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Landnätet vid kaj.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230/400 V.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1.6–1.10.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fas–jord är 230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nollavbrott eller jordfel kan fas–jord visa 0 V till hela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: linjespänningarna U12, U23 och U31 mellan två faser, fasspänningen U1N mellan fas och 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