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8301a7e805f4604" Type="http://schemas.openxmlformats.org/officeDocument/2006/relationships/slideLayout" Target="../slideLayouts/slideLayout1.xml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schema-sinus" descr="L1, L2 och L3 över 20 ms (50 Hz), normaliserade, 120° isä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848" y="2395728"/>
            <a:ext cx="624230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Landnätet vid kaj.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230/400 V.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