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165fb38ec945b7" /><Relationship Type="http://schemas.openxmlformats.org/officeDocument/2006/relationships/extended-properties" Target="/docProps/app.xml" Id="R43a8e2d82ffb45ba" /><Relationship Type="http://schemas.openxmlformats.org/officeDocument/2006/relationships/officeDocument" Target="/ppt/presentation.xml" Id="Re0233d350c064b79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5e1718ba2ceb47fb" /><ns0:Relationship Type="http://schemas.openxmlformats.org/officeDocument/2006/relationships/slideMaster" Target="/ppt/slideMasters/slideMaster1.xml" Id="R89c95cdde17b4f7e" /><ns0:Relationship Type="http://schemas.openxmlformats.org/officeDocument/2006/relationships/presProps" Target="/ppt/presProps.xml" Id="R504ab91c415c424b" /><ns0:Relationship Type="http://schemas.openxmlformats.org/officeDocument/2006/relationships/viewProps" Target="/ppt/viewProps.xml" Id="R7b98f300e7b84529" /><ns0:Relationship Type="http://schemas.openxmlformats.org/officeDocument/2006/relationships/tableStyles" Target="/ppt/tableStyles.xml" Id="R2bea23c6150c43fb" /><ns0:Relationship Type="http://schemas.openxmlformats.org/officeDocument/2006/relationships/slide" Target="/ppt/slides/slide1.xml" Id="R665842db886d4eb1" /><ns0:Relationship Type="http://schemas.openxmlformats.org/officeDocument/2006/relationships/slide" Target="/ppt/slides/slide2.xml" Id="Ra8c63b5896ea4ae3" /><ns0:Relationship Type="http://schemas.openxmlformats.org/officeDocument/2006/relationships/slide" Target="/ppt/slides/slide3.xml" Id="R2a2cdec22c834b98" /><ns0:Relationship Type="http://schemas.openxmlformats.org/officeDocument/2006/relationships/slide" Target="/ppt/slides/slide4.xml" Id="Rea5d1744f1d8449c" /><ns0:Relationship Type="http://schemas.openxmlformats.org/officeDocument/2006/relationships/slide" Target="/ppt/slides/slide5.xml" Id="R7cfad43892f54b7e" /><ns0:Relationship Type="http://schemas.openxmlformats.org/officeDocument/2006/relationships/slide" Target="/ppt/slides/slide6.xml" Id="Ra52b58f94fd34c7e" /><ns0:Relationship Type="http://schemas.openxmlformats.org/officeDocument/2006/relationships/slide" Target="/ppt/slides/slide7.xml" Id="R71df9c7675d14d95" /><ns0:Relationship Type="http://schemas.openxmlformats.org/officeDocument/2006/relationships/slide" Target="/ppt/slides/slide8.xml" Id="R4b64f7a8cfc842e7" /><ns0:Relationship Type="http://schemas.openxmlformats.org/officeDocument/2006/relationships/slide" Target="/ppt/slides/slide9.xml" Id="Rda38edb0074042f2" /><ns0:Relationship Type="http://schemas.openxmlformats.org/officeDocument/2006/relationships/slide" Target="/ppt/slides/slide10.xml" Id="R4182ca127e9c427e" /><ns0:Relationship Type="http://schemas.openxmlformats.org/officeDocument/2006/relationships/slide" Target="/ppt/slides/slide11.xml" Id="R724ea0401f0e4a48" /><ns0:Relationship Type="http://schemas.openxmlformats.org/officeDocument/2006/relationships/slide" Target="/ppt/slides/slide12.xml" Id="R49a4d594aa9e4aff" /><ns0:Relationship Type="http://schemas.openxmlformats.org/officeDocument/2006/relationships/slide" Target="/ppt/slides/slide13.xml" Id="Rd71963051279478c" /><ns0:Relationship Type="http://schemas.openxmlformats.org/officeDocument/2006/relationships/slide" Target="/ppt/slides/slide14.xml" Id="R20c7cf01a4ea4c98" /><ns0:Relationship Type="http://schemas.openxmlformats.org/officeDocument/2006/relationships/slide" Target="/ppt/slides/slide15.xml" Id="Rabecb13646ac484e" /><ns0:Relationship Type="http://schemas.openxmlformats.org/officeDocument/2006/relationships/slide" Target="/ppt/slides/slide16.xml" Id="Rd9e502d1782a4b85" /><ns0:Relationship Type="http://schemas.openxmlformats.org/officeDocument/2006/relationships/slide" Target="/ppt/slides/slide17.xml" Id="Rf34de09423ed4bf3" /><ns0:Relationship Type="http://schemas.openxmlformats.org/officeDocument/2006/relationships/slide" Target="/ppt/slides/slide18.xml" Id="Rfe2d7bec7a9445cc" /><ns0:Relationship Type="http://schemas.openxmlformats.org/officeDocument/2006/relationships/slide" Target="/ppt/slides/slide19.xml" Id="R25019b191bc84269" /><ns0:Relationship Type="http://schemas.openxmlformats.org/officeDocument/2006/relationships/slide" Target="/ppt/slides/slide20.xml" Id="R24f9f86de40440e8" /><ns0:Relationship Type="http://schemas.openxmlformats.org/officeDocument/2006/relationships/slide" Target="/ppt/slides/slide21.xml" Id="R346b9636152045cb" /><ns0:Relationship Type="http://schemas.openxmlformats.org/officeDocument/2006/relationships/slide" Target="/ppt/slides/slide22.xml" Id="Rcec2c76468bc43f9" /><ns0:Relationship Type="http://schemas.openxmlformats.org/officeDocument/2006/relationships/slide" Target="/ppt/slides/slide23.xml" Id="Rd682e9f72fa94b5c" /><ns0:Relationship Type="http://schemas.openxmlformats.org/officeDocument/2006/relationships/slide" Target="/ppt/slides/slide24.xml" Id="R8c94bb099a404bcc" /><ns0:Relationship Type="http://schemas.openxmlformats.org/officeDocument/2006/relationships/slide" Target="/ppt/slides/slide25.xml" Id="R01ba85370a754bde" /><ns0:Relationship Type="http://schemas.openxmlformats.org/officeDocument/2006/relationships/slide" Target="/ppt/slides/slide26.xml" Id="Rcbfa32b5ca7241f0" /><ns0:Relationship Type="http://schemas.openxmlformats.org/officeDocument/2006/relationships/slide" Target="/ppt/slides/slide27.xml" Id="Rc263b28ee0b64a25" /><ns0:Relationship Type="http://schemas.openxmlformats.org/officeDocument/2006/relationships/slide" Target="/ppt/slides/slide28.xml" Id="Rd0a14e57beac4a69" /><ns0:Relationship Type="http://schemas.openxmlformats.org/officeDocument/2006/relationships/slide" Target="/ppt/slides/slide29.xml" Id="R8df5fff5312549ff" /><ns0:Relationship Type="http://schemas.openxmlformats.org/officeDocument/2006/relationships/slide" Target="/ppt/slides/slide30.xml" Id="Rc330078708244643" /><ns0:Relationship Type="http://schemas.openxmlformats.org/officeDocument/2006/relationships/slide" Target="/ppt/slides/slide31.xml" Id="Rcc429961e809416f" /><ns0:Relationship Type="http://schemas.openxmlformats.org/officeDocument/2006/relationships/slide" Target="/ppt/slides/slide32.xml" Id="R487f2c79ac174d75" /><ns0:Relationship Type="http://schemas.openxmlformats.org/officeDocument/2006/relationships/slide" Target="/ppt/slides/slide33.xml" Id="R4eb1d43283164661" /><ns0:Relationship Type="http://schemas.openxmlformats.org/officeDocument/2006/relationships/slide" Target="/ppt/slides/slide34.xml" Id="R5d76d65898624b48" /><ns0:Relationship Type="http://schemas.openxmlformats.org/officeDocument/2006/relationships/slide" Target="/ppt/slides/slide35.xml" Id="R6d9894b47cd6493f" /><ns0:Relationship Type="http://schemas.openxmlformats.org/officeDocument/2006/relationships/slide" Target="/ppt/slides/slide36.xml" Id="Reb8a9d9dcc3647fe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220eec53844be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17680ed79e41a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f19e8904514d4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0cf4e0548147c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dc2986fcac466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4b54f108b04d2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14f6cc74d3433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c1a9fe2aa946d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3618addacd489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d4caaaea7b415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dd19694032432a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35948fbb904188" /><Relationship Type="http://schemas.openxmlformats.org/officeDocument/2006/relationships/slideLayout" Target="/ppt/slideLayouts/slideLayout1.xml" Id="R4d540e29486f4dec" /><Relationship Type="http://schemas.openxmlformats.org/officeDocument/2006/relationships/slideLayout" Target="/ppt/slideLayouts/slideLayout2.xml" Id="Rf2a6d551c87a4b6a" /><Relationship Type="http://schemas.openxmlformats.org/officeDocument/2006/relationships/slideLayout" Target="/ppt/slideLayouts/slideLayout3.xml" Id="Rb2ec441616454240" /><Relationship Type="http://schemas.openxmlformats.org/officeDocument/2006/relationships/slideLayout" Target="/ppt/slideLayouts/slideLayout4.xml" Id="R543938406f0f4300" /><Relationship Type="http://schemas.openxmlformats.org/officeDocument/2006/relationships/slideLayout" Target="/ppt/slideLayouts/slideLayout5.xml" Id="R9a82488ed34f4eda" /><Relationship Type="http://schemas.openxmlformats.org/officeDocument/2006/relationships/slideLayout" Target="/ppt/slideLayouts/slideLayout6.xml" Id="Reb9b36613b354d3b" /><Relationship Type="http://schemas.openxmlformats.org/officeDocument/2006/relationships/slideLayout" Target="/ppt/slideLayouts/slideLayout7.xml" Id="Rb5ad804e310e4886" /><Relationship Type="http://schemas.openxmlformats.org/officeDocument/2006/relationships/slideLayout" Target="/ppt/slideLayouts/slideLayout8.xml" Id="R460a7ea4f98d4347" /><Relationship Type="http://schemas.openxmlformats.org/officeDocument/2006/relationships/slideLayout" Target="/ppt/slideLayouts/slideLayout9.xml" Id="R2ef759fcf06d44db" /><Relationship Type="http://schemas.openxmlformats.org/officeDocument/2006/relationships/slideLayout" Target="/ppt/slideLayouts/slideLayout10.xml" Id="R8e5a2ac191b14a8c" /><Relationship Type="http://schemas.openxmlformats.org/officeDocument/2006/relationships/slideLayout" Target="/ppt/slideLayouts/slideLayout11.xml" Id="R3fe9df1db8364f6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732163297534445" /><ns0:Relationship Type="http://schemas.openxmlformats.org/officeDocument/2006/relationships/image" Target="/ppt/media/image.jpeg" Id="R51ca39aa19de4d59" /><ns0:Relationship Type="http://schemas.openxmlformats.org/officeDocument/2006/relationships/image" Target="/ppt/media/image.png" Id="R523b38ebcbad4020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f7154b9d1b406e" /><ns0:Relationship Type="http://schemas.openxmlformats.org/officeDocument/2006/relationships/image" Target="/ppt/media/image.jpeg" Id="Rad60d5bc5059495e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bb051c8094b426f" /><ns0:Relationship Type="http://schemas.openxmlformats.org/officeDocument/2006/relationships/image" Target="/ppt/media/image.jpeg" Id="R2f6dfe5a495241c0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d35b69c5954d98" /><ns0:Relationship Type="http://schemas.openxmlformats.org/officeDocument/2006/relationships/image" Target="/ppt/media/image.jpeg" Id="R30efdc0151e34896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eab804e3d34808" /><ns0:Relationship Type="http://schemas.openxmlformats.org/officeDocument/2006/relationships/image" Target="/ppt/media/image.jpeg" Id="R1cfb47a701d24df1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8301a7e805f4604" /><ns0:Relationship Type="http://schemas.openxmlformats.org/officeDocument/2006/relationships/image" Target="/ppt/media/image.jpeg" Id="R779a7e59433f48c5" /><ns0:Relationship Type="http://schemas.openxmlformats.org/officeDocument/2006/relationships/chart" Target="/ppt/slides/charts/chart1.xml" Id="Rb3f478e257984d20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e5b86f94d643aa" /><ns0:Relationship Type="http://schemas.openxmlformats.org/officeDocument/2006/relationships/image" Target="/ppt/media/image.jpeg" Id="R198f057f410b472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4db952aa1b42be" /><ns0:Relationship Type="http://schemas.openxmlformats.org/officeDocument/2006/relationships/image" Target="/ppt/media/image.jpeg" Id="R92f277031f474288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25b1fdd5754108" /><ns0:Relationship Type="http://schemas.openxmlformats.org/officeDocument/2006/relationships/image" Target="/ppt/media/image.jpeg" Id="Ra7c44849b49d48cd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f3064cda56439f" /><ns0:Relationship Type="http://schemas.openxmlformats.org/officeDocument/2006/relationships/image" Target="/ppt/media/image.jpeg" Id="R059879e6b2e043ab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d106d762124463" /><ns0:Relationship Type="http://schemas.openxmlformats.org/officeDocument/2006/relationships/image" Target="/ppt/media/image.jpeg" Id="R83f437c900c94101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a82c75ed5f4367" /><ns0:Relationship Type="http://schemas.openxmlformats.org/officeDocument/2006/relationships/image" Target="/ppt/media/image.jpeg" Id="Rfa7c7f2340954429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a13cefad134af4" /><ns0:Relationship Type="http://schemas.openxmlformats.org/officeDocument/2006/relationships/image" Target="/ppt/media/image.jpeg" Id="R67f43e66d0a549b5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c775055bb4e4439" /><ns0:Relationship Type="http://schemas.openxmlformats.org/officeDocument/2006/relationships/image" Target="/ppt/media/image.jpeg" Id="Rcf1e0d9739c84bee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154a678c604209" /><ns0:Relationship Type="http://schemas.openxmlformats.org/officeDocument/2006/relationships/image" Target="/ppt/media/image.jpeg" Id="R2ea9ed73d65d41f3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86940ae75c4202" /><ns0:Relationship Type="http://schemas.openxmlformats.org/officeDocument/2006/relationships/image" Target="/ppt/media/image.jpeg" Id="Rdb77915b090840af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3c2e807f004dfb" /><ns0:Relationship Type="http://schemas.openxmlformats.org/officeDocument/2006/relationships/image" Target="/ppt/media/image.jpeg" Id="Rb58b9178bf374771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085969c5664e3e" /><ns0:Relationship Type="http://schemas.openxmlformats.org/officeDocument/2006/relationships/image" Target="/ppt/media/image.jpeg" Id="R66a18af560f643ce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5e6f33aee6940b9" /><ns0:Relationship Type="http://schemas.openxmlformats.org/officeDocument/2006/relationships/image" Target="/ppt/media/image.jpeg" Id="R66473a7484064b72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7e2e8bd45b42e7" /><ns0:Relationship Type="http://schemas.openxmlformats.org/officeDocument/2006/relationships/image" Target="/ppt/media/image.jpeg" Id="Rd846df26c79f4d30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55bc612f5f24ab4" /><ns0:Relationship Type="http://schemas.openxmlformats.org/officeDocument/2006/relationships/image" Target="/ppt/media/image.jpeg" Id="R79010e09a9964b79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99b3768d4b4bd2" /><ns0:Relationship Type="http://schemas.openxmlformats.org/officeDocument/2006/relationships/image" Target="/ppt/media/image.jpeg" Id="R4ff8efc8d6c741f6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fe207c631fd44b4" /><ns0:Relationship Type="http://schemas.openxmlformats.org/officeDocument/2006/relationships/image" Target="/ppt/media/image.jpeg" Id="Rc8304497e56e4e8f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456ad71cd548f5" /><ns0:Relationship Type="http://schemas.openxmlformats.org/officeDocument/2006/relationships/image" Target="/ppt/media/image.jpeg" Id="Rc1a087cf49b34fe9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865d370ba148aa" /><ns0:Relationship Type="http://schemas.openxmlformats.org/officeDocument/2006/relationships/image" Target="/ppt/media/image.jpeg" Id="R7958dd9d80da4f08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44657b458641df" /><ns0:Relationship Type="http://schemas.openxmlformats.org/officeDocument/2006/relationships/image" Target="/ppt/media/image.jpeg" Id="R9b1c7650487d41e9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067b757cdd423e" /><ns0:Relationship Type="http://schemas.openxmlformats.org/officeDocument/2006/relationships/image" Target="/ppt/media/image.jpeg" Id="R02b3c81e17bf4ed4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cd468331094a46" /><ns0:Relationship Type="http://schemas.openxmlformats.org/officeDocument/2006/relationships/image" Target="/ppt/media/image.jpeg" Id="Rfe551daf7da84bbe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2bd3f740a543f3" /><ns0:Relationship Type="http://schemas.openxmlformats.org/officeDocument/2006/relationships/image" Target="/ppt/media/image.jpeg" Id="R9a3d9541cca948a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13185502a54c1b" /><ns0:Relationship Type="http://schemas.openxmlformats.org/officeDocument/2006/relationships/image" Target="/ppt/media/image.jpeg" Id="R9a16362ae9c54e87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1c1684125ac4e1f" /><ns0:Relationship Type="http://schemas.openxmlformats.org/officeDocument/2006/relationships/image" Target="/ppt/media/image.jpeg" Id="Rb9e4865ffaf549cc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6f9bad98cd4e9e" /><ns0:Relationship Type="http://schemas.openxmlformats.org/officeDocument/2006/relationships/image" Target="/ppt/media/image.jpeg" Id="R814e746d7c5d43a6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9708fa27c9429e" /><ns0:Relationship Type="http://schemas.openxmlformats.org/officeDocument/2006/relationships/image" Target="/ppt/media/image.jpeg" Id="R0b512f17cf6f4ad2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a0f714dca34287" /><ns0:Relationship Type="http://schemas.openxmlformats.org/officeDocument/2006/relationships/image" Target="/ppt/media/image.jpeg" Id="R43f726abba9e4941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898359414a4c0f" /><ns0:Relationship Type="http://schemas.openxmlformats.org/officeDocument/2006/relationships/image" Target="/ppt/media/image.jpeg" Id="Ra77da0f492db4f86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0485b5b06d432d" /><ns0:Relationship Type="http://schemas.openxmlformats.org/officeDocument/2006/relationships/image" Target="/ppt/media/image.jpeg" Id="R28d131ae885247af" /><ns0:Relationship Type="http://schemas.openxmlformats.org/officeDocument/2006/relationships/hyperlink" Target="https://www.electrical-installation.org/enwiki/Installed_apparent_power_%28kVA%29" TargetMode="External" Id="R345452606f644d66" /><ns0:Relationship Type="http://schemas.openxmlformats.org/officeDocument/2006/relationships/hyperlink" Target="https://openstax.org/books/university-physics-volume-2/pages/15-2-simple-ac-circuits" TargetMode="External" Id="R51daa7a292ba4986" /></ns0: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L1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0.0784590957278449</c:v>
                </c:pt>
                <c:pt idx="2">
                  <c:v>0.156434465040231</c:v>
                </c:pt>
                <c:pt idx="3">
                  <c:v>0.233445363855905</c:v>
                </c:pt>
                <c:pt idx="4">
                  <c:v>0.309016994374947</c:v>
                </c:pt>
                <c:pt idx="5">
                  <c:v>0.38268343236509</c:v>
                </c:pt>
                <c:pt idx="6">
                  <c:v>0.453990499739547</c:v>
                </c:pt>
                <c:pt idx="7">
                  <c:v>0.522498564715949</c:v>
                </c:pt>
                <c:pt idx="8">
                  <c:v>0.587785252292473</c:v>
                </c:pt>
                <c:pt idx="9">
                  <c:v>0.649448048330184</c:v>
                </c:pt>
                <c:pt idx="10">
                  <c:v>0.707106781186547</c:v>
                </c:pt>
                <c:pt idx="11">
                  <c:v>0.760405965600031</c:v>
                </c:pt>
                <c:pt idx="12">
                  <c:v>0.809016994374947</c:v>
                </c:pt>
                <c:pt idx="13">
                  <c:v>0.852640164354092</c:v>
                </c:pt>
                <c:pt idx="14">
                  <c:v>0.891006524188368</c:v>
                </c:pt>
                <c:pt idx="15">
                  <c:v>0.923879532511287</c:v>
                </c:pt>
                <c:pt idx="16">
                  <c:v>0.951056516295154</c:v>
                </c:pt>
                <c:pt idx="17">
                  <c:v>0.972369920397677</c:v>
                </c:pt>
                <c:pt idx="18">
                  <c:v>0.987688340595138</c:v>
                </c:pt>
                <c:pt idx="19">
                  <c:v>0.996917333733128</c:v>
                </c:pt>
                <c:pt idx="20">
                  <c:v>1</c:v>
                </c:pt>
                <c:pt idx="21">
                  <c:v>0.996917333733128</c:v>
                </c:pt>
                <c:pt idx="22">
                  <c:v>0.987688340595138</c:v>
                </c:pt>
                <c:pt idx="23">
                  <c:v>0.972369920397677</c:v>
                </c:pt>
                <c:pt idx="24">
                  <c:v>0.951056516295154</c:v>
                </c:pt>
                <c:pt idx="25">
                  <c:v>0.923879532511287</c:v>
                </c:pt>
                <c:pt idx="26">
                  <c:v>0.891006524188368</c:v>
                </c:pt>
                <c:pt idx="27">
                  <c:v>0.852640164354092</c:v>
                </c:pt>
                <c:pt idx="28">
                  <c:v>0.809016994374947</c:v>
                </c:pt>
                <c:pt idx="29">
                  <c:v>0.760405965600031</c:v>
                </c:pt>
                <c:pt idx="30">
                  <c:v>0.707106781186548</c:v>
                </c:pt>
                <c:pt idx="31">
                  <c:v>0.649448048330184</c:v>
                </c:pt>
                <c:pt idx="32">
                  <c:v>0.587785252292473</c:v>
                </c:pt>
                <c:pt idx="33">
                  <c:v>0.522498564715949</c:v>
                </c:pt>
                <c:pt idx="34">
                  <c:v>0.453990499739547</c:v>
                </c:pt>
                <c:pt idx="35">
                  <c:v>0.38268343236509</c:v>
                </c:pt>
                <c:pt idx="36">
                  <c:v>0.309016994374948</c:v>
                </c:pt>
                <c:pt idx="37">
                  <c:v>0.233445363855906</c:v>
                </c:pt>
                <c:pt idx="38">
                  <c:v>0.156434465040231</c:v>
                </c:pt>
                <c:pt idx="39">
                  <c:v>0.0784590957278451</c:v>
                </c:pt>
                <c:pt idx="40">
                  <c:v>1.22464679914735e-16</c:v>
                </c:pt>
                <c:pt idx="41">
                  <c:v>-0.0784590957278444</c:v>
                </c:pt>
                <c:pt idx="42">
                  <c:v>-0.156434465040231</c:v>
                </c:pt>
                <c:pt idx="43">
                  <c:v>-0.233445363855905</c:v>
                </c:pt>
                <c:pt idx="44">
                  <c:v>-0.309016994374947</c:v>
                </c:pt>
                <c:pt idx="45">
                  <c:v>-0.38268343236509</c:v>
                </c:pt>
                <c:pt idx="46">
                  <c:v>-0.453990499739547</c:v>
                </c:pt>
                <c:pt idx="47">
                  <c:v>-0.522498564715949</c:v>
                </c:pt>
                <c:pt idx="48">
                  <c:v>-0.587785252292473</c:v>
                </c:pt>
                <c:pt idx="49">
                  <c:v>-0.649448048330183</c:v>
                </c:pt>
                <c:pt idx="50">
                  <c:v>-0.707106781186547</c:v>
                </c:pt>
                <c:pt idx="51">
                  <c:v>-0.760405965600031</c:v>
                </c:pt>
                <c:pt idx="52">
                  <c:v>-0.809016994374947</c:v>
                </c:pt>
                <c:pt idx="53">
                  <c:v>-0.852640164354092</c:v>
                </c:pt>
                <c:pt idx="54">
                  <c:v>-0.891006524188368</c:v>
                </c:pt>
                <c:pt idx="55">
                  <c:v>-0.923879532511287</c:v>
                </c:pt>
                <c:pt idx="56">
                  <c:v>-0.951056516295154</c:v>
                </c:pt>
                <c:pt idx="57">
                  <c:v>-0.972369920397676</c:v>
                </c:pt>
                <c:pt idx="58">
                  <c:v>-0.987688340595138</c:v>
                </c:pt>
                <c:pt idx="59">
                  <c:v>-0.996917333733128</c:v>
                </c:pt>
                <c:pt idx="60">
                  <c:v>-1</c:v>
                </c:pt>
                <c:pt idx="61">
                  <c:v>-0.996917333733128</c:v>
                </c:pt>
                <c:pt idx="62">
                  <c:v>-0.987688340595138</c:v>
                </c:pt>
                <c:pt idx="63">
                  <c:v>-0.972369920397677</c:v>
                </c:pt>
                <c:pt idx="64">
                  <c:v>-0.951056516295154</c:v>
                </c:pt>
                <c:pt idx="65">
                  <c:v>-0.923879532511287</c:v>
                </c:pt>
                <c:pt idx="66">
                  <c:v>-0.891006524188368</c:v>
                </c:pt>
                <c:pt idx="67">
                  <c:v>-0.852640164354093</c:v>
                </c:pt>
                <c:pt idx="68">
                  <c:v>-0.809016994374948</c:v>
                </c:pt>
                <c:pt idx="69">
                  <c:v>-0.760405965600031</c:v>
                </c:pt>
                <c:pt idx="70">
                  <c:v>-0.707106781186548</c:v>
                </c:pt>
                <c:pt idx="71">
                  <c:v>-0.649448048330183</c:v>
                </c:pt>
                <c:pt idx="72">
                  <c:v>-0.587785252292473</c:v>
                </c:pt>
                <c:pt idx="73">
                  <c:v>-0.522498564715949</c:v>
                </c:pt>
                <c:pt idx="74">
                  <c:v>-0.453990499739547</c:v>
                </c:pt>
                <c:pt idx="75">
                  <c:v>-0.38268343236509</c:v>
                </c:pt>
                <c:pt idx="76">
                  <c:v>-0.309016994374948</c:v>
                </c:pt>
                <c:pt idx="77">
                  <c:v>-0.233445363855905</c:v>
                </c:pt>
                <c:pt idx="78">
                  <c:v>-0.156434465040231</c:v>
                </c:pt>
                <c:pt idx="79">
                  <c:v>-0.0784590957278447</c:v>
                </c:pt>
                <c:pt idx="80">
                  <c:v>-2.44929359829471e-16</c:v>
                </c:pt>
              </c:numCache>
            </c:numRef>
          </c:yVal>
        </c:ser>
        <c:ser>
          <c:idx val="1"/>
          <c:order val="1"/>
          <c:tx>
            <c:v>L2</c:v>
          </c:tx>
          <c:spPr>
            <a:ln xmlns:a="http://schemas.openxmlformats.org/drawingml/2006/main" w="23813">
              <a:solidFill>
                <a:srgbClr val="B44C21"/>
              </a:solidFill>
            </a:ln>
          </c:spPr>
          <c:marker>
            <c:symbol val="none"/>
          </c:marker>
          <c:xVal>
            <c:numRef>
              <c:f>'Chart Data'!$C$2:$C$82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Data'!$D$2:$D$82</c:f>
              <c:numCache>
                <c:formatCode>0</c:formatCode>
                <c:ptCount val="81"/>
                <c:pt idx="0">
                  <c:v>-0.866025403784439</c:v>
                </c:pt>
                <c:pt idx="1">
                  <c:v>-0.902585284349861</c:v>
                </c:pt>
                <c:pt idx="2">
                  <c:v>-0.933580426497202</c:v>
                </c:pt>
                <c:pt idx="3">
                  <c:v>-0.958819734868193</c:v>
                </c:pt>
                <c:pt idx="4">
                  <c:v>-0.978147600733806</c:v>
                </c:pt>
                <c:pt idx="5">
                  <c:v>-0.99144486137381</c:v>
                </c:pt>
                <c:pt idx="6">
                  <c:v>-0.998629534754574</c:v>
                </c:pt>
                <c:pt idx="7">
                  <c:v>-0.999657324975557</c:v>
                </c:pt>
                <c:pt idx="8">
                  <c:v>-0.994521895368273</c:v>
                </c:pt>
                <c:pt idx="9">
                  <c:v>-0.983254907563955</c:v>
                </c:pt>
                <c:pt idx="10">
                  <c:v>-0.965925826289068</c:v>
                </c:pt>
                <c:pt idx="11">
                  <c:v>-0.942641491092178</c:v>
                </c:pt>
                <c:pt idx="12">
                  <c:v>-0.913545457642601</c:v>
                </c:pt>
                <c:pt idx="13">
                  <c:v>-0.878817112661965</c:v>
                </c:pt>
                <c:pt idx="14">
                  <c:v>-0.838670567945424</c:v>
                </c:pt>
                <c:pt idx="15">
                  <c:v>-0.793353340291235</c:v>
                </c:pt>
                <c:pt idx="16">
                  <c:v>-0.743144825477394</c:v>
                </c:pt>
                <c:pt idx="17">
                  <c:v>-0.688354575693754</c:v>
                </c:pt>
                <c:pt idx="18">
                  <c:v>-0.629320391049837</c:v>
                </c:pt>
                <c:pt idx="19">
                  <c:v>-0.566406236924833</c:v>
                </c:pt>
                <c:pt idx="20">
                  <c:v>-0.5</c:v>
                </c:pt>
                <c:pt idx="21">
                  <c:v>-0.430511096808295</c:v>
                </c:pt>
                <c:pt idx="22">
                  <c:v>-0.3583679495453</c:v>
                </c:pt>
                <c:pt idx="23">
                  <c:v>-0.284015344703922</c:v>
                </c:pt>
                <c:pt idx="24">
                  <c:v>-0.207911690817759</c:v>
                </c:pt>
                <c:pt idx="25">
                  <c:v>-0.130526192220051</c:v>
                </c:pt>
                <c:pt idx="26">
                  <c:v>-0.0523359562429437</c:v>
                </c:pt>
                <c:pt idx="27">
                  <c:v>0.0261769483078733</c:v>
                </c:pt>
                <c:pt idx="28">
                  <c:v>0.104528463267654</c:v>
                </c:pt>
                <c:pt idx="29">
                  <c:v>0.182235525492148</c:v>
                </c:pt>
                <c:pt idx="30">
                  <c:v>0.258819045102521</c:v>
                </c:pt>
                <c:pt idx="31">
                  <c:v>0.333806859233771</c:v>
                </c:pt>
                <c:pt idx="32">
                  <c:v>0.4067366430758</c:v>
                </c:pt>
                <c:pt idx="33">
                  <c:v>0.477158760259609</c:v>
                </c:pt>
                <c:pt idx="34">
                  <c:v>0.544639035015027</c:v>
                </c:pt>
                <c:pt idx="35">
                  <c:v>0.608761429008721</c:v>
                </c:pt>
                <c:pt idx="36">
                  <c:v>0.669130606358858</c:v>
                </c:pt>
                <c:pt idx="37">
                  <c:v>0.725374371012288</c:v>
                </c:pt>
                <c:pt idx="38">
                  <c:v>0.777145961456971</c:v>
                </c:pt>
                <c:pt idx="39">
                  <c:v>0.824126188622016</c:v>
                </c:pt>
                <c:pt idx="40">
                  <c:v>0.866025403784439</c:v>
                </c:pt>
                <c:pt idx="41">
                  <c:v>0.902585284349861</c:v>
                </c:pt>
                <c:pt idx="42">
                  <c:v>0.933580426497202</c:v>
                </c:pt>
                <c:pt idx="43">
                  <c:v>0.958819734868193</c:v>
                </c:pt>
                <c:pt idx="44">
                  <c:v>0.978147600733806</c:v>
                </c:pt>
                <c:pt idx="45">
                  <c:v>0.99144486137381</c:v>
                </c:pt>
                <c:pt idx="46">
                  <c:v>0.998629534754574</c:v>
                </c:pt>
                <c:pt idx="47">
                  <c:v>0.999657324975557</c:v>
                </c:pt>
                <c:pt idx="48">
                  <c:v>0.994521895368273</c:v>
                </c:pt>
                <c:pt idx="49">
                  <c:v>0.983254907563955</c:v>
                </c:pt>
                <c:pt idx="50">
                  <c:v>0.965925826289068</c:v>
                </c:pt>
                <c:pt idx="51">
                  <c:v>0.942641491092179</c:v>
                </c:pt>
                <c:pt idx="52">
                  <c:v>0.913545457642601</c:v>
                </c:pt>
                <c:pt idx="53">
                  <c:v>0.878817112661965</c:v>
                </c:pt>
                <c:pt idx="54">
                  <c:v>0.838670567945424</c:v>
                </c:pt>
                <c:pt idx="55">
                  <c:v>0.793353340291235</c:v>
                </c:pt>
                <c:pt idx="56">
                  <c:v>0.743144825477394</c:v>
                </c:pt>
                <c:pt idx="57">
                  <c:v>0.688354575693754</c:v>
                </c:pt>
                <c:pt idx="58">
                  <c:v>0.629320391049837</c:v>
                </c:pt>
                <c:pt idx="59">
                  <c:v>0.566406236924833</c:v>
                </c:pt>
                <c:pt idx="60">
                  <c:v>0.5</c:v>
                </c:pt>
                <c:pt idx="61">
                  <c:v>0.430511096808295</c:v>
                </c:pt>
                <c:pt idx="62">
                  <c:v>0.3583679495453</c:v>
                </c:pt>
                <c:pt idx="63">
                  <c:v>0.284015344703922</c:v>
                </c:pt>
                <c:pt idx="64">
                  <c:v>0.207911690817759</c:v>
                </c:pt>
                <c:pt idx="65">
                  <c:v>0.130526192220052</c:v>
                </c:pt>
                <c:pt idx="66">
                  <c:v>0.0523359562429438</c:v>
                </c:pt>
                <c:pt idx="67">
                  <c:v>-0.0261769483078727</c:v>
                </c:pt>
                <c:pt idx="68">
                  <c:v>-0.104528463267653</c:v>
                </c:pt>
                <c:pt idx="69">
                  <c:v>-0.182235525492148</c:v>
                </c:pt>
                <c:pt idx="70">
                  <c:v>-0.258819045102521</c:v>
                </c:pt>
                <c:pt idx="71">
                  <c:v>-0.333806859233771</c:v>
                </c:pt>
                <c:pt idx="72">
                  <c:v>-0.4067366430758</c:v>
                </c:pt>
                <c:pt idx="73">
                  <c:v>-0.477158760259608</c:v>
                </c:pt>
                <c:pt idx="74">
                  <c:v>-0.544639035015027</c:v>
                </c:pt>
                <c:pt idx="75">
                  <c:v>-0.60876142900872</c:v>
                </c:pt>
                <c:pt idx="76">
                  <c:v>-0.669130606358858</c:v>
                </c:pt>
                <c:pt idx="77">
                  <c:v>-0.725374371012288</c:v>
                </c:pt>
                <c:pt idx="78">
                  <c:v>-0.777145961456971</c:v>
                </c:pt>
                <c:pt idx="79">
                  <c:v>-0.824126188622016</c:v>
                </c:pt>
                <c:pt idx="80">
                  <c:v>-0.866025403784439</c:v>
                </c:pt>
              </c:numCache>
            </c:numRef>
          </c:yVal>
        </c:ser>
        <c:ser>
          <c:idx val="2"/>
          <c:order val="2"/>
          <c:tx>
            <c:v>L3</c:v>
          </c:tx>
          <c:spPr>
            <a:ln xmlns:a="http://schemas.openxmlformats.org/drawingml/2006/main" w="23813">
              <a:solidFill>
                <a:srgbClr val="267044"/>
              </a:solidFill>
            </a:ln>
          </c:spPr>
          <c:marker>
            <c:symbol val="none"/>
          </c:marker>
          <c:xVal>
            <c:numRef>
              <c:f>'Chart Data'!$E$2:$E$82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Data'!$F$2:$F$82</c:f>
              <c:numCache>
                <c:formatCode>0</c:formatCode>
                <c:ptCount val="81"/>
                <c:pt idx="0">
                  <c:v>0.866025403784439</c:v>
                </c:pt>
                <c:pt idx="1">
                  <c:v>0.824126188622016</c:v>
                </c:pt>
                <c:pt idx="2">
                  <c:v>0.777145961456971</c:v>
                </c:pt>
                <c:pt idx="3">
                  <c:v>0.725374371012288</c:v>
                </c:pt>
                <c:pt idx="4">
                  <c:v>0.669130606358858</c:v>
                </c:pt>
                <c:pt idx="5">
                  <c:v>0.608761429008721</c:v>
                </c:pt>
                <c:pt idx="6">
                  <c:v>0.544639035015027</c:v>
                </c:pt>
                <c:pt idx="7">
                  <c:v>0.477158760259609</c:v>
                </c:pt>
                <c:pt idx="8">
                  <c:v>0.4067366430758</c:v>
                </c:pt>
                <c:pt idx="9">
                  <c:v>0.333806859233771</c:v>
                </c:pt>
                <c:pt idx="10">
                  <c:v>0.258819045102521</c:v>
                </c:pt>
                <c:pt idx="11">
                  <c:v>0.182235525492148</c:v>
                </c:pt>
                <c:pt idx="12">
                  <c:v>0.104528463267654</c:v>
                </c:pt>
                <c:pt idx="13">
                  <c:v>0.0261769483078734</c:v>
                </c:pt>
                <c:pt idx="14">
                  <c:v>-0.0523359562429436</c:v>
                </c:pt>
                <c:pt idx="15">
                  <c:v>-0.130526192220051</c:v>
                </c:pt>
                <c:pt idx="16">
                  <c:v>-0.207911690817759</c:v>
                </c:pt>
                <c:pt idx="17">
                  <c:v>-0.284015344703922</c:v>
                </c:pt>
                <c:pt idx="18">
                  <c:v>-0.3583679495453</c:v>
                </c:pt>
                <c:pt idx="19">
                  <c:v>-0.430511096808295</c:v>
                </c:pt>
                <c:pt idx="20">
                  <c:v>-0.5</c:v>
                </c:pt>
                <c:pt idx="21">
                  <c:v>-0.566406236924833</c:v>
                </c:pt>
                <c:pt idx="22">
                  <c:v>-0.629320391049837</c:v>
                </c:pt>
                <c:pt idx="23">
                  <c:v>-0.688354575693754</c:v>
                </c:pt>
                <c:pt idx="24">
                  <c:v>-0.743144825477394</c:v>
                </c:pt>
                <c:pt idx="25">
                  <c:v>-0.793353340291235</c:v>
                </c:pt>
                <c:pt idx="26">
                  <c:v>-0.838670567945424</c:v>
                </c:pt>
                <c:pt idx="27">
                  <c:v>-0.878817112661965</c:v>
                </c:pt>
                <c:pt idx="28">
                  <c:v>-0.913545457642601</c:v>
                </c:pt>
                <c:pt idx="29">
                  <c:v>-0.942641491092178</c:v>
                </c:pt>
                <c:pt idx="30">
                  <c:v>-0.965925826289068</c:v>
                </c:pt>
                <c:pt idx="31">
                  <c:v>-0.983254907563955</c:v>
                </c:pt>
                <c:pt idx="32">
                  <c:v>-0.994521895368273</c:v>
                </c:pt>
                <c:pt idx="33">
                  <c:v>-0.999657324975557</c:v>
                </c:pt>
                <c:pt idx="34">
                  <c:v>-0.998629534754574</c:v>
                </c:pt>
                <c:pt idx="35">
                  <c:v>-0.99144486137381</c:v>
                </c:pt>
                <c:pt idx="36">
                  <c:v>-0.978147600733806</c:v>
                </c:pt>
                <c:pt idx="37">
                  <c:v>-0.958819734868193</c:v>
                </c:pt>
                <c:pt idx="38">
                  <c:v>-0.933580426497202</c:v>
                </c:pt>
                <c:pt idx="39">
                  <c:v>-0.902585284349861</c:v>
                </c:pt>
                <c:pt idx="40">
                  <c:v>-0.866025403784439</c:v>
                </c:pt>
                <c:pt idx="41">
                  <c:v>-0.824126188622016</c:v>
                </c:pt>
                <c:pt idx="42">
                  <c:v>-0.777145961456971</c:v>
                </c:pt>
                <c:pt idx="43">
                  <c:v>-0.725374371012288</c:v>
                </c:pt>
                <c:pt idx="44">
                  <c:v>-0.669130606358859</c:v>
                </c:pt>
                <c:pt idx="45">
                  <c:v>-0.608761429008721</c:v>
                </c:pt>
                <c:pt idx="46">
                  <c:v>-0.544639035015027</c:v>
                </c:pt>
                <c:pt idx="47">
                  <c:v>-0.477158760259608</c:v>
                </c:pt>
                <c:pt idx="48">
                  <c:v>-0.406736643075801</c:v>
                </c:pt>
                <c:pt idx="49">
                  <c:v>-0.333806859233771</c:v>
                </c:pt>
                <c:pt idx="50">
                  <c:v>-0.258819045102521</c:v>
                </c:pt>
                <c:pt idx="51">
                  <c:v>-0.182235525492149</c:v>
                </c:pt>
                <c:pt idx="52">
                  <c:v>-0.104528463267654</c:v>
                </c:pt>
                <c:pt idx="53">
                  <c:v>-0.0261769483078735</c:v>
                </c:pt>
                <c:pt idx="54">
                  <c:v>0.0523359562429439</c:v>
                </c:pt>
                <c:pt idx="55">
                  <c:v>0.130526192220052</c:v>
                </c:pt>
                <c:pt idx="56">
                  <c:v>0.207911690817759</c:v>
                </c:pt>
                <c:pt idx="57">
                  <c:v>0.284015344703922</c:v>
                </c:pt>
                <c:pt idx="58">
                  <c:v>0.3583679495453</c:v>
                </c:pt>
                <c:pt idx="59">
                  <c:v>0.430511096808294</c:v>
                </c:pt>
                <c:pt idx="60">
                  <c:v>0.499999999999999</c:v>
                </c:pt>
                <c:pt idx="61">
                  <c:v>0.566406236924832</c:v>
                </c:pt>
                <c:pt idx="62">
                  <c:v>0.629320391049838</c:v>
                </c:pt>
                <c:pt idx="63">
                  <c:v>0.688354575693754</c:v>
                </c:pt>
                <c:pt idx="64">
                  <c:v>0.743144825477394</c:v>
                </c:pt>
                <c:pt idx="65">
                  <c:v>0.793353340291235</c:v>
                </c:pt>
                <c:pt idx="66">
                  <c:v>0.838670567945424</c:v>
                </c:pt>
                <c:pt idx="67">
                  <c:v>0.878817112661965</c:v>
                </c:pt>
                <c:pt idx="68">
                  <c:v>0.913545457642601</c:v>
                </c:pt>
                <c:pt idx="69">
                  <c:v>0.942641491092178</c:v>
                </c:pt>
                <c:pt idx="70">
                  <c:v>0.965925826289068</c:v>
                </c:pt>
                <c:pt idx="71">
                  <c:v>0.983254907563955</c:v>
                </c:pt>
                <c:pt idx="72">
                  <c:v>0.994521895368273</c:v>
                </c:pt>
                <c:pt idx="73">
                  <c:v>0.999657324975557</c:v>
                </c:pt>
                <c:pt idx="74">
                  <c:v>0.998629534754574</c:v>
                </c:pt>
                <c:pt idx="75">
                  <c:v>0.991444861373811</c:v>
                </c:pt>
                <c:pt idx="76">
                  <c:v>0.978147600733806</c:v>
                </c:pt>
                <c:pt idx="77">
                  <c:v>0.958819734868193</c:v>
                </c:pt>
                <c:pt idx="78">
                  <c:v>0.933580426497202</c:v>
                </c:pt>
                <c:pt idx="79">
                  <c:v>0.90258528434986</c:v>
                </c:pt>
                <c:pt idx="80">
                  <c:v>0.866025403784439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u/û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ᴸ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Uᴸ mäts mellan två faser och kallas även huvudspänning.</a:t>
            </a:r>
          </a:p>
        </p:txBody>
      </p:sp>
      <p:sp>
        <p:nvSpPr>
          <p:cNvPr id="11" name="Uꜰ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Uꜰ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f478e257984d20"/>
          </a:graphicData>
        </a:graphic>
      </p:graphicFrame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motsvarar 120° ett tidsavstånd på 6,67 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Kurvorna är normaliserade till samma toppvärde.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ꜰ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Uꜰ: mellan fas och källans neutralpunkt.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Uᴸ: mellan två faser, även kallad huvudspänning.</a:t>
            </a:r>
          </a:p>
        </p:txBody>
      </p:sp>
      <p:sp>
        <p:nvSpPr>
          <p:cNvPr id="4" name="Uᴸ = √3 · Uꜰ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Uᴸ = √3 · Uꜰ</a:t>
            </a:r>
          </a:p>
        </p:txBody>
      </p:sp>
      <p:sp>
        <p:nvSpPr>
          <p:cNvPr id="5" name="I ett symmetriskt 400 V-system är Uꜰ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400 V-system är Uꜰ ≈ 231 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inte 400 V som fas–neutralspänning.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Linjespänningen är skillnaden mellan två fasvisare.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Visarna har samma längd och ligger 120° isär.</a:t>
            </a:r>
          </a:p>
        </p:txBody>
      </p:sp>
      <p:sp>
        <p:nvSpPr>
          <p:cNvPr id="4" name="Uᴸ² = Uꜰ² + Uꜰ² − 2Uꜰ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Uᴸ² = Uꜰ² + Uꜰ² − 2Uꜰ² cos 120°</a:t>
            </a:r>
          </a:p>
        </p:txBody>
      </p:sp>
      <p:sp>
        <p:nvSpPr>
          <p:cNvPr id="5" name="cos 120° = −0,5 ger Uᴸ² = 3Uꜰ².&#10;Därför blir Uᴸ = √3 Uꜰ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 = −0,5 ger Uᴸ² = 3Uꜰ².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blir Uᴸ = √3 Uꜰ.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ꜰ = 100 V vid f = 60 Hz. Sök Uᴸ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ger Uꜰ = 100 V vid f = 60 Hz. Sök Uᴸ och tidsavståndet 120°.</a:t>
            </a:r>
          </a:p>
        </p:txBody>
      </p:sp>
      <p:sp>
        <p:nvSpPr>
          <p:cNvPr id="11" name="Uᴸ = √3 Uꜰ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Uᴸ = √3 Uꜰ     Δt = (1/f)/3</a:t>
            </a:r>
          </a:p>
        </p:txBody>
      </p:sp>
      <p:sp>
        <p:nvSpPr>
          <p:cNvPr id="12" name="1. Uᴸ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Uᴸ = √3 · 100 ≈ 173,2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 Fasavstånd beskriver skillnaden i läge längs samma period.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lika, jämnt förskjutna faser.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hela periodens vinkel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period, Δt tidsförskjutning och φ fasavstånd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perioden först. Beräkna sedan hur stor del av perioden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 = 50 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ꜰ = Uᴸ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Uꜰ = Uᴸ/√3</a:t>
            </a:r>
          </a:p>
        </p:txBody>
      </p:sp>
      <p:sp>
        <p:nvSpPr>
          <p:cNvPr id="11" name="Uᴸ är linje- eller huvudspänning mellan två faser. Uꜰ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Uᴸ är linje- eller huvudspänning mellan två faser. Uꜰ är spänning mellan fas och källans neutralpunkt.</a:t>
            </a:r>
          </a:p>
        </p:txBody>
      </p:sp>
      <p:sp>
        <p:nvSpPr>
          <p:cNvPr id="12" name="Förutsättningar: Symmetrisk trefaskälla med Uᴸ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trefaskälla med Uᴸ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linjespänningen med √3. Ange tydligt att resultatet gäller fas–neutral.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ᴸ = 400 V i ett symmetriskt system. Beräkna Uꜰ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Uᴸ = 400 V i ett symmetriskt system. Beräkna Uꜰ.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Uᴸ = √3 · Uꜰ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Uᴸ = √3 · Uꜰ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har samma belopp och 120° mellan sig. Deras skillnad ger linjespänningen.</a:t>
            </a:r>
          </a:p>
        </p:txBody>
      </p:sp>
      <p:sp>
        <p:nvSpPr>
          <p:cNvPr id="12" name="Förutsättningar: Symmetrisk källa. Uꜰ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källa. Uꜰ = 120 V är fas–neutralspänning.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√3. Förväxla inte linjespänningen med summan 2Uꜰ.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ꜰ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Uꜰ = 120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gren,Y = Uᴸ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Ugren,Y = Uᴸ/√3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Ugren,Y är spänningen över en lastgren i symmetrisk Y.</a:t>
            </a:r>
          </a:p>
        </p:txBody>
      </p:sp>
      <p:sp>
        <p:nvSpPr>
          <p:cNvPr id="12" name="Förutsättningar: Avsedd tränare med Uᴸ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tränare med Uᴸ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Y-kopplingen och beräkna grenspänningen ur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Trefastränaren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trefastränare ger 12,0 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 = 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 A i varje fas ger 0 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 A + 10 A + 10 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 i protokollet.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 V mellan faser visar inte att varje fas–jordvärde är 230 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IN²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IN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 = −(I⃗₁ + I⃗₂ + I⃗₃)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 med exakt 120° mellan dem.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Föreställ dig tre lika visare jämnt runt ett varv. Deras komponenter tar ut varandra.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har 120° mellan faserna. Bestäm neutralströmmens RMS-värde.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|IN| = |Ifas| vid en enda faslast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 är neutralledarens ström. Den återför strömmen från den enda aktiva fas–neutral-lasten.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övriga fasströmmar är noll.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fas–neutral-last tar 5,0 A. De två andra fasströmmarna är noll. Bestäm neutralströmmen.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 = √(I₁² + I₂² + 2I₁I₂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beloppet av summan av två visare. cos120° = −0,5. I anges i A RMS.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I₁ = I₂ = 10 A, 120° mellan strömmarna och I₃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cos120° med minustecknet. Räkna uttrycket under roten och ta sedan kvadratroten.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är 10 A med 120° emellan. Den tredje är noll. Bestäm neutralströmmens belopp.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Umedel = (U₁₂ + U₂₃ + U₃₁)/3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max|Ui − Umedel|/Umedel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avvikelsens belopp.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 400, 402 och 398 V. Uppgiften använder ett enkelt spridningsmått.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medlet och jämför varje värde med medlet. Välj största skillnaden för procenttalet.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U₁₂ = 400 V, U₂₃ = 402 V och U₃₁ = 398 V. Beräkna medelvärdet och största avvikelsen i procent av medlet.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den gemensamma neutralen bryts kan två laster bilda en serieväg mellan faserna.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fas–neutral-laster. Båda fasledningarna är hela, men den gemensamma neutralledaren är bruten.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mellan faserna. Förklara varför olika impedanser då kan få olika spänningsandelar.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fas–neutral-laster har gemensam neutralpunkt. Neutralledaren bryts. Varför kan spänningarna ändras trots oförändrad linjespänning?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ᴸ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Uᴸ respektive Uꜰ?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6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AE78F7BC-E9EE-450B-AAC0-401DBB41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