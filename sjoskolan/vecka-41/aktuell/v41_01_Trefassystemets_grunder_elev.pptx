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vanligt: då är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inte linjespänningen som fas–neutralspänning.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100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 Fasavstånd beskriver skillnaden i läge längs samma period.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lika, jämnt förskjutna faser.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hela periodens vinkel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period, Δt tidsförskjutning och φ fasavstånd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perioden först. Beräkna sedan hur stor del av perioden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linje- eller huvudspänning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 mellan fas och källans neutralpunkt.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linjespänningen med √3. Ange tydligt att resultatet gäller fas–neutral.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har samma belopp och 120° mellan sig. Deras skillnad ger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är fas–neutralspänning.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√3. Förväxla inte linjespänningen med summan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120 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Ugren,Y är spänningen över en lastgren i symmetrisk Y.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tränare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Y-kopplingen och beräkna grenspänningen ur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Trefastränaren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trefastränare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IN²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IN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 = −(I⃗₁ + I⃗₂ + I⃗₃)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 med exakt 120° mellan dem.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Föreställ dig tre lika visare jämnt runt ett varv. Deras komponenter tar ut varandra.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 A har 120° mellan faserna. Bestäm neutralströmmens RMS-värde.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|IN| = |Ifas| vid en enda faslast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 är neutralledarens ström. Den återför strömmen från den enda aktiva fas–neutral-lasten.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övriga fasströmmar är noll.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fas–neutral-last tar 5,0 A. De två andra fasströmmarna är noll. Bestäm neutralströmmen.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beloppet av summan av två visare. cos120° = −0,5. I anges i A RMS.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I₁ = I₂ = 10 A, 120° mellan strömmarna och I₃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cos120° med minustecknet. Räkna uttrycket under roten och ta sedan kvadratroten.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är 10 A med 120° emellan. Den tredje är noll. Bestäm neutralströmmens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(U₁₂ + U₂₃ + U₃₁)/3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max|Ui − Umedel|/Umedel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avvikelsens belopp.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 400, 402 och 398 V. Uppgiften använder ett enkelt spridningsmått.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medlet och jämför varje värde med medlet. Välj största skillnaden för procenttalet.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U₁₂ = 400 V, U₂₃ = 402 V och U₃₁ = 398 V. Beräkna medelvärdet och största avvikelsen i procent av medlet.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den gemensamma neutralen bryts kan två laster bilda en serieväg mellan faserna.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fas–neutral-laster. Båda fasledningarna är hela, men den gemensamma neutralledaren är bruten.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mellan faserna. Förklara varför olika impedanser då kan få olika spänningsandelar.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fas–neutral-laster har gemensam neutralpunkt. Neutralledaren bryts. Varför kan spänningarna ändras trots oförändrad linjespänning?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