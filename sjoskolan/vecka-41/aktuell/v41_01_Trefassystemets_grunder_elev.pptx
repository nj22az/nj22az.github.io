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3f478e257984d20" Type="http://schemas.openxmlformats.org/officeDocument/2006/relationships/chart" Target="charts/chart1.xml"/><Relationship Id="Rb8301a7e805f460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L1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0.0784590957278449</c:v>
                </c:pt>
                <c:pt idx="2">
                  <c:v>0.156434465040231</c:v>
                </c:pt>
                <c:pt idx="3">
                  <c:v>0.233445363855905</c:v>
                </c:pt>
                <c:pt idx="4">
                  <c:v>0.309016994374947</c:v>
                </c:pt>
                <c:pt idx="5">
                  <c:v>0.38268343236509</c:v>
                </c:pt>
                <c:pt idx="6">
                  <c:v>0.453990499739547</c:v>
                </c:pt>
                <c:pt idx="7">
                  <c:v>0.522498564715949</c:v>
                </c:pt>
                <c:pt idx="8">
                  <c:v>0.587785252292473</c:v>
                </c:pt>
                <c:pt idx="9">
                  <c:v>0.649448048330184</c:v>
                </c:pt>
                <c:pt idx="10">
                  <c:v>0.707106781186547</c:v>
                </c:pt>
                <c:pt idx="11">
                  <c:v>0.760405965600031</c:v>
                </c:pt>
                <c:pt idx="12">
                  <c:v>0.809016994374947</c:v>
                </c:pt>
                <c:pt idx="13">
                  <c:v>0.852640164354092</c:v>
                </c:pt>
                <c:pt idx="14">
                  <c:v>0.891006524188368</c:v>
                </c:pt>
                <c:pt idx="15">
                  <c:v>0.923879532511287</c:v>
                </c:pt>
                <c:pt idx="16">
                  <c:v>0.951056516295154</c:v>
                </c:pt>
                <c:pt idx="17">
                  <c:v>0.972369920397677</c:v>
                </c:pt>
                <c:pt idx="18">
                  <c:v>0.987688340595138</c:v>
                </c:pt>
                <c:pt idx="19">
                  <c:v>0.996917333733128</c:v>
                </c:pt>
                <c:pt idx="20">
                  <c:v>1</c:v>
                </c:pt>
                <c:pt idx="21">
                  <c:v>0.996917333733128</c:v>
                </c:pt>
                <c:pt idx="22">
                  <c:v>0.987688340595138</c:v>
                </c:pt>
                <c:pt idx="23">
                  <c:v>0.972369920397677</c:v>
                </c:pt>
                <c:pt idx="24">
                  <c:v>0.951056516295154</c:v>
                </c:pt>
                <c:pt idx="25">
                  <c:v>0.923879532511287</c:v>
                </c:pt>
                <c:pt idx="26">
                  <c:v>0.891006524188368</c:v>
                </c:pt>
                <c:pt idx="27">
                  <c:v>0.852640164354092</c:v>
                </c:pt>
                <c:pt idx="28">
                  <c:v>0.809016994374947</c:v>
                </c:pt>
                <c:pt idx="29">
                  <c:v>0.760405965600031</c:v>
                </c:pt>
                <c:pt idx="30">
                  <c:v>0.707106781186548</c:v>
                </c:pt>
                <c:pt idx="31">
                  <c:v>0.649448048330184</c:v>
                </c:pt>
                <c:pt idx="32">
                  <c:v>0.587785252292473</c:v>
                </c:pt>
                <c:pt idx="33">
                  <c:v>0.522498564715949</c:v>
                </c:pt>
                <c:pt idx="34">
                  <c:v>0.453990499739547</c:v>
                </c:pt>
                <c:pt idx="35">
                  <c:v>0.38268343236509</c:v>
                </c:pt>
                <c:pt idx="36">
                  <c:v>0.309016994374948</c:v>
                </c:pt>
                <c:pt idx="37">
                  <c:v>0.233445363855906</c:v>
                </c:pt>
                <c:pt idx="38">
                  <c:v>0.156434465040231</c:v>
                </c:pt>
                <c:pt idx="39">
                  <c:v>0.0784590957278451</c:v>
                </c:pt>
                <c:pt idx="40">
                  <c:v>1.22464679914735e-16</c:v>
                </c:pt>
                <c:pt idx="41">
                  <c:v>-0.0784590957278444</c:v>
                </c:pt>
                <c:pt idx="42">
                  <c:v>-0.156434465040231</c:v>
                </c:pt>
                <c:pt idx="43">
                  <c:v>-0.233445363855905</c:v>
                </c:pt>
                <c:pt idx="44">
                  <c:v>-0.309016994374947</c:v>
                </c:pt>
                <c:pt idx="45">
                  <c:v>-0.38268343236509</c:v>
                </c:pt>
                <c:pt idx="46">
                  <c:v>-0.453990499739547</c:v>
                </c:pt>
                <c:pt idx="47">
                  <c:v>-0.522498564715949</c:v>
                </c:pt>
                <c:pt idx="48">
                  <c:v>-0.587785252292473</c:v>
                </c:pt>
                <c:pt idx="49">
                  <c:v>-0.649448048330183</c:v>
                </c:pt>
                <c:pt idx="50">
                  <c:v>-0.707106781186547</c:v>
                </c:pt>
                <c:pt idx="51">
                  <c:v>-0.760405965600031</c:v>
                </c:pt>
                <c:pt idx="52">
                  <c:v>-0.809016994374947</c:v>
                </c:pt>
                <c:pt idx="53">
                  <c:v>-0.852640164354092</c:v>
                </c:pt>
                <c:pt idx="54">
                  <c:v>-0.891006524188368</c:v>
                </c:pt>
                <c:pt idx="55">
                  <c:v>-0.923879532511287</c:v>
                </c:pt>
                <c:pt idx="56">
                  <c:v>-0.951056516295154</c:v>
                </c:pt>
                <c:pt idx="57">
                  <c:v>-0.972369920397676</c:v>
                </c:pt>
                <c:pt idx="58">
                  <c:v>-0.987688340595138</c:v>
                </c:pt>
                <c:pt idx="59">
                  <c:v>-0.996917333733128</c:v>
                </c:pt>
                <c:pt idx="60">
                  <c:v>-1</c:v>
                </c:pt>
                <c:pt idx="61">
                  <c:v>-0.996917333733128</c:v>
                </c:pt>
                <c:pt idx="62">
                  <c:v>-0.987688340595138</c:v>
                </c:pt>
                <c:pt idx="63">
                  <c:v>-0.972369920397677</c:v>
                </c:pt>
                <c:pt idx="64">
                  <c:v>-0.951056516295154</c:v>
                </c:pt>
                <c:pt idx="65">
                  <c:v>-0.923879532511287</c:v>
                </c:pt>
                <c:pt idx="66">
                  <c:v>-0.891006524188368</c:v>
                </c:pt>
                <c:pt idx="67">
                  <c:v>-0.852640164354093</c:v>
                </c:pt>
                <c:pt idx="68">
                  <c:v>-0.809016994374948</c:v>
                </c:pt>
                <c:pt idx="69">
                  <c:v>-0.760405965600031</c:v>
                </c:pt>
                <c:pt idx="70">
                  <c:v>-0.707106781186548</c:v>
                </c:pt>
                <c:pt idx="71">
                  <c:v>-0.649448048330183</c:v>
                </c:pt>
                <c:pt idx="72">
                  <c:v>-0.587785252292473</c:v>
                </c:pt>
                <c:pt idx="73">
                  <c:v>-0.522498564715949</c:v>
                </c:pt>
                <c:pt idx="74">
                  <c:v>-0.453990499739547</c:v>
                </c:pt>
                <c:pt idx="75">
                  <c:v>-0.38268343236509</c:v>
                </c:pt>
                <c:pt idx="76">
                  <c:v>-0.309016994374948</c:v>
                </c:pt>
                <c:pt idx="77">
                  <c:v>-0.233445363855905</c:v>
                </c:pt>
                <c:pt idx="78">
                  <c:v>-0.156434465040231</c:v>
                </c:pt>
                <c:pt idx="79">
                  <c:v>-0.0784590957278447</c:v>
                </c:pt>
                <c:pt idx="80">
                  <c:v>-2.44929359829471e-16</c:v>
                </c:pt>
              </c:numCache>
            </c:numRef>
          </c:yVal>
        </c:ser>
        <c:ser>
          <c:idx val="1"/>
          <c:order val="1"/>
          <c:tx>
            <c:v>L2</c:v>
          </c:tx>
          <c:spPr>
            <a:ln xmlns:a="http://schemas.openxmlformats.org/drawingml/2006/main" w="23813">
              <a:solidFill>
                <a:srgbClr val="B44C21"/>
              </a:solidFill>
            </a:ln>
          </c:spPr>
          <c:marker>
            <c:symbol val="none"/>
          </c:marker>
          <c:xVal>
            <c:numRef>
              <c:f>'Chart Data'!$C$2:$C$82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Data'!$D$2:$D$82</c:f>
              <c:numCache>
                <c:formatCode>0</c:formatCode>
                <c:ptCount val="81"/>
                <c:pt idx="0">
                  <c:v>-0.866025403784439</c:v>
                </c:pt>
                <c:pt idx="1">
                  <c:v>-0.902585284349861</c:v>
                </c:pt>
                <c:pt idx="2">
                  <c:v>-0.933580426497202</c:v>
                </c:pt>
                <c:pt idx="3">
                  <c:v>-0.958819734868193</c:v>
                </c:pt>
                <c:pt idx="4">
                  <c:v>-0.978147600733806</c:v>
                </c:pt>
                <c:pt idx="5">
                  <c:v>-0.99144486137381</c:v>
                </c:pt>
                <c:pt idx="6">
                  <c:v>-0.998629534754574</c:v>
                </c:pt>
                <c:pt idx="7">
                  <c:v>-0.999657324975557</c:v>
                </c:pt>
                <c:pt idx="8">
                  <c:v>-0.994521895368273</c:v>
                </c:pt>
                <c:pt idx="9">
                  <c:v>-0.983254907563955</c:v>
                </c:pt>
                <c:pt idx="10">
                  <c:v>-0.965925826289068</c:v>
                </c:pt>
                <c:pt idx="11">
                  <c:v>-0.942641491092178</c:v>
                </c:pt>
                <c:pt idx="12">
                  <c:v>-0.913545457642601</c:v>
                </c:pt>
                <c:pt idx="13">
                  <c:v>-0.878817112661965</c:v>
                </c:pt>
                <c:pt idx="14">
                  <c:v>-0.838670567945424</c:v>
                </c:pt>
                <c:pt idx="15">
                  <c:v>-0.793353340291235</c:v>
                </c:pt>
                <c:pt idx="16">
                  <c:v>-0.743144825477394</c:v>
                </c:pt>
                <c:pt idx="17">
                  <c:v>-0.688354575693754</c:v>
                </c:pt>
                <c:pt idx="18">
                  <c:v>-0.629320391049837</c:v>
                </c:pt>
                <c:pt idx="19">
                  <c:v>-0.566406236924833</c:v>
                </c:pt>
                <c:pt idx="20">
                  <c:v>-0.5</c:v>
                </c:pt>
                <c:pt idx="21">
                  <c:v>-0.430511096808295</c:v>
                </c:pt>
                <c:pt idx="22">
                  <c:v>-0.3583679495453</c:v>
                </c:pt>
                <c:pt idx="23">
                  <c:v>-0.284015344703922</c:v>
                </c:pt>
                <c:pt idx="24">
                  <c:v>-0.207911690817759</c:v>
                </c:pt>
                <c:pt idx="25">
                  <c:v>-0.130526192220051</c:v>
                </c:pt>
                <c:pt idx="26">
                  <c:v>-0.0523359562429437</c:v>
                </c:pt>
                <c:pt idx="27">
                  <c:v>0.0261769483078733</c:v>
                </c:pt>
                <c:pt idx="28">
                  <c:v>0.104528463267654</c:v>
                </c:pt>
                <c:pt idx="29">
                  <c:v>0.182235525492148</c:v>
                </c:pt>
                <c:pt idx="30">
                  <c:v>0.258819045102521</c:v>
                </c:pt>
                <c:pt idx="31">
                  <c:v>0.333806859233771</c:v>
                </c:pt>
                <c:pt idx="32">
                  <c:v>0.4067366430758</c:v>
                </c:pt>
                <c:pt idx="33">
                  <c:v>0.477158760259609</c:v>
                </c:pt>
                <c:pt idx="34">
                  <c:v>0.544639035015027</c:v>
                </c:pt>
                <c:pt idx="35">
                  <c:v>0.608761429008721</c:v>
                </c:pt>
                <c:pt idx="36">
                  <c:v>0.669130606358858</c:v>
                </c:pt>
                <c:pt idx="37">
                  <c:v>0.725374371012288</c:v>
                </c:pt>
                <c:pt idx="38">
                  <c:v>0.777145961456971</c:v>
                </c:pt>
                <c:pt idx="39">
                  <c:v>0.824126188622016</c:v>
                </c:pt>
                <c:pt idx="40">
                  <c:v>0.866025403784439</c:v>
                </c:pt>
                <c:pt idx="41">
                  <c:v>0.902585284349861</c:v>
                </c:pt>
                <c:pt idx="42">
                  <c:v>0.933580426497202</c:v>
                </c:pt>
                <c:pt idx="43">
                  <c:v>0.958819734868193</c:v>
                </c:pt>
                <c:pt idx="44">
                  <c:v>0.978147600733806</c:v>
                </c:pt>
                <c:pt idx="45">
                  <c:v>0.99144486137381</c:v>
                </c:pt>
                <c:pt idx="46">
                  <c:v>0.998629534754574</c:v>
                </c:pt>
                <c:pt idx="47">
                  <c:v>0.999657324975557</c:v>
                </c:pt>
                <c:pt idx="48">
                  <c:v>0.994521895368273</c:v>
                </c:pt>
                <c:pt idx="49">
                  <c:v>0.983254907563955</c:v>
                </c:pt>
                <c:pt idx="50">
                  <c:v>0.965925826289068</c:v>
                </c:pt>
                <c:pt idx="51">
                  <c:v>0.942641491092179</c:v>
                </c:pt>
                <c:pt idx="52">
                  <c:v>0.913545457642601</c:v>
                </c:pt>
                <c:pt idx="53">
                  <c:v>0.878817112661965</c:v>
                </c:pt>
                <c:pt idx="54">
                  <c:v>0.838670567945424</c:v>
                </c:pt>
                <c:pt idx="55">
                  <c:v>0.793353340291235</c:v>
                </c:pt>
                <c:pt idx="56">
                  <c:v>0.743144825477394</c:v>
                </c:pt>
                <c:pt idx="57">
                  <c:v>0.688354575693754</c:v>
                </c:pt>
                <c:pt idx="58">
                  <c:v>0.629320391049837</c:v>
                </c:pt>
                <c:pt idx="59">
                  <c:v>0.566406236924833</c:v>
                </c:pt>
                <c:pt idx="60">
                  <c:v>0.5</c:v>
                </c:pt>
                <c:pt idx="61">
                  <c:v>0.430511096808295</c:v>
                </c:pt>
                <c:pt idx="62">
                  <c:v>0.3583679495453</c:v>
                </c:pt>
                <c:pt idx="63">
                  <c:v>0.284015344703922</c:v>
                </c:pt>
                <c:pt idx="64">
                  <c:v>0.207911690817759</c:v>
                </c:pt>
                <c:pt idx="65">
                  <c:v>0.130526192220052</c:v>
                </c:pt>
                <c:pt idx="66">
                  <c:v>0.0523359562429438</c:v>
                </c:pt>
                <c:pt idx="67">
                  <c:v>-0.0261769483078727</c:v>
                </c:pt>
                <c:pt idx="68">
                  <c:v>-0.104528463267653</c:v>
                </c:pt>
                <c:pt idx="69">
                  <c:v>-0.182235525492148</c:v>
                </c:pt>
                <c:pt idx="70">
                  <c:v>-0.258819045102521</c:v>
                </c:pt>
                <c:pt idx="71">
                  <c:v>-0.333806859233771</c:v>
                </c:pt>
                <c:pt idx="72">
                  <c:v>-0.4067366430758</c:v>
                </c:pt>
                <c:pt idx="73">
                  <c:v>-0.477158760259608</c:v>
                </c:pt>
                <c:pt idx="74">
                  <c:v>-0.544639035015027</c:v>
                </c:pt>
                <c:pt idx="75">
                  <c:v>-0.60876142900872</c:v>
                </c:pt>
                <c:pt idx="76">
                  <c:v>-0.669130606358858</c:v>
                </c:pt>
                <c:pt idx="77">
                  <c:v>-0.725374371012288</c:v>
                </c:pt>
                <c:pt idx="78">
                  <c:v>-0.777145961456971</c:v>
                </c:pt>
                <c:pt idx="79">
                  <c:v>-0.824126188622016</c:v>
                </c:pt>
                <c:pt idx="80">
                  <c:v>-0.866025403784439</c:v>
                </c:pt>
              </c:numCache>
            </c:numRef>
          </c:yVal>
        </c:ser>
        <c:ser>
          <c:idx val="2"/>
          <c:order val="2"/>
          <c:tx>
            <c:v>L3</c:v>
          </c:tx>
          <c:spPr>
            <a:ln xmlns:a="http://schemas.openxmlformats.org/drawingml/2006/main" w="23813">
              <a:solidFill>
                <a:srgbClr val="267044"/>
              </a:solidFill>
            </a:ln>
          </c:spPr>
          <c:marker>
            <c:symbol val="none"/>
          </c:marker>
          <c:xVal>
            <c:numRef>
              <c:f>'Chart Data'!$E$2:$E$82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Data'!$F$2:$F$82</c:f>
              <c:numCache>
                <c:formatCode>0</c:formatCode>
                <c:ptCount val="81"/>
                <c:pt idx="0">
                  <c:v>0.866025403784439</c:v>
                </c:pt>
                <c:pt idx="1">
                  <c:v>0.824126188622016</c:v>
                </c:pt>
                <c:pt idx="2">
                  <c:v>0.777145961456971</c:v>
                </c:pt>
                <c:pt idx="3">
                  <c:v>0.725374371012288</c:v>
                </c:pt>
                <c:pt idx="4">
                  <c:v>0.669130606358858</c:v>
                </c:pt>
                <c:pt idx="5">
                  <c:v>0.608761429008721</c:v>
                </c:pt>
                <c:pt idx="6">
                  <c:v>0.544639035015027</c:v>
                </c:pt>
                <c:pt idx="7">
                  <c:v>0.477158760259609</c:v>
                </c:pt>
                <c:pt idx="8">
                  <c:v>0.4067366430758</c:v>
                </c:pt>
                <c:pt idx="9">
                  <c:v>0.333806859233771</c:v>
                </c:pt>
                <c:pt idx="10">
                  <c:v>0.258819045102521</c:v>
                </c:pt>
                <c:pt idx="11">
                  <c:v>0.182235525492148</c:v>
                </c:pt>
                <c:pt idx="12">
                  <c:v>0.104528463267654</c:v>
                </c:pt>
                <c:pt idx="13">
                  <c:v>0.0261769483078734</c:v>
                </c:pt>
                <c:pt idx="14">
                  <c:v>-0.0523359562429436</c:v>
                </c:pt>
                <c:pt idx="15">
                  <c:v>-0.130526192220051</c:v>
                </c:pt>
                <c:pt idx="16">
                  <c:v>-0.207911690817759</c:v>
                </c:pt>
                <c:pt idx="17">
                  <c:v>-0.284015344703922</c:v>
                </c:pt>
                <c:pt idx="18">
                  <c:v>-0.3583679495453</c:v>
                </c:pt>
                <c:pt idx="19">
                  <c:v>-0.430511096808295</c:v>
                </c:pt>
                <c:pt idx="20">
                  <c:v>-0.5</c:v>
                </c:pt>
                <c:pt idx="21">
                  <c:v>-0.566406236924833</c:v>
                </c:pt>
                <c:pt idx="22">
                  <c:v>-0.629320391049837</c:v>
                </c:pt>
                <c:pt idx="23">
                  <c:v>-0.688354575693754</c:v>
                </c:pt>
                <c:pt idx="24">
                  <c:v>-0.743144825477394</c:v>
                </c:pt>
                <c:pt idx="25">
                  <c:v>-0.793353340291235</c:v>
                </c:pt>
                <c:pt idx="26">
                  <c:v>-0.838670567945424</c:v>
                </c:pt>
                <c:pt idx="27">
                  <c:v>-0.878817112661965</c:v>
                </c:pt>
                <c:pt idx="28">
                  <c:v>-0.913545457642601</c:v>
                </c:pt>
                <c:pt idx="29">
                  <c:v>-0.942641491092178</c:v>
                </c:pt>
                <c:pt idx="30">
                  <c:v>-0.965925826289068</c:v>
                </c:pt>
                <c:pt idx="31">
                  <c:v>-0.983254907563955</c:v>
                </c:pt>
                <c:pt idx="32">
                  <c:v>-0.994521895368273</c:v>
                </c:pt>
                <c:pt idx="33">
                  <c:v>-0.999657324975557</c:v>
                </c:pt>
                <c:pt idx="34">
                  <c:v>-0.998629534754574</c:v>
                </c:pt>
                <c:pt idx="35">
                  <c:v>-0.99144486137381</c:v>
                </c:pt>
                <c:pt idx="36">
                  <c:v>-0.978147600733806</c:v>
                </c:pt>
                <c:pt idx="37">
                  <c:v>-0.958819734868193</c:v>
                </c:pt>
                <c:pt idx="38">
                  <c:v>-0.933580426497202</c:v>
                </c:pt>
                <c:pt idx="39">
                  <c:v>-0.902585284349861</c:v>
                </c:pt>
                <c:pt idx="40">
                  <c:v>-0.866025403784439</c:v>
                </c:pt>
                <c:pt idx="41">
                  <c:v>-0.824126188622016</c:v>
                </c:pt>
                <c:pt idx="42">
                  <c:v>-0.777145961456971</c:v>
                </c:pt>
                <c:pt idx="43">
                  <c:v>-0.725374371012288</c:v>
                </c:pt>
                <c:pt idx="44">
                  <c:v>-0.669130606358859</c:v>
                </c:pt>
                <c:pt idx="45">
                  <c:v>-0.608761429008721</c:v>
                </c:pt>
                <c:pt idx="46">
                  <c:v>-0.544639035015027</c:v>
                </c:pt>
                <c:pt idx="47">
                  <c:v>-0.477158760259608</c:v>
                </c:pt>
                <c:pt idx="48">
                  <c:v>-0.406736643075801</c:v>
                </c:pt>
                <c:pt idx="49">
                  <c:v>-0.333806859233771</c:v>
                </c:pt>
                <c:pt idx="50">
                  <c:v>-0.258819045102521</c:v>
                </c:pt>
                <c:pt idx="51">
                  <c:v>-0.182235525492149</c:v>
                </c:pt>
                <c:pt idx="52">
                  <c:v>-0.104528463267654</c:v>
                </c:pt>
                <c:pt idx="53">
                  <c:v>-0.0261769483078735</c:v>
                </c:pt>
                <c:pt idx="54">
                  <c:v>0.0523359562429439</c:v>
                </c:pt>
                <c:pt idx="55">
                  <c:v>0.130526192220052</c:v>
                </c:pt>
                <c:pt idx="56">
                  <c:v>0.207911690817759</c:v>
                </c:pt>
                <c:pt idx="57">
                  <c:v>0.284015344703922</c:v>
                </c:pt>
                <c:pt idx="58">
                  <c:v>0.3583679495453</c:v>
                </c:pt>
                <c:pt idx="59">
                  <c:v>0.430511096808294</c:v>
                </c:pt>
                <c:pt idx="60">
                  <c:v>0.499999999999999</c:v>
                </c:pt>
                <c:pt idx="61">
                  <c:v>0.566406236924832</c:v>
                </c:pt>
                <c:pt idx="62">
                  <c:v>0.629320391049838</c:v>
                </c:pt>
                <c:pt idx="63">
                  <c:v>0.688354575693754</c:v>
                </c:pt>
                <c:pt idx="64">
                  <c:v>0.743144825477394</c:v>
                </c:pt>
                <c:pt idx="65">
                  <c:v>0.793353340291235</c:v>
                </c:pt>
                <c:pt idx="66">
                  <c:v>0.838670567945424</c:v>
                </c:pt>
                <c:pt idx="67">
                  <c:v>0.878817112661965</c:v>
                </c:pt>
                <c:pt idx="68">
                  <c:v>0.913545457642601</c:v>
                </c:pt>
                <c:pt idx="69">
                  <c:v>0.942641491092178</c:v>
                </c:pt>
                <c:pt idx="70">
                  <c:v>0.965925826289068</c:v>
                </c:pt>
                <c:pt idx="71">
                  <c:v>0.983254907563955</c:v>
                </c:pt>
                <c:pt idx="72">
                  <c:v>0.994521895368273</c:v>
                </c:pt>
                <c:pt idx="73">
                  <c:v>0.999657324975557</c:v>
                </c:pt>
                <c:pt idx="74">
                  <c:v>0.998629534754574</c:v>
                </c:pt>
                <c:pt idx="75">
                  <c:v>0.991444861373811</c:v>
                </c:pt>
                <c:pt idx="76">
                  <c:v>0.978147600733806</c:v>
                </c:pt>
                <c:pt idx="77">
                  <c:v>0.958819734868193</c:v>
                </c:pt>
                <c:pt idx="78">
                  <c:v>0.933580426497202</c:v>
                </c:pt>
                <c:pt idx="79">
                  <c:v>0.90258528434986</c:v>
                </c:pt>
                <c:pt idx="80">
                  <c:v>0.866025403784439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u/û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f478e257984d20"/>
          </a:graphicData>
        </a:graphic>
      </p:graphicFrame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kan en fas ha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100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100 ≈ 173,2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IN²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