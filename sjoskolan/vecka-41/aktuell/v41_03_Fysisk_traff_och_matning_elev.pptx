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SELV-rigg?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rigg.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 och U₂ i övning 3.2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riggens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Förberedelse: övning 3.4 (AC) och 3.5 (trefas).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trefasrigg: räkna på övningsdata eller i Trefaslabbet och dokumentera det som teori.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handlar om hur systemet är skyddat, bland annat om det är skilt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Riggen är märkt 12 V, men det finns ingen dokumentation om skyddet. Inget praktiskt moment får bygga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Håll isär märkspänning och kontrollerat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A. En voltmeter mäter mellan två punkter.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 i serie. Räkna med exakta 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totalresistansen, strömmen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rita voltmetern parallellt över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 V-rigg har 1 kΩ och 2 kΩ i serie. Beräkna strömmen och rita hur en voltmeter ska anslutas för att mäta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källspänning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11,94 V, 3,98 V och 7,96 V togs samtidigt i samma seriekrets.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11,94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3,98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7,96 V. Kontrollera spänningslagen med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effektivvärdet.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likspänningsdel. Mätvärdet 12,1 V är effektivvärdet.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 och skriv att sambandet bara gäller sinusform.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AC-riggens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övningskälla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Uförv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Uuppmätt − Uförv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avvikelsen med tecken. Ett negativt värde betyder att den uppmätta spänningen är lägre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Uuppmätt = 6,90 V. Avrunda inte mellanresultatet.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den förväntade grenspänningen, dra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trefasrigg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schema-hallkrets" descr="+12 V – S0 STOPP (NC) – S1 START (NO) parallellt med K1 (NO) – spolen K1 – 0 V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33" y="2395728"/>
            <a:ext cx="686653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Rnom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inte är 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Hållkretsen i figuren: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de parallella vägarna efter S0 och avgör om någon av dem är obruten ända fram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Kontakten ligger parallellt med START och kan hålla kvar strömvägen.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medan START hålls in och efter att den släppts. Beskriv hur kontakterna ändrar läge.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kontroll som skiljer mellan orsakerna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när knappen släpps. Mätning och omkoppling görs enligt handledarens plan för riggen.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kontroll som skiljer mellan orsakerna.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det nominella värdet och p toleransen i procent. Ett värde precis på gränsen är godkänt.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p = 5, uppmätt 1,03 kΩ. Instrumentets fel räknas inte med.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nedre och övre gräns och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±5 % mäts till 1,03 kΩ. Bortse från instrumentets fel.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11,94 V och spänningsfallen 3,98 V och 7,96 V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Vad visar jämförelsen, och vad visar den inte?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