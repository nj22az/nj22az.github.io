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Stationsförslag med SELV-riggar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Jämföra beräknade värden med kontrollerade mätdata.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Planera och dokumentera en mätning med handledare.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information visar att en 12 V-utrustning verkligen är en SELV-rigg?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före mätning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Förväntat värde kommer från schema, märkdata och angiven modell.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 kräver två mätpunkter, instrument och driftläge.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Avvikelse är uppmätt minus förväntat värde.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behöver ta hänsyn till tolerans och instrumentets bidrag.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Ramar för stationspasset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kontrollerar rigg, strömgräns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Elevpraktik sker på avsedd SELV-utrustning eller spänningslöst.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Klartecken före energisättning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Omkoppling sker frånskilt. Avbryt vid skada, värme eller osäkerhet.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Trefasmätning kräver en avsedd, dokumenterad rigg.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A: DC-delare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 V DC matar 1 kΩ och 2 kΩ i serie.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ström och spänningsfall före mätningen.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U/(R₁ + R₂)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I och U₂ i övning 2 före mätningen.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granskar mätplan och anslutningar före start.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A: 12 V DC matar R1 1 kiloohm oc" descr="Station A: 12 V DC matar R1 1 kiloohm och R2 2 kiloohm i seri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B: AC och trefas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avsedd isolerad AC-källa och lämpligt RMS-instrument.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endast vid riggens dokumenterade mätpunkter.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Ugren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i symmetrisk Y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Förberedelse: övning 4 (AC) och 5 (trefas).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Saknas trefasrigg: räkna på övningsdata eller i Trefaslabbet och dokumentera det som teori.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B: symmetrisk Y-last på trefastr" descr="Station B: symmetrisk Y-last på trefastränare med linjespänningen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förutsäg en mätning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9 V DC-rigg har 1 kΩ och 2 kΩ i serie. Spänning ska mätas över 2 kΩ.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U/(R₁ + R₂)     U₂ = I · R₂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Rtotal = 3 kΩ. I = 9/3 = 3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U₂ = 3 mA · 2 kΩ = 6 V. U₁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Voltmeter ansluts parallellt över R₂ efter handledarens kontroll.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+ 6 = 9 V. Protokollet anger rigg, mätpunkter, instrument och driftläge.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SELV kräver skyddande separation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SELV handlar om hur systemet är skyddat, bland annat om det är skilt från kretsar med högre spänning.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Riggen är märkt 12 V, men det finns ingen dokumentation om skyddet. Inget praktiskt moment får bygga på en gissning.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Håll isär märkspänning och kontrollerat skydd. Ange vilken dokumentation instruktören måste kontrollera.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före stationen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rigg är märkt 12 V men saknar dokumentation om skyddande separation. Kan spänningsvärdet ensamt användas som bevis för SELV?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 =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A. En voltmeter mäter mellan två punkter.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Kontrollerad 12 V DC-rigg med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 och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 i serie. Räkna med exakta värden.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totalresistansen, strömmen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rita voltmetern parallellt över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Plan för DC-mätning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12 V-rigg har 1 kΩ och 2 kΩ i serie. Beräkna strömmen och rita hur en voltmeter ska anslutas för att mäta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12 V med 1 och 2 kiloohm; str" descr="Seriekrets 12 V med 1 och 2 kiloohm; ström och U2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Slinglagen jämför källspänning med summan av spänningsfallen. Alla värden anges i V.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11,94 V, 3,98 V och 7,96 V togs samtidigt i samma seriekrets.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fallen och jämför med källan. Ange hur stor rest som återstår.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Observerade DC-värden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11,94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3,98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7,96 V. Kontrollera spänningslagen med mätvärdena.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effektivvärdet.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likspänningsdel. Mätvärdet 12,1 V är effektivvärdet.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√2 och skriv att sambandet bara gäller sinusform.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AC-riggens toppvärde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övningskälla mäts till 12,1 V RMS. Beräkna förväntat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1 V; toppvär" descr="Sinus med effektivvärdet 12,1 V; toppvärdet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Uförv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Uuppmätt − Uförv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avvikelsen med tecken. Ett negativt värde betyder att den uppmätta spänningen är lägre än den beräknade.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Y,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 och Uuppmätt = 6,90 V. Avrunda inte mellanresultatet.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den förväntade grenspänningen, dra den från mätvärdet och tolka tecknet.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Trefasdata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trefasrigg har uppmätt linjespänning 12,0 V. Beräkna förväntad Y-grenspänning och jämför med uppmätt 6,90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linjespänningen 12,0 V och up" descr="Y-last med linjespänningen 12,0 V och uppmätt grenspänning 6,90 V; förväntat värde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är normalt sluten. START är normalt öppen.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hjälpkontakt håller spolens matning efter start.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40956-9118-47BD-B7FF-82B9FB68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DFB14BCC-099A-42BA-82E3-B11429DC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6BF13-38E3-4017-B549-B8E5E3A4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72C5D-5F2C-480B-A67B-98A8523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EBC6C-2BD7-4645-9052-BD095ABB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9D514-DB9D-484F-85D8-C400EB35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F3957DF1-7E39-4561-967A-62F2AC9E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3B19A-1B4D-4966-B438-8DF68819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B5C44-21E6-4AA4-8FAC-93EEEC7C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1B71C-623F-4BDF-BC05-16CA82FF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1B2E3-B67D-4433-AC27-2193C360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B9711-B48E-4B36-ADB3-1CE29671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071FF-CBC8-4733-9456-E5DFF484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60585DC3-989C-4A0A-A6D0-7AE14B6B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69FB9-C578-4CAE-8527-E89EC8E7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88B6F-8057-47D0-8C40-1360CFEB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A8116-006C-4DF5-A2BC-5283F5C8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E6F35-6BA0-42F7-BFAE-669F89C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BCA3A-C9AD-48BC-AFAB-BD3E0EE8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C0059-CC90-420A-85DC-0A1B3FDE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7274E6-C6C5-4C2D-A010-EEBC3B26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9DE909-D29F-4436-843E-D3A9EC13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39196-52F8-4545-8F8A-662125B1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2524ABC0-B3DD-4C94-92BF-545A4620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5E738-0DB7-487D-AF6E-F4D2C3F1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597445-B984-45F8-9160-4CE733BC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F477F9DC-45C6-4880-A36A-052D8BB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BB65C4-5F14-4B39-8D0A-389547FB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F77C61B-32BA-4942-8929-B995C8A6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Vila, start, hållning och stopp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använder säkra förberedda felmoduler.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Eleven jämför förväntad funktion med observerad funktion.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Anteckna både beräkning, verkligt värde och mätvillkor.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Toleranser, källspänning och instrumentdata påverkar jämförelsen.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skillnad är inte automatiskt ett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motiverar minst ett metodval.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Handledaren dokumenterar vad personen faktiskt genomförde.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och slutsats hålls isär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”K1 släpper efter START” är en observation.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”Avbrott i hållvägen” är en hypotes som behöver prövas.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tolkning av ett mätvärde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 kΩ-resistor har toleransen ±5 %. Den mäts till 2,06 kΩ. Instrumentfel försummas här.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Gränser = Rnom · (1 ± p/100)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Nedre gräns = 2 · 0,95 = 1,90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Övre gräns = 2 · 1,05 = 2,10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2,06 kΩ ligger mellan gränserna och uppfyller övningskravet.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bedömning behöver även instrumentets bidrag och jämförbara mätvillkor.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Matad spole kräver sluten väg från + till 0 V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NC är normalt sluten och NO normalt öppen. K1:s NO-hållkontakt är öppen när spolen inte är påverkad.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Hållkretsen i figuren: S0 sluten, S1 öppen, K1 i vila. Returen är hel.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de parallella vägarna efter S0 och avgör om någon av dem är obruten ända fram till spolen.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vila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hållkretsen är S0 sluten, S1 öppen och K1 opåverkad. Finns en sluten strömväg till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: S0 sluten, S1 öppen, K" descr="Hållkrets i vila: S0 sluten, S1 öppen, K1:s hållkontakt öp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K1:s NO-kontakt följer K1-spolen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spolen drar sluter dess NO-kontakt. Kontakten ligger parallellt med START och kan hålla kvar strömvägen.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S1 hålls in tills K1 hinner dra.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medan START hålls in och efter att den släppts. Beskriv hur kontakterna ändrar läge.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start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trycks in och K1 drar. Vad ska K1:s NO-hjälpkontakt göra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med START intryckt och K1 drag" descr="Hållkrets med START intryckt och K1 dragen; hållkontaktens läge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 prövas med förväntat kontrollresultat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möjlig orsak. En kontroll som skiljer mellan orsakerna ger olika resultat för olika orsaker.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men släpper när knappen släpps. Mätning och omkoppling görs enligt handledarens plan för riggen.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hållvägen. Beskriv vilken observation som skulle stödja eller försvaga hypotesen.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Förberett fel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medan START hålls in men släpper direkt när knappen släpps. Föreslå en felhypotes och en kontroll som skiljer mellan orsakerna.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och tidsdiagram: K1 drar med S" descr="Hållkrets och tidsdiagram: K1 drar med START men släpper när START släp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(1 −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+ p/100)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det nominella värdet och p toleransen i procent. Ett värde precis på gränsen är godkänt.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kΩ, p = 5, uppmätt 1,03 kΩ. Instrumentets fel räknas inte med.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nedre och övre gräns och jämför mätvärdet med båda.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 med avvikelse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 kΩ-resistor med tolerans ±5 % mäts till 1,03 kΩ. Bortse från instrumentets fel. Ligger värdet inom toleransen?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oleransband plus minus 5 procent kring " descr="Toleransband plus minus 5 procent kring 1 kiloohm; uppmätt 1,03 kilo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 kopplas till data och driftfall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ska ange vad jämförelsen visar. Mätvillkor och kvarstående osäkerhet avgränsar slutsatsen.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11,94 V och spänningsfallen 3,98 V och 7,96 V är givna övningsdata.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Visa summan och jämför med källan. Vad visar jämförelsen, och vad visar den inte?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Egen slutsats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kort slutsats till protokollet: källan mäts till 11,94 V och seriekretsens spänningsfall är 3,98 och 7,96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slutsats kan ditt protokoll stödja, och vad har du ännu inte kontrollerat?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individuellt protokoll. Praktisk bedömning och eventuella kompletteringar följer lärarens separata plan 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dafdc350414a8a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26d635f80904509"/>
              </a:rPr>
              <a:t>SEK: SS-EN 50110-1, utgåva 4:2024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04cd51401e44174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