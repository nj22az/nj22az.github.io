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57e34278eb74a8d" Type="http://schemas.openxmlformats.org/officeDocument/2006/relationships/officeDocument" Target="ppt/presentation.xml"/><Relationship Id="R4b9c067e7481457a" Type="http://schemas.openxmlformats.org/package/2006/relationships/metadata/core-properties" Target="docProps/core.xml"/><Relationship Id="R54284ed06bb442d8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d61c94d2a7c469f"/>
  </p:sldMasterIdLst>
  <p:sldIdLst>
    <p:sldId id="256" r:id="R5a1ee7f1327e424a"/>
    <p:sldId id="257" r:id="R87f80e328a554079"/>
    <p:sldId id="258" r:id="R304828e14aed4fd8"/>
    <p:sldId id="259" r:id="Ra39aff3387a34136"/>
    <p:sldId id="260" r:id="R582a00ed88fb43cd"/>
    <p:sldId id="261" r:id="Rf3e8405fbf664568"/>
    <p:sldId id="262" r:id="R0047df74181f4f01"/>
    <p:sldId id="263" r:id="Re3fbdf93906a473c"/>
    <p:sldId id="264" r:id="R665a9f1e160f4fce"/>
    <p:sldId id="265" r:id="R38b70e9a82ab47b8"/>
    <p:sldId id="266" r:id="R922c9bfb0eb74c0d"/>
    <p:sldId id="267" r:id="R93ba8d7e43a24be1"/>
    <p:sldId id="268" r:id="R15e3f3a7dd2545e1"/>
    <p:sldId id="269" r:id="Rf28d482ce20e4ab5"/>
    <p:sldId id="270" r:id="Reab36455477c4f98"/>
    <p:sldId id="271" r:id="Ra5690a1b23014bf4"/>
    <p:sldId id="272" r:id="R32b5ed8f4d504842"/>
    <p:sldId id="273" r:id="R9847cfbb07bb4b92"/>
    <p:sldId id="274" r:id="R3141661295cd40ce"/>
    <p:sldId id="275" r:id="Rc162b9d790564da0"/>
    <p:sldId id="276" r:id="R8c028002e63b4f73"/>
    <p:sldId id="277" r:id="R127d45ea875a42dc"/>
    <p:sldId id="278" r:id="R4c558434d0a44206"/>
    <p:sldId id="279" r:id="R0ddbe49e3b774f31"/>
    <p:sldId id="280" r:id="R38f9f89c49f1411b"/>
    <p:sldId id="281" r:id="Re5382b6a478846bb"/>
    <p:sldId id="282" r:id="Re91807c4c5e54760"/>
    <p:sldId id="283" r:id="R8bb2624ef8c8452b"/>
    <p:sldId id="284" r:id="R3eb71dddeec241c6"/>
    <p:sldId id="285" r:id="Ra66efb76405543e0"/>
    <p:sldId id="286" r:id="Rae3fb2718281430a"/>
    <p:sldId id="287" r:id="R44cb685748994db9"/>
    <p:sldId id="288" r:id="R56ef2647e9704790"/>
    <p:sldId id="289" r:id="R0f9b70c147d24c07"/>
    <p:sldId id="290" r:id="R0ded7175166141a3"/>
    <p:sldId id="291" r:id="R60121635a42c4cf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47df74181f4f01" Type="http://schemas.openxmlformats.org/officeDocument/2006/relationships/slide" Target="slides/slide7.xml"/><Relationship Id="R05c3a851865f474a" Type="http://schemas.openxmlformats.org/officeDocument/2006/relationships/theme" Target="theme/theme1.xml"/><Relationship Id="R0ddbe49e3b774f31" Type="http://schemas.openxmlformats.org/officeDocument/2006/relationships/slide" Target="slides/slide24.xml"/><Relationship Id="R0ded7175166141a3" Type="http://schemas.openxmlformats.org/officeDocument/2006/relationships/slide" Target="slides/slide35.xml"/><Relationship Id="R0f9b70c147d24c07" Type="http://schemas.openxmlformats.org/officeDocument/2006/relationships/slide" Target="slides/slide34.xml"/><Relationship Id="R127d45ea875a42dc" Type="http://schemas.openxmlformats.org/officeDocument/2006/relationships/slide" Target="slides/slide22.xml"/><Relationship Id="R15e3f3a7dd2545e1" Type="http://schemas.openxmlformats.org/officeDocument/2006/relationships/slide" Target="slides/slide13.xml"/><Relationship Id="R2d61c94d2a7c469f" Type="http://schemas.openxmlformats.org/officeDocument/2006/relationships/slideMaster" Target="slideMasters/slideMaster1.xml"/><Relationship Id="R304828e14aed4fd8" Type="http://schemas.openxmlformats.org/officeDocument/2006/relationships/slide" Target="slides/slide3.xml"/><Relationship Id="R3141661295cd40ce" Type="http://schemas.openxmlformats.org/officeDocument/2006/relationships/slide" Target="slides/slide19.xml"/><Relationship Id="R32b5ed8f4d504842" Type="http://schemas.openxmlformats.org/officeDocument/2006/relationships/slide" Target="slides/slide17.xml"/><Relationship Id="R38b70e9a82ab47b8" Type="http://schemas.openxmlformats.org/officeDocument/2006/relationships/slide" Target="slides/slide10.xml"/><Relationship Id="R38f9f89c49f1411b" Type="http://schemas.openxmlformats.org/officeDocument/2006/relationships/slide" Target="slides/slide25.xml"/><Relationship Id="R3eb71dddeec241c6" Type="http://schemas.openxmlformats.org/officeDocument/2006/relationships/slide" Target="slides/slide29.xml"/><Relationship Id="R407466834db24691" Type="http://schemas.openxmlformats.org/officeDocument/2006/relationships/viewProps" Target="viewProps.xml"/><Relationship Id="R44cb685748994db9" Type="http://schemas.openxmlformats.org/officeDocument/2006/relationships/slide" Target="slides/slide32.xml"/><Relationship Id="R4c558434d0a44206" Type="http://schemas.openxmlformats.org/officeDocument/2006/relationships/slide" Target="slides/slide23.xml"/><Relationship Id="R56ef2647e9704790" Type="http://schemas.openxmlformats.org/officeDocument/2006/relationships/slide" Target="slides/slide33.xml"/><Relationship Id="R582a00ed88fb43cd" Type="http://schemas.openxmlformats.org/officeDocument/2006/relationships/slide" Target="slides/slide5.xml"/><Relationship Id="R5a1ee7f1327e424a" Type="http://schemas.openxmlformats.org/officeDocument/2006/relationships/slide" Target="slides/slide1.xml"/><Relationship Id="R60121635a42c4cff" Type="http://schemas.openxmlformats.org/officeDocument/2006/relationships/slide" Target="slides/slide36.xml"/><Relationship Id="R665a9f1e160f4fce" Type="http://schemas.openxmlformats.org/officeDocument/2006/relationships/slide" Target="slides/slide9.xml"/><Relationship Id="R87f80e328a554079" Type="http://schemas.openxmlformats.org/officeDocument/2006/relationships/slide" Target="slides/slide2.xml"/><Relationship Id="R8b2dd4ee96d34b31" Type="http://schemas.openxmlformats.org/officeDocument/2006/relationships/presProps" Target="presProps.xml"/><Relationship Id="R8bb2624ef8c8452b" Type="http://schemas.openxmlformats.org/officeDocument/2006/relationships/slide" Target="slides/slide28.xml"/><Relationship Id="R8c028002e63b4f73" Type="http://schemas.openxmlformats.org/officeDocument/2006/relationships/slide" Target="slides/slide21.xml"/><Relationship Id="R91ab0e094f164fca" Type="http://schemas.openxmlformats.org/officeDocument/2006/relationships/tableStyles" Target="tableStyles.xml"/><Relationship Id="R922c9bfb0eb74c0d" Type="http://schemas.openxmlformats.org/officeDocument/2006/relationships/slide" Target="slides/slide11.xml"/><Relationship Id="R93ba8d7e43a24be1" Type="http://schemas.openxmlformats.org/officeDocument/2006/relationships/slide" Target="slides/slide12.xml"/><Relationship Id="R9847cfbb07bb4b92" Type="http://schemas.openxmlformats.org/officeDocument/2006/relationships/slide" Target="slides/slide18.xml"/><Relationship Id="Ra39aff3387a34136" Type="http://schemas.openxmlformats.org/officeDocument/2006/relationships/slide" Target="slides/slide4.xml"/><Relationship Id="Ra5690a1b23014bf4" Type="http://schemas.openxmlformats.org/officeDocument/2006/relationships/slide" Target="slides/slide16.xml"/><Relationship Id="Ra66efb76405543e0" Type="http://schemas.openxmlformats.org/officeDocument/2006/relationships/slide" Target="slides/slide30.xml"/><Relationship Id="Rae3fb2718281430a" Type="http://schemas.openxmlformats.org/officeDocument/2006/relationships/slide" Target="slides/slide31.xml"/><Relationship Id="Rc162b9d790564da0" Type="http://schemas.openxmlformats.org/officeDocument/2006/relationships/slide" Target="slides/slide20.xml"/><Relationship Id="Re3fbdf93906a473c" Type="http://schemas.openxmlformats.org/officeDocument/2006/relationships/slide" Target="slides/slide8.xml"/><Relationship Id="Re5382b6a478846bb" Type="http://schemas.openxmlformats.org/officeDocument/2006/relationships/slide" Target="slides/slide26.xml"/><Relationship Id="Re91807c4c5e54760" Type="http://schemas.openxmlformats.org/officeDocument/2006/relationships/slide" Target="slides/slide27.xml"/><Relationship Id="Reab36455477c4f98" Type="http://schemas.openxmlformats.org/officeDocument/2006/relationships/slide" Target="slides/slide15.xml"/><Relationship Id="Rf28d482ce20e4ab5" Type="http://schemas.openxmlformats.org/officeDocument/2006/relationships/slide" Target="slides/slide14.xml"/><Relationship Id="Rf3e8405fbf664568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c03d83f039834a3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ccca12c483740c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3226148f77048a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29a55ae32e2449cd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b96b892c45e2478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00e1a53f03c4b30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a30ed333b8b461e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03e5263fb2a344ec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ad9db353a494ee9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3733f5d10e00482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35e460890951437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D6D8109-34EB-4F98-AE52-881EED69722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AAF92DF-DEE5-4884-8CE4-AE74AD88F9A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6220C88-D432-4075-8DB2-97456F74FEB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9F990-FEB1-4236-88B1-3960B2EB2DD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6FEA425-1206-4A42-87C4-6306180219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7E67F04-AFA7-41EB-9A32-887A781145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7C3EC3-0427-4046-9192-8774341E992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8FFA511-57DF-4017-BB90-8E88D9B57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3C011AF-5180-4B95-8AC3-C8E7C929D2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8D9FD-D9DC-48C4-89AA-3FFA7F33DE6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10EA77F-9699-4267-8EAB-1987A8E010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3285289-E579-4892-9081-6FE82EEC6C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DB08B-A149-491E-8F67-5A42D33BA4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F6EC570-55E0-4C38-AF9B-2F706889AF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557459-5B79-4FD0-9284-869D003CD6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0CDED5-1816-4E68-816F-32AF149846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CFF17E-C7C8-485B-932C-B0DA91C575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43BF3CA9-5096-4FBE-B58E-808ADF6FD63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E941040-B62C-4B33-B6CD-668297332D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F37884-1FA2-44F9-8DB7-31B4F4F3BC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8FA296-5C1F-4989-B8FE-2522835DAD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B02FAA-D6A5-4A9D-B3E9-9B9F23EB83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AA84515-B685-47E1-82D0-B75C67E25F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7F1E366-9F22-4155-A970-7985BB3DC84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1389F86-498D-4ADB-806E-77D89A04F3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643B8AC-EF1E-421C-B36B-77780058B13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6732049-B279-4B8B-99A0-E23E8EB591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04D90CE-074B-4106-99CB-7D850951255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5CA3BB9-940A-443A-8ECF-A93A9983F8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6DD2EF-4A36-49EF-8580-69CEBF6C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19CADFC-9412-4D08-B28D-452E2479DD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84ACFA95-7A4B-4BA5-AF0C-2373065685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4C0C25F-5E20-4B1D-AF8C-C2F6FB5751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CC2C1C8-12E0-463D-85CA-7F3EC06418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D53C714-15C5-41F5-8F85-5A2E1B1E78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8792BA2-6DBD-478A-B0B4-B622D6218C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E6C5F-0106-407C-A154-0EC065804C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11266F7-E3F3-4C05-B0EB-EC3BEEB0EE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4A6B96-1D94-48A6-92DC-70E44E0E78F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9EDFC46-4995-4373-AB10-6F2AFF1341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43E176F-6BF2-4155-B1E5-A279B95CF0C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40F925A-56F0-41BA-9A6E-2EA20B6B6A2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E3223DB-AC24-4676-A482-A6E566F341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9F6A90-D4B2-44E6-89F9-CA7B5FFF072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D2BB822-F6E4-4AA2-972B-B2D1628894F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4740858-C01E-4A50-B9B7-276BDEDCCC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62E5B3D-E030-4931-8DF3-95EED78F22D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2BE9EB2-EEA4-4107-A65C-1CB4BBDDAB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0C22A7-5FE8-41F6-BBA8-FB849E4B00F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242DA8-7A42-470C-AEFD-A9A59F24A4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FF7B1E1-4077-48D0-BF0A-1CD500F34F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EC207C-AF19-42A1-898C-9B1153C7BDC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2079213-B65B-4589-A7B6-E4EE283D63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0B823B1-68C8-44D8-925F-7C88450FBB9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F87584-D786-4D36-8B01-A33EBB79E2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76CE57-1776-4D7D-A0FB-13365D5DD4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00B064-5FBB-479D-8A47-D956AEC134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98FF351-C7B5-4D96-8244-16F72E6878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cbfd8b804b04a9c" Type="http://schemas.openxmlformats.org/officeDocument/2006/relationships/slideLayout" Target="../slideLayouts/slideLayout11.xml"/><Relationship Id="R10f71a4623334507" Type="http://schemas.openxmlformats.org/officeDocument/2006/relationships/theme" Target="theme/theme2.xml"/><Relationship Id="R51af684bbea146f4" Type="http://schemas.openxmlformats.org/officeDocument/2006/relationships/slideLayout" Target="../slideLayouts/slideLayout7.xml"/><Relationship Id="R55be58af768f4b9d" Type="http://schemas.openxmlformats.org/officeDocument/2006/relationships/slideLayout" Target="../slideLayouts/slideLayout3.xml"/><Relationship Id="R5965ed6978c04372" Type="http://schemas.openxmlformats.org/officeDocument/2006/relationships/slideLayout" Target="../slideLayouts/slideLayout2.xml"/><Relationship Id="R62eb91164ae54177" Type="http://schemas.openxmlformats.org/officeDocument/2006/relationships/slideLayout" Target="../slideLayouts/slideLayout8.xml"/><Relationship Id="R771c95dc53684749" Type="http://schemas.openxmlformats.org/officeDocument/2006/relationships/slideLayout" Target="../slideLayouts/slideLayout9.xml"/><Relationship Id="R7f1c282bedff466a" Type="http://schemas.openxmlformats.org/officeDocument/2006/relationships/slideLayout" Target="../slideLayouts/slideLayout5.xml"/><Relationship Id="Rc0d2127f0c3b43a0" Type="http://schemas.openxmlformats.org/officeDocument/2006/relationships/slideLayout" Target="../slideLayouts/slideLayout1.xml"/><Relationship Id="Rd4256536246c4e92" Type="http://schemas.openxmlformats.org/officeDocument/2006/relationships/slideLayout" Target="../slideLayouts/slideLayout4.xml"/><Relationship Id="Ref343e7b78b941bb" Type="http://schemas.openxmlformats.org/officeDocument/2006/relationships/slideLayout" Target="../slideLayouts/slideLayout10.xml"/><Relationship Id="Rf9dc06dfc05f4642" Type="http://schemas.openxmlformats.org/officeDocument/2006/relationships/slideLayout" Target="../slideLayouts/slideLayout6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4754BEF-EFC3-4590-913F-EF4FF13166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FAB11E-3B1B-47EF-AE33-EBA9CDB09F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0178096-6C55-4171-8DC7-9E79FDB18BE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F02C951-8770-4004-A3E9-5AE3CFED216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43E799-1EAB-446E-A1A7-FE4176E29F2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d2127f0c3b43a0"/>
    <p:sldLayoutId xmlns:r="http://schemas.openxmlformats.org/officeDocument/2006/relationships" id="2147483650" r:id="R5965ed6978c04372"/>
    <p:sldLayoutId xmlns:r="http://schemas.openxmlformats.org/officeDocument/2006/relationships" id="2147483651" r:id="R55be58af768f4b9d"/>
    <p:sldLayoutId xmlns:r="http://schemas.openxmlformats.org/officeDocument/2006/relationships" id="2147483652" r:id="Rd4256536246c4e92"/>
    <p:sldLayoutId xmlns:r="http://schemas.openxmlformats.org/officeDocument/2006/relationships" id="2147483653" r:id="R7f1c282bedff466a"/>
    <p:sldLayoutId xmlns:r="http://schemas.openxmlformats.org/officeDocument/2006/relationships" id="2147483654" r:id="Rf9dc06dfc05f4642"/>
    <p:sldLayoutId xmlns:r="http://schemas.openxmlformats.org/officeDocument/2006/relationships" id="2147483655" r:id="R51af684bbea146f4"/>
    <p:sldLayoutId xmlns:r="http://schemas.openxmlformats.org/officeDocument/2006/relationships" id="2147483656" r:id="R62eb91164ae54177"/>
    <p:sldLayoutId xmlns:r="http://schemas.openxmlformats.org/officeDocument/2006/relationships" id="2147483657" r:id="R771c95dc53684749"/>
    <p:sldLayoutId xmlns:r="http://schemas.openxmlformats.org/officeDocument/2006/relationships" id="2147483658" r:id="Ref343e7b78b941bb"/>
    <p:sldLayoutId xmlns:r="http://schemas.openxmlformats.org/officeDocument/2006/relationships" id="2147483659" r:id="R0cbfd8b804b04a9c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51a0946c5e704732" Type="http://schemas.openxmlformats.org/officeDocument/2006/relationships/image" Target="../media/image.jpeg"/><Relationship Id="Rb1ff14269fe341ae" Type="http://schemas.openxmlformats.org/officeDocument/2006/relationships/image" Target="../media/image.png"/><Relationship Id="Rfd264c08e8954a7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03d520f3fa04d5f" Type="http://schemas.openxmlformats.org/officeDocument/2006/relationships/image" Target="../media/image.jpeg"/><Relationship Id="Rbc2494b3493a414a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2121e4bd3e7467c" Type="http://schemas.openxmlformats.org/officeDocument/2006/relationships/image" Target="../media/image.jpeg"/><Relationship Id="Re1c5760529944998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1dca7289f3f14e1c" Type="http://schemas.openxmlformats.org/officeDocument/2006/relationships/slideLayout" Target="../slideLayouts/slideLayout1.xml"/><Relationship Id="R9a3b363999df473b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5de55314ae394dd2" Type="http://schemas.openxmlformats.org/officeDocument/2006/relationships/image" Target="../media/image.jpeg"/><Relationship Id="R73a7255a6faa4fda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52d0bf8189a24525" Type="http://schemas.openxmlformats.org/officeDocument/2006/relationships/image" Target="../media/image.jpeg"/><Relationship Id="Re1b505aca6e64548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2230311161eb4cd2" Type="http://schemas.openxmlformats.org/officeDocument/2006/relationships/slideLayout" Target="../slideLayouts/slideLayout1.xml"/><Relationship Id="R79941c9d52534f53" Type="http://schemas.openxmlformats.org/officeDocument/2006/relationships/image" Target="../media/image.jpe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24de43a1a5c3413b" Type="http://schemas.openxmlformats.org/officeDocument/2006/relationships/image" Target="../media/image.jpeg"/><Relationship Id="R42fb9a92f133408d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1afd52d3691e4dae" Type="http://schemas.openxmlformats.org/officeDocument/2006/relationships/image" Target="../media/image.jpeg"/><Relationship Id="R8b5cc2e449fd4f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d865376182194b9f" Type="http://schemas.openxmlformats.org/officeDocument/2006/relationships/image" Target="../media/image.jpeg"/><Relationship Id="Rdcc11a2aeb354e6e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28c6c48f6c2049fd" Type="http://schemas.openxmlformats.org/officeDocument/2006/relationships/image" Target="../media/image.jpeg"/><Relationship Id="R5f12c8cdcdd641c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d5484d1b70d44e0" Type="http://schemas.openxmlformats.org/officeDocument/2006/relationships/image" Target="../media/image.jpeg"/><Relationship Id="R77728395d88d424d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250983f1e1f84e76" Type="http://schemas.openxmlformats.org/officeDocument/2006/relationships/image" Target="../media/image.jpeg"/><Relationship Id="Rba7b0fada3be40b6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94ab894a31cf421a" Type="http://schemas.openxmlformats.org/officeDocument/2006/relationships/image" Target="../media/image.jpeg"/><Relationship Id="Re226fd7451af4a0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0c08141ef951457f" Type="http://schemas.openxmlformats.org/officeDocument/2006/relationships/slideLayout" Target="../slideLayouts/slideLayout1.xml"/><Relationship Id="R62505d24a0894d10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8a2c9357bdcc48c6" Type="http://schemas.openxmlformats.org/officeDocument/2006/relationships/slideLayout" Target="../slideLayouts/slideLayout1.xml"/><Relationship Id="Rafdd1e6dd9e14cb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2f27f5426ca4a16" Type="http://schemas.openxmlformats.org/officeDocument/2006/relationships/image" Target="../media/image.jpeg"/><Relationship Id="R3b72e5aafe4f4182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71942587ac6140bf" Type="http://schemas.openxmlformats.org/officeDocument/2006/relationships/image" Target="../media/image.jpeg"/><Relationship Id="Rc7b4cdef765d4aeb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4a3539ec7f9a4752" Type="http://schemas.openxmlformats.org/officeDocument/2006/relationships/image" Target="../media/image.jpeg"/><Relationship Id="R9e632cf0205f4ed3" Type="http://schemas.openxmlformats.org/officeDocument/2006/relationships/slideLayout" Target="../slideLayouts/slideLayout1.xml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db017f50d53f499c" Type="http://schemas.openxmlformats.org/officeDocument/2006/relationships/slideLayout" Target="../slideLayouts/slideLayout1.xml"/><Relationship Id="Re228f3f84ba4470e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27e97fb24cf64e80" Type="http://schemas.openxmlformats.org/officeDocument/2006/relationships/image" Target="../media/image.jpeg"/><Relationship Id="Re2e57a6df10e46ff" Type="http://schemas.openxmlformats.org/officeDocument/2006/relationships/slideLayout" Target="../slideLayouts/slideLayout1.xml"/><Relationship Id="rId3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7dfc8722b6154e6d" Type="http://schemas.openxmlformats.org/officeDocument/2006/relationships/slideLayout" Target="../slideLayouts/slideLayout1.xml"/><Relationship Id="Re949c979fe6c41e2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708a92a9f624ed0" Type="http://schemas.openxmlformats.org/officeDocument/2006/relationships/slideLayout" Target="../slideLayouts/slideLayout1.xml"/><Relationship Id="R5f29bf37bfae498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55a5cd5b1ef46fb" Type="http://schemas.openxmlformats.org/officeDocument/2006/relationships/image" Target="../media/image.jpeg"/><Relationship Id="Rccd970aaf0d84d06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644cf32cf754bcc" Type="http://schemas.openxmlformats.org/officeDocument/2006/relationships/image" Target="../media/image.jpeg"/><Relationship Id="Rf706f30b017f482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e5195e786c74b43" Type="http://schemas.openxmlformats.org/officeDocument/2006/relationships/image" Target="../media/image.jpeg"/><Relationship Id="R588f26e4cbc74600" Type="http://schemas.openxmlformats.org/officeDocument/2006/relationships/slideLayout" Target="../slideLayouts/slideLayout1.xml"/><Relationship Id="rId3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12d3909ac8474d91" Type="http://schemas.openxmlformats.org/officeDocument/2006/relationships/slideLayout" Target="../slideLayouts/slideLayout1.xml"/><Relationship Id="R51bfa05a98b74062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33c24d6a68e043fc" Type="http://schemas.openxmlformats.org/officeDocument/2006/relationships/image" Target="../media/image.jpeg"/><Relationship Id="R880b4968496b4e06" Type="http://schemas.openxmlformats.org/officeDocument/2006/relationships/slideLayout" Target="../slideLayouts/slideLayout1.xml"/><Relationship Id="rId3" Type="http://schemas.openxmlformats.org/officeDocument/2006/relationships/image" Target="../media/image8.png"/></Relationships>
</file>

<file path=ppt/slides/_rels/slide29.xml.rels><?xml version='1.0' encoding='UTF-8' standalone='yes'?>
<Relationships xmlns="http://schemas.openxmlformats.org/package/2006/relationships"><Relationship Id="Ra339ca74f3104b7b" Type="http://schemas.openxmlformats.org/officeDocument/2006/relationships/image" Target="../media/image.jpeg"/><Relationship Id="Rd21ca9ea64804885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15f079e3807c49e6" Type="http://schemas.openxmlformats.org/officeDocument/2006/relationships/image" Target="../media/image.jpeg"/><Relationship Id="R99c5b5ecb6324b1f" Type="http://schemas.openxmlformats.org/officeDocument/2006/relationships/slideLayout" Target="../slideLayouts/slideLayout1.xml"/><Relationship Id="rId3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a91457858f3642aa" Type="http://schemas.openxmlformats.org/officeDocument/2006/relationships/slideLayout" Target="../slideLayouts/slideLayout1.xml"/><Relationship Id="Rc48ede0bfcda4ce3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1a2844373d1b430f" Type="http://schemas.openxmlformats.org/officeDocument/2006/relationships/image" Target="../media/image.jpeg"/><Relationship Id="Rc9221655d41b44ca" Type="http://schemas.openxmlformats.org/officeDocument/2006/relationships/slideLayout" Target="../slideLayouts/slideLayout1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aa65e5daa2324c2b" Type="http://schemas.openxmlformats.org/officeDocument/2006/relationships/slideLayout" Target="../slideLayouts/slideLayout1.xml"/><Relationship Id="Rd556a36cba2a47c1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1dfd086f6283440c" Type="http://schemas.openxmlformats.org/officeDocument/2006/relationships/slideLayout" Target="../slideLayouts/slideLayout1.xml"/><Relationship Id="R777c47e3b79d4adb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35.xml.rels><?xml version='1.0' encoding='UTF-8' standalone='yes'?>
<Relationships xmlns="http://schemas.openxmlformats.org/package/2006/relationships"><Relationship Id="Rae7dec7539ff4dd5" Type="http://schemas.openxmlformats.org/officeDocument/2006/relationships/image" Target="../media/image.jpeg"/><Relationship Id="Re43ca6d68ead4057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2e200e51ca054b62" Type="http://schemas.openxmlformats.org/officeDocument/2006/relationships/slideLayout" Target="../slideLayouts/slideLayout1.xml"/><Relationship Id="R304cd51401e44174" Type="http://schemas.openxmlformats.org/officeDocument/2006/relationships/hyperlink" Target="https://www.electrical-installation.org/enwiki/Installed_apparent_power_%28kVA%29" TargetMode="External"/><Relationship Id="R326d635f80904509" Type="http://schemas.openxmlformats.org/officeDocument/2006/relationships/hyperlink" Target="https://elstandard.se/documents/preview/3246401" TargetMode="External"/><Relationship Id="R7a30eb6189dc4c80" Type="http://schemas.openxmlformats.org/officeDocument/2006/relationships/image" Target="../media/image.jpeg"/><Relationship Id="Readafdc350414a8a" Type="http://schemas.openxmlformats.org/officeDocument/2006/relationships/hyperlink" Target="https://dam-assets.fluke.com.cn/s3fs-public/2100079_6003_ENG_D_W.PDF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0946c5e7047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ff14269fe341ae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840A4858-74B6-4AB7-A120-BFE630A40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2B69AD8E-86E4-4619-AC09-19D7C0E6F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Fysisk träff och mätning</a:t>
            </a:r>
          </a:p>
        </p:txBody>
      </p:sp>
      <p:sp>
        <p:nvSpPr>
          <p:cNvPr id="13" name="Stationsförslag med SELV-riggar och dokumentation">
            <a:extLst xmlns:a="http://schemas.openxmlformats.org/drawingml/2006/main">
              <a:ext uri="{FF2B5EF4-FFF2-40B4-BE49-F238E27FC236}">
                <a16:creationId xmlns:a16="http://schemas.microsoft.com/office/drawing/2014/main" id="{25A287A4-D613-402D-A85A-62EA528D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Stationsförslag med SELV-riggar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E64A728E-1F5B-4CB3-BDD1-2E876E36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3d520f3fa04d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C19013B0-1443-4B4E-A56A-B1552B3A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Jämföra beräknade värden med kontrollerade mätdata.">
            <a:extLst xmlns:a="http://schemas.openxmlformats.org/drawingml/2006/main">
              <a:ext uri="{FF2B5EF4-FFF2-40B4-BE49-F238E27FC236}">
                <a16:creationId xmlns:a16="http://schemas.microsoft.com/office/drawing/2014/main" id="{70C2909E-BDF7-438C-8876-2B04A7B4B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Jämföra beräknade värden med kontrollerade mätdata.</a:t>
            </a:r>
          </a:p>
        </p:txBody>
      </p:sp>
      <p:sp>
        <p:nvSpPr>
          <p:cNvPr id="4" name="Planera och dokumentera en mätning med handledare.">
            <a:extLst xmlns:a="http://schemas.openxmlformats.org/drawingml/2006/main">
              <a:ext uri="{FF2B5EF4-FFF2-40B4-BE49-F238E27FC236}">
                <a16:creationId xmlns:a16="http://schemas.microsoft.com/office/drawing/2014/main" id="{DB61FD58-B9D6-4CFB-BDE7-A0C934BD0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Planera och dokumentera en mätning med handledare.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860EF907-AB83-4BAB-B2FF-535B1197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ilken information visar att en 12 V-utrustning verkligen är en S">
            <a:extLst xmlns:a="http://schemas.openxmlformats.org/drawingml/2006/main">
              <a:ext uri="{FF2B5EF4-FFF2-40B4-BE49-F238E27FC236}">
                <a16:creationId xmlns:a16="http://schemas.microsoft.com/office/drawing/2014/main" id="{0F0C6D6B-3448-41CA-9498-25D20FED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Vilken information visar att en 12 V-utrustning verkligen är en SELV-rigg?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8B893E22-A799-480C-86AE-EBECE686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121e4bd3e746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BDDD090-DAE0-40A1-B91E-18AA6B91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74420E78-04ED-4368-9202-C3780F2D3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2BEE7B0D-D61E-414D-AE74-13EDB5802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BCB0D8ED-259E-4A75-8CF5-9D1212254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4663BE89-B825-4D01-BDAE-2B3859C3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775BFEC6-7B09-485A-A1D4-0ED9B081A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001F5318-1B5C-423B-B0AF-CB66012F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3b363999df47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Beräkning före mätning">
            <a:extLst xmlns:a="http://schemas.openxmlformats.org/drawingml/2006/main">
              <a:ext uri="{FF2B5EF4-FFF2-40B4-BE49-F238E27FC236}">
                <a16:creationId xmlns:a16="http://schemas.microsoft.com/office/drawing/2014/main" id="{12C7DE71-0DAE-41E2-A4E3-325B257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Beräkning före mätning</a:t>
            </a:r>
          </a:p>
        </p:txBody>
      </p:sp>
      <p:sp>
        <p:nvSpPr>
          <p:cNvPr id="10" name="Förväntat värde kommer från schema, märkdata och angiven modell.">
            <a:extLst xmlns:a="http://schemas.openxmlformats.org/drawingml/2006/main">
              <a:ext uri="{FF2B5EF4-FFF2-40B4-BE49-F238E27FC236}">
                <a16:creationId xmlns:a16="http://schemas.microsoft.com/office/drawing/2014/main" id="{2672D817-E445-49E2-8CFF-D53A81A9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Förväntat värde kommer från schema, märkdata och angiven modell.</a:t>
            </a:r>
          </a:p>
        </p:txBody>
      </p:sp>
      <p:sp>
        <p:nvSpPr>
          <p:cNvPr id="11" name="Mätvärde kräver två mätpunkter, instrument och driftläge.">
            <a:extLst xmlns:a="http://schemas.openxmlformats.org/drawingml/2006/main">
              <a:ext uri="{FF2B5EF4-FFF2-40B4-BE49-F238E27FC236}">
                <a16:creationId xmlns:a16="http://schemas.microsoft.com/office/drawing/2014/main" id="{9A445F4D-2689-47C2-919D-D8886402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 kräver två mätpunkter, instrument och driftläge.</a:t>
            </a:r>
          </a:p>
        </p:txBody>
      </p:sp>
      <p:sp>
        <p:nvSpPr>
          <p:cNvPr id="12" name="Avvikelse är uppmätt minus förväntat värde.">
            <a:extLst xmlns:a="http://schemas.openxmlformats.org/drawingml/2006/main">
              <a:ext uri="{FF2B5EF4-FFF2-40B4-BE49-F238E27FC236}">
                <a16:creationId xmlns:a16="http://schemas.microsoft.com/office/drawing/2014/main" id="{EE12DE2A-5EAA-46A7-87AC-52E96C295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Avvikelse är uppmätt minus förväntat värde.</a:t>
            </a:r>
          </a:p>
        </p:txBody>
      </p:sp>
      <p:sp>
        <p:nvSpPr>
          <p:cNvPr id="13" name="En slutsats behöver ta hänsyn till tolerans och instrumentets bid">
            <a:extLst xmlns:a="http://schemas.openxmlformats.org/drawingml/2006/main">
              <a:ext uri="{FF2B5EF4-FFF2-40B4-BE49-F238E27FC236}">
                <a16:creationId xmlns:a16="http://schemas.microsoft.com/office/drawing/2014/main" id="{681180C5-D527-4418-8571-9BB612828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behöver ta hänsyn till tolerans och instrumentets bidrag.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3954ECE2-AAF2-4B87-81A5-F3DE14313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e55314ae394d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E0AA4F-C361-4626-88AD-B2E31C03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B92A1959-DD6C-4B39-8569-18B386398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C78FA11-F863-4073-9E28-A346A2863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60F26717-B11D-49CB-BE80-F1A5C56F9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22C857BD-47B2-46BD-9727-1390C9F09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143A5039-366C-4683-8AB9-158357AC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0C98FCC-B0BC-41B0-BFB8-AB8914E2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A945899D-EB58-4E12-9B8D-AB7519BD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0bf8189a245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Ramar för stationspasset">
            <a:extLst xmlns:a="http://schemas.openxmlformats.org/drawingml/2006/main">
              <a:ext uri="{FF2B5EF4-FFF2-40B4-BE49-F238E27FC236}">
                <a16:creationId xmlns:a16="http://schemas.microsoft.com/office/drawing/2014/main" id="{1D09B04F-9749-40C4-82B2-AD5490DAA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Ramar för stationspasset</a:t>
            </a:r>
          </a:p>
        </p:txBody>
      </p:sp>
      <p:sp>
        <p:nvSpPr>
          <p:cNvPr id="3" name="Instruktören kontrollerar rigg, strömgräns och instrument.&#10;Elevpr">
            <a:extLst xmlns:a="http://schemas.openxmlformats.org/drawingml/2006/main">
              <a:ext uri="{FF2B5EF4-FFF2-40B4-BE49-F238E27FC236}">
                <a16:creationId xmlns:a16="http://schemas.microsoft.com/office/drawing/2014/main" id="{97E02643-EFC2-41E0-872C-A85D2C7A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kontrollerar rigg, strömgräns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Elevpraktik sker på avsedd SELV-utrustning eller spänningslöst.</a:t>
            </a:r>
          </a:p>
        </p:txBody>
      </p:sp>
      <p:sp>
        <p:nvSpPr>
          <p:cNvPr id="4" name="Klartecken före energisättning">
            <a:extLst xmlns:a="http://schemas.openxmlformats.org/drawingml/2006/main">
              <a:ext uri="{FF2B5EF4-FFF2-40B4-BE49-F238E27FC236}">
                <a16:creationId xmlns:a16="http://schemas.microsoft.com/office/drawing/2014/main" id="{B4245933-2A96-40DC-98D6-302CC6D6C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Klartecken före energisättning</a:t>
            </a:r>
          </a:p>
        </p:txBody>
      </p:sp>
      <p:sp>
        <p:nvSpPr>
          <p:cNvPr id="5" name="Omkoppling sker frånskilt. Avbryt vid skada, värme eller osäkerhe">
            <a:extLst xmlns:a="http://schemas.openxmlformats.org/drawingml/2006/main">
              <a:ext uri="{FF2B5EF4-FFF2-40B4-BE49-F238E27FC236}">
                <a16:creationId xmlns:a16="http://schemas.microsoft.com/office/drawing/2014/main" id="{C317C0CC-3269-4A29-BCE1-5B62B4E63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Omkoppling sker frånskilt. Avbryt vid skada, värme eller osäkerhet.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Trefasmätning kräver en avsedd, dokumenterad rigg.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BFACEC3B-68B9-48EF-9323-82A459CDC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941c9d52534f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A: DC-delare">
            <a:extLst xmlns:a="http://schemas.openxmlformats.org/drawingml/2006/main">
              <a:ext uri="{FF2B5EF4-FFF2-40B4-BE49-F238E27FC236}">
                <a16:creationId xmlns:a16="http://schemas.microsoft.com/office/drawing/2014/main" id="{8E5E6A74-08F7-4EC6-AC9B-8DE532FE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A: DC-delare</a:t>
            </a:r>
          </a:p>
        </p:txBody>
      </p:sp>
      <p:sp>
        <p:nvSpPr>
          <p:cNvPr id="3" name="12 V DC matar 1 kΩ och 2 kΩ i serie.&#10;Förutsäg ström och spännings">
            <a:extLst xmlns:a="http://schemas.openxmlformats.org/drawingml/2006/main">
              <a:ext uri="{FF2B5EF4-FFF2-40B4-BE49-F238E27FC236}">
                <a16:creationId xmlns:a16="http://schemas.microsoft.com/office/drawing/2014/main" id="{BCA404EA-28A9-4C87-8073-8B1D2A538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 V DC matar 1 kΩ och 2 kΩ i serie.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Förutsäg ström och spänningsfall före mätningen.</a:t>
            </a:r>
          </a:p>
        </p:txBody>
      </p:sp>
      <p:sp>
        <p:nvSpPr>
          <p:cNvPr id="4" name="I = 12/3 000 = 4,0 mA">
            <a:extLst xmlns:a="http://schemas.openxmlformats.org/drawingml/2006/main">
              <a:ext uri="{FF2B5EF4-FFF2-40B4-BE49-F238E27FC236}">
                <a16:creationId xmlns:a16="http://schemas.microsoft.com/office/drawing/2014/main" id="{DA5EB4ED-9B68-41AF-9264-9B1A2850D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 = U/(R₁ + R₂)</a:t>
            </a:r>
          </a:p>
        </p:txBody>
      </p:sp>
      <p:sp>
        <p:nvSpPr>
          <p:cNvPr id="5" name="U₁ = 4,0 V och U₂ = 8,0 V.&#10;Instruktören granskar mätplan och ansl">
            <a:extLst xmlns:a="http://schemas.openxmlformats.org/drawingml/2006/main">
              <a:ext uri="{FF2B5EF4-FFF2-40B4-BE49-F238E27FC236}">
                <a16:creationId xmlns:a16="http://schemas.microsoft.com/office/drawing/2014/main" id="{34789AE0-39BC-479C-9B67-DDF6F661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 och U₂ i övning 3.2 före mätningen.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granskar mätplan och anslutningar före start.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1BD869C-3B60-43AA-A6C1-DDE2EEC4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A: 12 V DC matar R1 1 kiloohm oc" descr="Station A: 12 V DC matar R1 1 kiloohm och R2 2 kiloohm i seri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e43a1a5c341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B: AC och trefas">
            <a:extLst xmlns:a="http://schemas.openxmlformats.org/drawingml/2006/main">
              <a:ext uri="{FF2B5EF4-FFF2-40B4-BE49-F238E27FC236}">
                <a16:creationId xmlns:a16="http://schemas.microsoft.com/office/drawing/2014/main" id="{0938AACF-4F64-4DBE-8464-FA221E58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B: AC och trefas</a:t>
            </a:r>
          </a:p>
        </p:txBody>
      </p:sp>
      <p:sp>
        <p:nvSpPr>
          <p:cNvPr id="3" name="Använd avsedd isolerad AC-källa och lämpligt RMS-instrument.&#10;Mät ">
            <a:extLst xmlns:a="http://schemas.openxmlformats.org/drawingml/2006/main">
              <a:ext uri="{FF2B5EF4-FFF2-40B4-BE49-F238E27FC236}">
                <a16:creationId xmlns:a16="http://schemas.microsoft.com/office/drawing/2014/main" id="{935F272E-608D-4791-B5F1-40E0ED286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avsedd isolerad AC-källa och lämpligt RMS-instrument.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 endast vid riggens dokumenterade mätpunkter.</a:t>
            </a:r>
          </a:p>
        </p:txBody>
      </p:sp>
      <p:sp>
        <p:nvSpPr>
          <p:cNvPr id="4" name="12 V linjespänning ger 6,93 V i symmetrisk Y">
            <a:extLst xmlns:a="http://schemas.openxmlformats.org/drawingml/2006/main">
              <a:ext uri="{FF2B5EF4-FFF2-40B4-BE49-F238E27FC236}">
                <a16:creationId xmlns:a16="http://schemas.microsoft.com/office/drawing/2014/main" id="{7A4713C7-E11F-4C8B-BFD1-C6523404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gren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U</a:t>
            </a:r>
            <a:r>
              <a:rPr sz="265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 i symmetrisk Y</a:t>
            </a:r>
          </a:p>
        </p:txBody>
      </p:sp>
      <p:sp>
        <p:nvSpPr>
          <p:cNvPr id="5" name="Saknas trefastränare används givna data för analys.&#10;Dataanalys do">
            <a:extLst xmlns:a="http://schemas.openxmlformats.org/drawingml/2006/main">
              <a:ext uri="{FF2B5EF4-FFF2-40B4-BE49-F238E27FC236}">
                <a16:creationId xmlns:a16="http://schemas.microsoft.com/office/drawing/2014/main" id="{6CB5617F-0559-40B0-897A-CC2C6071C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Förberedelse: övning 3.4 (AC) och 3.5 (trefas).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Saknas trefasrigg: räkna på övningsdata eller i Trefaslabbet och dokumentera det som teori.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C4135A3-6F20-4CBF-8E02-53B7854C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tation B: symmetrisk Y-last på trefastr" descr="Station B: symmetrisk Y-last på trefastränare med linjespänningen 12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fd52d3691e4da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örutsäg en mätning">
            <a:extLst xmlns:a="http://schemas.openxmlformats.org/drawingml/2006/main">
              <a:ext uri="{FF2B5EF4-FFF2-40B4-BE49-F238E27FC236}">
                <a16:creationId xmlns:a16="http://schemas.microsoft.com/office/drawing/2014/main" id="{24A84739-C2DD-4DE6-AEDC-17F35D737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förutsäg en mätning</a:t>
            </a:r>
          </a:p>
        </p:txBody>
      </p:sp>
      <p:sp>
        <p:nvSpPr>
          <p:cNvPr id="10" name="En kontrollerad 9 V DC-rigg har 1 kΩ och 2 kΩ i serie. Spänning s">
            <a:extLst xmlns:a="http://schemas.openxmlformats.org/drawingml/2006/main">
              <a:ext uri="{FF2B5EF4-FFF2-40B4-BE49-F238E27FC236}">
                <a16:creationId xmlns:a16="http://schemas.microsoft.com/office/drawing/2014/main" id="{35C0DF53-9AEF-4A76-BFE1-507C8692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9 V DC-rigg har 1 kΩ och 2 kΩ i serie. Spänning ska mätas över 2 kΩ.</a:t>
            </a:r>
          </a:p>
        </p:txBody>
      </p:sp>
      <p:sp>
        <p:nvSpPr>
          <p:cNvPr id="11" name="I = U/(R₁ + R₂)     U₂ = I · R₂">
            <a:extLst xmlns:a="http://schemas.openxmlformats.org/drawingml/2006/main">
              <a:ext uri="{FF2B5EF4-FFF2-40B4-BE49-F238E27FC236}">
                <a16:creationId xmlns:a16="http://schemas.microsoft.com/office/drawing/2014/main" id="{D37B478B-565B-42F8-A560-61217B61A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U/(R₁ + R₂)     U₂ = I · R₂</a:t>
            </a:r>
          </a:p>
        </p:txBody>
      </p:sp>
      <p:sp>
        <p:nvSpPr>
          <p:cNvPr id="12" name="1. Rtotal = 3 kΩ. I = 9/3 = 3 mA.&#10;2. U₂ = 3 mA · 2 kΩ = 6 V. U₁ =">
            <a:extLst xmlns:a="http://schemas.openxmlformats.org/drawingml/2006/main">
              <a:ext uri="{FF2B5EF4-FFF2-40B4-BE49-F238E27FC236}">
                <a16:creationId xmlns:a16="http://schemas.microsoft.com/office/drawing/2014/main" id="{F5ABBEAD-0C61-40C5-9C11-1C675478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Rtotal = 3 kΩ. I = 9/3 = 3 mA.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U₂ = 3 mA · 2 kΩ = 6 V. U₁ = 3 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Voltmeter ansluts parallellt över R₂ efter handledarens kontroll.</a:t>
            </a:r>
          </a:p>
        </p:txBody>
      </p:sp>
      <p:sp>
        <p:nvSpPr>
          <p:cNvPr id="13" name="Kontroll: 3 + 6 = 9 V. Protokollet anger rigg, mätpunkter, instru">
            <a:extLst xmlns:a="http://schemas.openxmlformats.org/drawingml/2006/main">
              <a:ext uri="{FF2B5EF4-FFF2-40B4-BE49-F238E27FC236}">
                <a16:creationId xmlns:a16="http://schemas.microsoft.com/office/drawing/2014/main" id="{F6C90A6B-65D3-49DC-9906-18D8A66AD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3 + 6 = 9 V. Protokollet anger rigg, mätpunkter, instrument och driftläge.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8E806288-C814-40FD-94B7-07E9299A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65376182194b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3FE67407-9232-433B-9D59-5481EE79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SELV kräver skyddande separation">
            <a:extLst xmlns:a="http://schemas.openxmlformats.org/drawingml/2006/main">
              <a:ext uri="{FF2B5EF4-FFF2-40B4-BE49-F238E27FC236}">
                <a16:creationId xmlns:a16="http://schemas.microsoft.com/office/drawing/2014/main" id="{B491286A-E3E2-4114-85C7-FEAD2E88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SELV kräver skyddande separation</a:t>
            </a:r>
          </a:p>
        </p:txBody>
      </p:sp>
      <p:sp>
        <p:nvSpPr>
          <p:cNvPr id="11" name="SELV beskriver systemets skyddsegenskaper, inklusive separation f">
            <a:extLst xmlns:a="http://schemas.openxmlformats.org/drawingml/2006/main">
              <a:ext uri="{FF2B5EF4-FFF2-40B4-BE49-F238E27FC236}">
                <a16:creationId xmlns:a16="http://schemas.microsoft.com/office/drawing/2014/main" id="{BAF4DF21-26F0-4137-B548-1E77BFFCB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SELV handlar om hur systemet är skyddat, bland annat om det är skilt från kretsar med högre spänning.</a:t>
            </a:r>
          </a:p>
        </p:txBody>
      </p:sp>
      <p:sp>
        <p:nvSpPr>
          <p:cNvPr id="12" name="Förutsättningar: Rigg märkt 12 V, men dokumentation om skyddet sa">
            <a:extLst xmlns:a="http://schemas.openxmlformats.org/drawingml/2006/main">
              <a:ext uri="{FF2B5EF4-FFF2-40B4-BE49-F238E27FC236}">
                <a16:creationId xmlns:a16="http://schemas.microsoft.com/office/drawing/2014/main" id="{6629D3D0-F8C1-4573-B9A5-BA837CE1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Riggen är märkt 12 V, men det finns ingen dokumentation om skyddet. Inget praktiskt moment får bygga på en gissning.</a:t>
            </a:r>
          </a:p>
        </p:txBody>
      </p:sp>
      <p:sp>
        <p:nvSpPr>
          <p:cNvPr id="13" name="Arbetsgång: Skilj märkspänning från verifierat skydd. Ange vilken">
            <a:extLst xmlns:a="http://schemas.openxmlformats.org/drawingml/2006/main">
              <a:ext uri="{FF2B5EF4-FFF2-40B4-BE49-F238E27FC236}">
                <a16:creationId xmlns:a16="http://schemas.microsoft.com/office/drawing/2014/main" id="{34A4E92E-C965-4A13-A8D6-21D4B6EBE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Håll isär märkspänning och kontrollerat skydd. Ange vilken dokumentation instruktören måste kontrollera.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913F3003-B687-4333-9CF8-5E996405D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c6c48f6c2049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797C1CF4-3717-4DAE-AFA7-166A5534F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Kontroll före stationen">
            <a:extLst xmlns:a="http://schemas.openxmlformats.org/drawingml/2006/main">
              <a:ext uri="{FF2B5EF4-FFF2-40B4-BE49-F238E27FC236}">
                <a16:creationId xmlns:a16="http://schemas.microsoft.com/office/drawing/2014/main" id="{E295BFF9-D9D0-4D3C-88F1-FA0202DE3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före stationen</a:t>
            </a:r>
          </a:p>
        </p:txBody>
      </p:sp>
      <p:sp>
        <p:nvSpPr>
          <p:cNvPr id="4" name="En rigg är märkt 12 V men saknar dokumentation om skyddande separ">
            <a:extLst xmlns:a="http://schemas.openxmlformats.org/drawingml/2006/main">
              <a:ext uri="{FF2B5EF4-FFF2-40B4-BE49-F238E27FC236}">
                <a16:creationId xmlns:a16="http://schemas.microsoft.com/office/drawing/2014/main" id="{A1D73D5E-C2FD-4BF2-B512-854412057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rigg är märkt 12 V men saknar dokumentation om skyddande separation. Kan spänningsvärdet ensamt användas som bevis för SELV?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FD781199-B448-42EB-811E-57E73DA46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09099AF0-4AEF-4F21-8DD5-BE3399B8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484d1b70d44e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AE331ED-1E1A-4BBC-8FD8-8FD2DAF10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Rtotal = R₁ + R₂     I = U/Rtotal&#10;U₂ = I · R₂">
            <a:extLst xmlns:a="http://schemas.openxmlformats.org/drawingml/2006/main">
              <a:ext uri="{FF2B5EF4-FFF2-40B4-BE49-F238E27FC236}">
                <a16:creationId xmlns:a16="http://schemas.microsoft.com/office/drawing/2014/main" id="{E77C1211-EEA4-4676-B562-8AA0FCADA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; I = U/R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 ·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1" name="Ω och V ger A. 1 mA = 0,001 A. Voltmeter mäter mellan två anslutn">
            <a:extLst xmlns:a="http://schemas.openxmlformats.org/drawingml/2006/main">
              <a:ext uri="{FF2B5EF4-FFF2-40B4-BE49-F238E27FC236}">
                <a16:creationId xmlns:a16="http://schemas.microsoft.com/office/drawing/2014/main" id="{852835DD-5CDD-485C-89B1-0DCBABDF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 mA = 0,001 A. En voltmeter mäter mellan två punkter.</a:t>
            </a:r>
          </a:p>
        </p:txBody>
      </p:sp>
      <p:sp>
        <p:nvSpPr>
          <p:cNvPr id="12" name="Förutsättningar: Kontrollerad 12 V DC-rigg med R₁ = 1 kΩ och R₂ =">
            <a:extLst xmlns:a="http://schemas.openxmlformats.org/drawingml/2006/main">
              <a:ext uri="{FF2B5EF4-FFF2-40B4-BE49-F238E27FC236}">
                <a16:creationId xmlns:a16="http://schemas.microsoft.com/office/drawing/2014/main" id="{F8E93854-4828-4F7E-8017-981D3932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Kontrollerad 12 V DC-rigg med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 och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kΩ i serie. Räkna med exakta värden.</a:t>
            </a:r>
          </a:p>
        </p:txBody>
      </p:sp>
      <p:sp>
        <p:nvSpPr>
          <p:cNvPr id="13" name="Arbetsgång: Beräkna totalresistans, ström och U₂. Rita mätningen ">
            <a:extLst xmlns:a="http://schemas.openxmlformats.org/drawingml/2006/main">
              <a:ext uri="{FF2B5EF4-FFF2-40B4-BE49-F238E27FC236}">
                <a16:creationId xmlns:a16="http://schemas.microsoft.com/office/drawing/2014/main" id="{F035907E-943A-4A62-AD82-257CBD9C1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totalresistansen, strömmen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, och rita voltmetern parallellt över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0C386D2E-026D-411C-86AB-4DE3AEF8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983f1e1f84e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4ABA3B79-90F7-42EA-9BDB-813430F3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Plan för DC-mätning">
            <a:extLst xmlns:a="http://schemas.openxmlformats.org/drawingml/2006/main">
              <a:ext uri="{FF2B5EF4-FFF2-40B4-BE49-F238E27FC236}">
                <a16:creationId xmlns:a16="http://schemas.microsoft.com/office/drawing/2014/main" id="{D0C0BFE7-1CFC-4B16-A5E6-784A3E989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Plan för DC-mätning</a:t>
            </a:r>
          </a:p>
        </p:txBody>
      </p:sp>
      <p:sp>
        <p:nvSpPr>
          <p:cNvPr id="4" name="En kontrollerad 12 V-rigg har 1 kΩ + 2 kΩ i serie. Beräkna strömm">
            <a:extLst xmlns:a="http://schemas.openxmlformats.org/drawingml/2006/main">
              <a:ext uri="{FF2B5EF4-FFF2-40B4-BE49-F238E27FC236}">
                <a16:creationId xmlns:a16="http://schemas.microsoft.com/office/drawing/2014/main" id="{B437A3A8-1DB6-42C1-8EF1-111AC7E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kontrollerad 12 V-rigg har 1 kΩ och 2 kΩ i serie. Beräkna strömmen och rita hur en voltmeter ska anslutas för att mäta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AB46478-22AE-4B34-A3CF-58E6F17C3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7C6B1824-4E46-43DA-9225-83E55545D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12 V med 1 och 2 kiloohm; str" descr="Seriekrets 12 V med 1 och 2 kiloohm; ström och U2 okän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ab894a31cf421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6C7DE71C-BC1A-4DF6-9B14-69527F8A5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Ukälla − U₁ − U₂ = 0">
            <a:extLst xmlns:a="http://schemas.openxmlformats.org/drawingml/2006/main">
              <a:ext uri="{FF2B5EF4-FFF2-40B4-BE49-F238E27FC236}">
                <a16:creationId xmlns:a16="http://schemas.microsoft.com/office/drawing/2014/main" id="{8F44B2C5-E9E5-474E-8EDA-2E58B7453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0</a:t>
            </a:r>
          </a:p>
        </p:txBody>
      </p:sp>
      <p:sp>
        <p:nvSpPr>
          <p:cNvPr id="11" name="Slinglagen jämför källhöjning med summan av spänningsfallen. Alla">
            <a:extLst xmlns:a="http://schemas.openxmlformats.org/drawingml/2006/main">
              <a:ext uri="{FF2B5EF4-FFF2-40B4-BE49-F238E27FC236}">
                <a16:creationId xmlns:a16="http://schemas.microsoft.com/office/drawing/2014/main" id="{2B0AB096-E35F-4A7F-95D4-8E10ABBF9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Slinglagen jämför källspänning med summan av spänningsfallen. Alla värden anges i V.</a:t>
            </a:r>
          </a:p>
        </p:txBody>
      </p:sp>
      <p:sp>
        <p:nvSpPr>
          <p:cNvPr id="12" name="Förutsättningar: Givna samtidiga mätdata: 11,94 V, 3,98 V och 7,9">
            <a:extLst xmlns:a="http://schemas.openxmlformats.org/drawingml/2006/main">
              <a:ext uri="{FF2B5EF4-FFF2-40B4-BE49-F238E27FC236}">
                <a16:creationId xmlns:a16="http://schemas.microsoft.com/office/drawing/2014/main" id="{0F228205-D261-4D6B-9297-01392285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Mätvärdena 11,94 V, 3,98 V och 7,96 V togs samtidigt i samma seriekrets.</a:t>
            </a:r>
          </a:p>
        </p:txBody>
      </p:sp>
      <p:sp>
        <p:nvSpPr>
          <p:cNvPr id="13" name="Arbetsgång: Summera fallen och jämför med källan. Ange hur stor r">
            <a:extLst xmlns:a="http://schemas.openxmlformats.org/drawingml/2006/main">
              <a:ext uri="{FF2B5EF4-FFF2-40B4-BE49-F238E27FC236}">
                <a16:creationId xmlns:a16="http://schemas.microsoft.com/office/drawing/2014/main" id="{3A96D6F4-A6B3-43BA-B96E-77A9C120B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fallen och jämför med källan. Ange hur stor rest som återstår.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96507E2B-817E-4CC1-B32C-9E2D12FD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505d24a0894d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0E500D2C-E93C-4561-83E0-B41FFD0CF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Observerade DC-värden">
            <a:extLst xmlns:a="http://schemas.openxmlformats.org/drawingml/2006/main">
              <a:ext uri="{FF2B5EF4-FFF2-40B4-BE49-F238E27FC236}">
                <a16:creationId xmlns:a16="http://schemas.microsoft.com/office/drawing/2014/main" id="{82369C21-C5F5-414C-A220-D0395CEC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Observerade DC-värden</a:t>
            </a:r>
          </a:p>
        </p:txBody>
      </p:sp>
      <p:sp>
        <p:nvSpPr>
          <p:cNvPr id="4" name="Ukälla = 11,94 V, U₁ = 3,98 V och U₂ = 7,96 V. Kontrollera slingl">
            <a:extLst xmlns:a="http://schemas.openxmlformats.org/drawingml/2006/main">
              <a:ext uri="{FF2B5EF4-FFF2-40B4-BE49-F238E27FC236}">
                <a16:creationId xmlns:a16="http://schemas.microsoft.com/office/drawing/2014/main" id="{B82C8928-93E9-4D53-90FC-FCD1E62B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11,94 V,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3,98 V och U</a:t>
            </a:r>
            <a:r>
              <a:rPr sz="24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7,96 V. Kontrollera spänningslagen med mätvärdena.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C13F1887-1A40-4AC0-8911-BC0D3DCAC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E2E80B96-19D5-49EA-B995-A411DE82A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dd1e6dd9e14c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E5490EED-AFCA-49EB-8991-85DD86DE7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û = √2 · Urms">
            <a:extLst xmlns:a="http://schemas.openxmlformats.org/drawingml/2006/main">
              <a:ext uri="{FF2B5EF4-FFF2-40B4-BE49-F238E27FC236}">
                <a16:creationId xmlns:a16="http://schemas.microsoft.com/office/drawing/2014/main" id="{E289467C-544E-41F8-B061-0CB14357E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RMS</a:t>
            </a:r>
          </a:p>
        </p:txBody>
      </p:sp>
      <p:sp>
        <p:nvSpPr>
          <p:cNvPr id="11" name="û är toppvärde, Urms effektivvärde. Båda mäts i V.">
            <a:extLst xmlns:a="http://schemas.openxmlformats.org/drawingml/2006/main">
              <a:ext uri="{FF2B5EF4-FFF2-40B4-BE49-F238E27FC236}">
                <a16:creationId xmlns:a16="http://schemas.microsoft.com/office/drawing/2014/main" id="{43C8D052-8383-464C-B855-3DB71DD9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û är toppvärdet och U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RMS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effektivvärdet.</a:t>
            </a:r>
          </a:p>
        </p:txBody>
      </p:sp>
      <p:sp>
        <p:nvSpPr>
          <p:cNvPr id="12" name="Förutsättningar: Ren sinus utan DC-komponent. Mätvärdet 12,1 V är">
            <a:extLst xmlns:a="http://schemas.openxmlformats.org/drawingml/2006/main">
              <a:ext uri="{FF2B5EF4-FFF2-40B4-BE49-F238E27FC236}">
                <a16:creationId xmlns:a16="http://schemas.microsoft.com/office/drawing/2014/main" id="{162A6B7B-7720-4620-B21A-4F2884087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Ren sinus utan likspänningsdel. Mätvärdet 12,1 V är effektivvärdet.</a:t>
            </a:r>
          </a:p>
        </p:txBody>
      </p:sp>
      <p:sp>
        <p:nvSpPr>
          <p:cNvPr id="13" name="Arbetsgång: Multiplicera med √2. Ange att sambandet bygger på sin">
            <a:extLst xmlns:a="http://schemas.openxmlformats.org/drawingml/2006/main">
              <a:ext uri="{FF2B5EF4-FFF2-40B4-BE49-F238E27FC236}">
                <a16:creationId xmlns:a16="http://schemas.microsoft.com/office/drawing/2014/main" id="{93DB64DB-2E3A-42AB-9A03-6100FE166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Multiplicera med √2 och skriv att sambandet bara gäller sinusform.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743E20C6-8931-4206-8C9A-2D922075B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27f5426ca4a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047BF13B-2F16-4F0F-88D6-132781CDB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AC-tränarens toppvärde">
            <a:extLst xmlns:a="http://schemas.openxmlformats.org/drawingml/2006/main">
              <a:ext uri="{FF2B5EF4-FFF2-40B4-BE49-F238E27FC236}">
                <a16:creationId xmlns:a16="http://schemas.microsoft.com/office/drawing/2014/main" id="{7108FC6B-FF76-4CE1-B139-F488A600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AC-riggens toppvärde</a:t>
            </a:r>
          </a:p>
        </p:txBody>
      </p:sp>
      <p:sp>
        <p:nvSpPr>
          <p:cNvPr id="4" name="En sinusformad tränarkälla mäts till 12,1 V RMS. Beräkna förvänta">
            <a:extLst xmlns:a="http://schemas.openxmlformats.org/drawingml/2006/main">
              <a:ext uri="{FF2B5EF4-FFF2-40B4-BE49-F238E27FC236}">
                <a16:creationId xmlns:a16="http://schemas.microsoft.com/office/drawing/2014/main" id="{E265A0EC-1D9C-4619-B053-A15DB7AD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sinusformad övningskälla mäts till 12,1 V RMS. Beräkna förväntat toppvärde.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9CF8D28-CA84-4508-AF6B-57DE80EE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79F81E32-3E44-4C96-9021-9513C7A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inus med effektivvärdet 12,1 V; toppvär" descr="Sinus med effektivvärdet 12,1 V; toppvärdet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42587ac6140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F3C3D9D5-49AF-4D56-9989-7E17F4B5C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Uförv = UL/√3&#10;ΔU = Uuppmätt − Uförv">
            <a:extLst xmlns:a="http://schemas.openxmlformats.org/drawingml/2006/main">
              <a:ext uri="{FF2B5EF4-FFF2-40B4-BE49-F238E27FC236}">
                <a16:creationId xmlns:a16="http://schemas.microsoft.com/office/drawing/2014/main" id="{F0414203-7849-4F45-AE31-B66ECEC6D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förv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/√3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uppmätt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förv</a:t>
            </a:r>
          </a:p>
        </p:txBody>
      </p:sp>
      <p:sp>
        <p:nvSpPr>
          <p:cNvPr id="11" name="ΔU anger signerad avvikelse. Negativt värde betyder lägre uppmätt">
            <a:extLst xmlns:a="http://schemas.openxmlformats.org/drawingml/2006/main">
              <a:ext uri="{FF2B5EF4-FFF2-40B4-BE49-F238E27FC236}">
                <a16:creationId xmlns:a16="http://schemas.microsoft.com/office/drawing/2014/main" id="{7101946C-333B-42E7-AEBA-5AB57DE06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 är avvikelsen med tecken. Ett negativt värde betyder att den uppmätta spänningen är lägre än den beräknade.</a:t>
            </a:r>
          </a:p>
        </p:txBody>
      </p:sp>
      <p:sp>
        <p:nvSpPr>
          <p:cNvPr id="12" name="Förutsättningar: Symmetrisk Y, UL = 12,0 V och Uuppmätt = 6,90 V.">
            <a:extLst xmlns:a="http://schemas.openxmlformats.org/drawingml/2006/main">
              <a:ext uri="{FF2B5EF4-FFF2-40B4-BE49-F238E27FC236}">
                <a16:creationId xmlns:a16="http://schemas.microsoft.com/office/drawing/2014/main" id="{1351E2C2-BF56-4B63-BB00-89AD05E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Symmetrisk Y,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 och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uppmätt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6,90 V. Avrunda inte mellanresultatet.</a:t>
            </a:r>
          </a:p>
        </p:txBody>
      </p:sp>
      <p:sp>
        <p:nvSpPr>
          <p:cNvPr id="13" name="Arbetsgång: Beräkna förväntad grenspänning. Subtrahera den från m">
            <a:extLst xmlns:a="http://schemas.openxmlformats.org/drawingml/2006/main">
              <a:ext uri="{FF2B5EF4-FFF2-40B4-BE49-F238E27FC236}">
                <a16:creationId xmlns:a16="http://schemas.microsoft.com/office/drawing/2014/main" id="{CC9F6E69-2C06-41DB-8CAA-068C26CDD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den förväntade grenspänningen, dra den från mätvärdet och tolka tecknet.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DA3595EF-32E6-4E0E-9828-4B39F5BB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3539ec7f9a47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7D0AE97E-2D48-4547-8710-E1260534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Trefasdata">
            <a:extLst xmlns:a="http://schemas.openxmlformats.org/drawingml/2006/main">
              <a:ext uri="{FF2B5EF4-FFF2-40B4-BE49-F238E27FC236}">
                <a16:creationId xmlns:a16="http://schemas.microsoft.com/office/drawing/2014/main" id="{6D2B5FEA-F4C7-4D66-BCC8-DD11B75B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Trefasdata</a:t>
            </a:r>
          </a:p>
        </p:txBody>
      </p:sp>
      <p:sp>
        <p:nvSpPr>
          <p:cNvPr id="4" name="En symmetrisk tränare har uppmätt linjespänning 12,0 V. Beräkna f">
            <a:extLst xmlns:a="http://schemas.openxmlformats.org/drawingml/2006/main">
              <a:ext uri="{FF2B5EF4-FFF2-40B4-BE49-F238E27FC236}">
                <a16:creationId xmlns:a16="http://schemas.microsoft.com/office/drawing/2014/main" id="{7DA7ACCC-877C-42F5-B5ED-98CF83BB5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symmetrisk trefasrigg har uppmätt linjespänning 12,0 V. Beräkna förväntad Y-grenspänning och jämför med uppmätt 6,90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9EDC775-5440-48D7-B5C6-9F1F83930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CED1740-8A0E-4AF6-A149-7793DB729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Y-last med linjespänningen 12,0 V och up" descr="Y-last med linjespänningen 12,0 V och uppmätt grenspänning 6,90 V; förväntat värde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28f3f84ba447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B47388E2-E514-486E-A223-3E5DAFE8F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Station C: hållkrets&#10;Mätprotokoll och rimlighet&#10;Individuell återk">
            <a:extLst xmlns:a="http://schemas.openxmlformats.org/drawingml/2006/main">
              <a:ext uri="{FF2B5EF4-FFF2-40B4-BE49-F238E27FC236}">
                <a16:creationId xmlns:a16="http://schemas.microsoft.com/office/drawing/2014/main" id="{6F78A954-1192-4A6E-9858-AE50A2951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D4583191-7123-4B06-BEED-A0330998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A3A2D515-7844-4698-9AFE-FC4ADA573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97fb24cf64e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ation C: hållkrets">
            <a:extLst xmlns:a="http://schemas.openxmlformats.org/drawingml/2006/main">
              <a:ext uri="{FF2B5EF4-FFF2-40B4-BE49-F238E27FC236}">
                <a16:creationId xmlns:a16="http://schemas.microsoft.com/office/drawing/2014/main" id="{6C8496BE-1AA9-482E-BE4F-1799F79C1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Station C: hållkrets</a:t>
            </a:r>
          </a:p>
        </p:txBody>
      </p:sp>
      <p:sp>
        <p:nvSpPr>
          <p:cNvPr id="3" name="STOPP är normalt sluten. START är normalt öppen.&#10;K1:s hjälpkontak">
            <a:extLst xmlns:a="http://schemas.openxmlformats.org/drawingml/2006/main">
              <a:ext uri="{FF2B5EF4-FFF2-40B4-BE49-F238E27FC236}">
                <a16:creationId xmlns:a16="http://schemas.microsoft.com/office/drawing/2014/main" id="{A7A4B4FA-A753-4C3C-8BD4-A368AA2C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STOPP är normalt sluten. START är normalt öppen.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K1:s hjälpkontakt håller spolens matning efter start.</a:t>
            </a:r>
          </a:p>
        </p:txBody>
      </p:sp>
      <p:sp>
        <p:nvSpPr>
          <p:cNvPr id="33" name="Vila, start, hållning och stopp">
            <a:extLst xmlns:a="http://schemas.openxmlformats.org/drawingml/2006/main">
              <a:ext uri="{FF2B5EF4-FFF2-40B4-BE49-F238E27FC236}">
                <a16:creationId xmlns:a16="http://schemas.microsoft.com/office/drawing/2014/main" id="{D6920D22-B4BB-436D-8D70-362849991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Vila, start, hållning och stopp</a:t>
            </a:r>
          </a:p>
        </p:txBody>
      </p:sp>
      <p:sp>
        <p:nvSpPr>
          <p:cNvPr id="34" name="Instruktören använder säkra förberedda felmoduler.&#10;Eleven jämför ">
            <a:extLst xmlns:a="http://schemas.openxmlformats.org/drawingml/2006/main">
              <a:ext uri="{FF2B5EF4-FFF2-40B4-BE49-F238E27FC236}">
                <a16:creationId xmlns:a16="http://schemas.microsoft.com/office/drawing/2014/main" id="{24FFEE65-E858-4B06-925F-A20BED9F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435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Instruktören använder säkra förberedda felmoduler.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Eleven jämför förväntad funktion med observerad funktion.</a:t>
            </a:r>
          </a:p>
        </p:txBody>
      </p:sp>
      <p:sp>
        <p:nvSpPr>
          <p:cNvPr id="35" name="13">
            <a:extLst xmlns:a="http://schemas.openxmlformats.org/drawingml/2006/main">
              <a:ext uri="{FF2B5EF4-FFF2-40B4-BE49-F238E27FC236}">
                <a16:creationId xmlns:a16="http://schemas.microsoft.com/office/drawing/2014/main" id="{07C2D948-B493-429A-9817-BBC612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38" name="schema-hallkrets" descr="+12 V – S0 STOPP (NC) – S1 START (NO) parallellt med K1 (NO) – spolen K1 – 0 V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8733" y="2395728"/>
            <a:ext cx="6866534" cy="234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9c979fe6c41e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protokoll och rimlighet">
            <a:extLst xmlns:a="http://schemas.openxmlformats.org/drawingml/2006/main">
              <a:ext uri="{FF2B5EF4-FFF2-40B4-BE49-F238E27FC236}">
                <a16:creationId xmlns:a16="http://schemas.microsoft.com/office/drawing/2014/main" id="{A2820AC8-BB1C-45FE-9BBE-F783B9AB8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Mätprotokoll och rimlighet</a:t>
            </a:r>
          </a:p>
        </p:txBody>
      </p:sp>
      <p:sp>
        <p:nvSpPr>
          <p:cNvPr id="3" name="Varje deltagare skriver ett eget protokoll.&#10;Anteckna både beräkni">
            <a:extLst xmlns:a="http://schemas.openxmlformats.org/drawingml/2006/main">
              <a:ext uri="{FF2B5EF4-FFF2-40B4-BE49-F238E27FC236}">
                <a16:creationId xmlns:a16="http://schemas.microsoft.com/office/drawing/2014/main" id="{3681ABAE-9638-4866-B96B-7444BE26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skriver ett eget protokoll.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Anteckna både beräkning, verkligt värde och mätvillkor.</a:t>
            </a:r>
          </a:p>
        </p:txBody>
      </p:sp>
      <p:sp>
        <p:nvSpPr>
          <p:cNvPr id="4" name="Avvikelse = uppmätt − förväntat">
            <a:extLst xmlns:a="http://schemas.openxmlformats.org/drawingml/2006/main">
              <a:ext uri="{FF2B5EF4-FFF2-40B4-BE49-F238E27FC236}">
                <a16:creationId xmlns:a16="http://schemas.microsoft.com/office/drawing/2014/main" id="{4C8D1B9A-09F3-4EAC-9D5D-A8AD9961D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Avvikelse = uppmätt − förväntat</a:t>
            </a:r>
          </a:p>
        </p:txBody>
      </p:sp>
      <p:sp>
        <p:nvSpPr>
          <p:cNvPr id="5" name="Toleranser, källspänning och instrumentdata påverkar jämförelsen.">
            <a:extLst xmlns:a="http://schemas.openxmlformats.org/drawingml/2006/main">
              <a:ext uri="{FF2B5EF4-FFF2-40B4-BE49-F238E27FC236}">
                <a16:creationId xmlns:a16="http://schemas.microsoft.com/office/drawing/2014/main" id="{C832A217-731B-4360-8BCB-B751FFC43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Toleranser, källspänning och instrumentdata påverkar jämförelsen.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skillnad är inte automatiskt ett fel.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9C032AA8-3753-468A-AEB6-7AB96D604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29bf37bfae49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Individuell återkoppling">
            <a:extLst xmlns:a="http://schemas.openxmlformats.org/drawingml/2006/main">
              <a:ext uri="{FF2B5EF4-FFF2-40B4-BE49-F238E27FC236}">
                <a16:creationId xmlns:a16="http://schemas.microsoft.com/office/drawing/2014/main" id="{B83656F8-A4A9-4533-A5F9-8B4EEAB98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Individuell återkoppling</a:t>
            </a:r>
          </a:p>
        </p:txBody>
      </p:sp>
      <p:sp>
        <p:nvSpPr>
          <p:cNvPr id="3" name="Varje deltagare motiverar minst ett metodval.&#10;Handledaren dokumen">
            <a:extLst xmlns:a="http://schemas.openxmlformats.org/drawingml/2006/main">
              <a:ext uri="{FF2B5EF4-FFF2-40B4-BE49-F238E27FC236}">
                <a16:creationId xmlns:a16="http://schemas.microsoft.com/office/drawing/2014/main" id="{562ADDF1-23D8-4E41-B5D1-D6332136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deltagare motiverar minst ett metodval.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Handledaren dokumenterar vad personen faktiskt genomförde.</a:t>
            </a:r>
          </a:p>
        </p:txBody>
      </p:sp>
      <p:sp>
        <p:nvSpPr>
          <p:cNvPr id="4" name="Observation och slutsats hålls isär">
            <a:extLst xmlns:a="http://schemas.openxmlformats.org/drawingml/2006/main">
              <a:ext uri="{FF2B5EF4-FFF2-40B4-BE49-F238E27FC236}">
                <a16:creationId xmlns:a16="http://schemas.microsoft.com/office/drawing/2014/main" id="{A0E5FCA0-1447-4717-AFA0-D32C834D8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Observation och slutsats hålls isär</a:t>
            </a:r>
          </a:p>
        </p:txBody>
      </p:sp>
      <p:sp>
        <p:nvSpPr>
          <p:cNvPr id="5" name="Exempel: ”K1 släpper efter START” är en observation.&#10;”Avbrott i h">
            <a:extLst xmlns:a="http://schemas.openxmlformats.org/drawingml/2006/main">
              <a:ext uri="{FF2B5EF4-FFF2-40B4-BE49-F238E27FC236}">
                <a16:creationId xmlns:a16="http://schemas.microsoft.com/office/drawing/2014/main" id="{0265C323-2226-492E-9FEB-C4C699C4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”K1 släpper efter START” är en observation.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”Avbrott i hållvägen” är en hypotes som behöver prövas.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9DB34D64-C160-4839-A526-966B95E3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a5cd5b1ef46f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tolkning av ett mätvärde">
            <a:extLst xmlns:a="http://schemas.openxmlformats.org/drawingml/2006/main">
              <a:ext uri="{FF2B5EF4-FFF2-40B4-BE49-F238E27FC236}">
                <a16:creationId xmlns:a16="http://schemas.microsoft.com/office/drawing/2014/main" id="{611E3886-C563-4056-95F7-6B0879E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tolkning av ett mätvärde</a:t>
            </a:r>
          </a:p>
        </p:txBody>
      </p:sp>
      <p:sp>
        <p:nvSpPr>
          <p:cNvPr id="10" name="En 2 kΩ-resistor har toleransen ±5 %. Den mäts till 2,06 kΩ. Inst">
            <a:extLst xmlns:a="http://schemas.openxmlformats.org/drawingml/2006/main">
              <a:ext uri="{FF2B5EF4-FFF2-40B4-BE49-F238E27FC236}">
                <a16:creationId xmlns:a16="http://schemas.microsoft.com/office/drawing/2014/main" id="{AC0C98B9-278E-4624-95F5-F88EAEC7A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2 kΩ-resistor har toleransen ±5 %. Den mäts till 2,06 kΩ. Instrumentfel försummas här.</a:t>
            </a:r>
          </a:p>
        </p:txBody>
      </p:sp>
      <p:sp>
        <p:nvSpPr>
          <p:cNvPr id="11" name="Gränser = Rnom · (1 ± p/100)">
            <a:extLst xmlns:a="http://schemas.openxmlformats.org/drawingml/2006/main">
              <a:ext uri="{FF2B5EF4-FFF2-40B4-BE49-F238E27FC236}">
                <a16:creationId xmlns:a16="http://schemas.microsoft.com/office/drawing/2014/main" id="{619BC3A6-182E-4226-85FC-EE25CF16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Gränser = R</a:t>
            </a:r>
            <a:r>
              <a:rPr sz="2325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</p:txBody>
      </p:sp>
      <p:sp>
        <p:nvSpPr>
          <p:cNvPr id="12" name="1. Nedre gräns = 2 · 0,95 = 1,90 kΩ.&#10;2. Övre gräns = 2 · 1,05 = 2">
            <a:extLst xmlns:a="http://schemas.openxmlformats.org/drawingml/2006/main">
              <a:ext uri="{FF2B5EF4-FFF2-40B4-BE49-F238E27FC236}">
                <a16:creationId xmlns:a16="http://schemas.microsoft.com/office/drawing/2014/main" id="{75DD9544-C81C-4761-B9BF-468DD8F14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Nedre gräns = 2 · 0,95 = 1,90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Övre gräns = 2 · 1,05 = 2,10 kΩ.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2,06 kΩ ligger mellan gränserna och uppfyller övningskravet.</a:t>
            </a:r>
          </a:p>
        </p:txBody>
      </p:sp>
      <p:sp>
        <p:nvSpPr>
          <p:cNvPr id="13" name="Verklig bedömning behöver även instrumentets bidrag och jämförbar">
            <a:extLst xmlns:a="http://schemas.openxmlformats.org/drawingml/2006/main">
              <a:ext uri="{FF2B5EF4-FFF2-40B4-BE49-F238E27FC236}">
                <a16:creationId xmlns:a16="http://schemas.microsoft.com/office/drawing/2014/main" id="{0C25C292-0282-4F25-9DCD-4BED7136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Verklig bedömning behöver även instrumentets bidrag och jämförbara mätvillkor.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E724F8D7-60A8-4B65-A709-9AE83911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44cf32cf754bc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93535485-A46C-411E-965E-C2E5F11DF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Matad spole kräver sluten väg från + till 0 V">
            <a:extLst xmlns:a="http://schemas.openxmlformats.org/drawingml/2006/main">
              <a:ext uri="{FF2B5EF4-FFF2-40B4-BE49-F238E27FC236}">
                <a16:creationId xmlns:a16="http://schemas.microsoft.com/office/drawing/2014/main" id="{D557B3C7-1288-43CA-B951-3EEA3245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Matad spole kräver sluten väg från + till 0 V</a:t>
            </a:r>
          </a:p>
        </p:txBody>
      </p:sp>
      <p:sp>
        <p:nvSpPr>
          <p:cNvPr id="11" name="NC är normalt sluten och NO normalt öppen. K1:s NO-hållkontakt är">
            <a:extLst xmlns:a="http://schemas.openxmlformats.org/drawingml/2006/main">
              <a:ext uri="{FF2B5EF4-FFF2-40B4-BE49-F238E27FC236}">
                <a16:creationId xmlns:a16="http://schemas.microsoft.com/office/drawing/2014/main" id="{FCA2944A-9BC9-4A44-B845-C5BD83FC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NC är normalt sluten och NO normalt öppen. K1:s NO-hållkontakt är öppen när spolen inte är påverkad.</a:t>
            </a:r>
          </a:p>
        </p:txBody>
      </p:sp>
      <p:sp>
        <p:nvSpPr>
          <p:cNvPr id="12" name="Förutsättningar: Visad hållkrets: S0 sluten, S1 öppen, K1 i vila.">
            <a:extLst xmlns:a="http://schemas.openxmlformats.org/drawingml/2006/main">
              <a:ext uri="{FF2B5EF4-FFF2-40B4-BE49-F238E27FC236}">
                <a16:creationId xmlns:a16="http://schemas.microsoft.com/office/drawing/2014/main" id="{1E049D73-63E2-48E8-AAF2-19258FD6B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Hållkretsen i figuren: S0 sluten, S1 öppen, K1 i vila. Returen är hel.</a:t>
            </a:r>
          </a:p>
        </p:txBody>
      </p:sp>
      <p:sp>
        <p:nvSpPr>
          <p:cNvPr id="13" name="Arbetsgång: Följ båda parallella vägarna efter S0. Avgör om någon">
            <a:extLst xmlns:a="http://schemas.openxmlformats.org/drawingml/2006/main">
              <a:ext uri="{FF2B5EF4-FFF2-40B4-BE49-F238E27FC236}">
                <a16:creationId xmlns:a16="http://schemas.microsoft.com/office/drawing/2014/main" id="{334810B8-66DF-4331-97DE-8F74CE367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båda de parallella vägarna efter S0 och avgör om någon av dem är obruten ända fram till spolen.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FE96961C-858C-45DF-9BAB-E51C89AB6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5195e786c74b4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9ACA50E8-B448-4B13-BA28-BA137A17B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Hållkretsens vila">
            <a:extLst xmlns:a="http://schemas.openxmlformats.org/drawingml/2006/main">
              <a:ext uri="{FF2B5EF4-FFF2-40B4-BE49-F238E27FC236}">
                <a16:creationId xmlns:a16="http://schemas.microsoft.com/office/drawing/2014/main" id="{E5B0F076-356F-4799-9D69-6A26FA63B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vila</a:t>
            </a:r>
          </a:p>
        </p:txBody>
      </p:sp>
      <p:sp>
        <p:nvSpPr>
          <p:cNvPr id="4" name="I hållkretsen är S0 sluten, S1 öppen och K1 opåverkad. Finns en s">
            <a:extLst xmlns:a="http://schemas.openxmlformats.org/drawingml/2006/main">
              <a:ext uri="{FF2B5EF4-FFF2-40B4-BE49-F238E27FC236}">
                <a16:creationId xmlns:a16="http://schemas.microsoft.com/office/drawing/2014/main" id="{C8664CA4-8658-428A-94DF-9D15EA408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hållkretsen är S0 sluten, S1 öppen och K1 opåverkad. Finns en sluten strömväg till K1-spolen?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788DBF0D-A1F7-4D10-B0F1-3E03227F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F07D6B52-EAF6-42D4-BC53-6A79B39A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i vila: S0 sluten, S1 öppen, K" descr="Hållkrets i vila: S0 sluten, S1 öppen, K1:s hållkontakt öp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fa05a98b740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99106AF7-9FE2-4732-90FA-5CF1FA504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K1:s NO-kontakt följer K1-spolen">
            <a:extLst xmlns:a="http://schemas.openxmlformats.org/drawingml/2006/main">
              <a:ext uri="{FF2B5EF4-FFF2-40B4-BE49-F238E27FC236}">
                <a16:creationId xmlns:a16="http://schemas.microsoft.com/office/drawing/2014/main" id="{544947E4-68A5-495C-A94D-544912F49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K1:s NO-kontakt följer K1-spolen</a:t>
            </a:r>
          </a:p>
        </p:txBody>
      </p:sp>
      <p:sp>
        <p:nvSpPr>
          <p:cNvPr id="11" name="När spolen drar sluter dess NO-kontakt. Den ligger parallellt med">
            <a:extLst xmlns:a="http://schemas.openxmlformats.org/drawingml/2006/main">
              <a:ext uri="{FF2B5EF4-FFF2-40B4-BE49-F238E27FC236}">
                <a16:creationId xmlns:a16="http://schemas.microsoft.com/office/drawing/2014/main" id="{A8D979D1-22EB-49EF-AE63-4CF93A91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När spolen drar sluter dess NO-kontakt. Kontakten ligger parallellt med START och kan hålla kvar strömvägen.</a:t>
            </a:r>
          </a:p>
        </p:txBody>
      </p:sp>
      <p:sp>
        <p:nvSpPr>
          <p:cNvPr id="12" name="Förutsättningar: S0 och returen är hela. S1 hålls in tills K1 hin">
            <a:extLst xmlns:a="http://schemas.openxmlformats.org/drawingml/2006/main">
              <a:ext uri="{FF2B5EF4-FFF2-40B4-BE49-F238E27FC236}">
                <a16:creationId xmlns:a16="http://schemas.microsoft.com/office/drawing/2014/main" id="{AB519921-8933-43E9-8D14-7754004D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S0 och returen är hela. S1 hålls in tills K1 hinner dra.</a:t>
            </a:r>
          </a:p>
        </p:txBody>
      </p:sp>
      <p:sp>
        <p:nvSpPr>
          <p:cNvPr id="13" name="Arbetsgång: Följ strömvägen under START och efter släpp. Beskriv ">
            <a:extLst xmlns:a="http://schemas.openxmlformats.org/drawingml/2006/main">
              <a:ext uri="{FF2B5EF4-FFF2-40B4-BE49-F238E27FC236}">
                <a16:creationId xmlns:a16="http://schemas.microsoft.com/office/drawing/2014/main" id="{1155AD75-EC3D-46B3-96E2-529935759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Följ strömvägen medan START hålls in och efter att den släppts. Beskriv hur kontakterna ändrar läge.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0A93B22C-2B4D-41F2-9129-F61879D0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c24d6a68e043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CD33C934-5F85-4E49-9025-F7BAF2A3E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Hållkretsens start">
            <a:extLst xmlns:a="http://schemas.openxmlformats.org/drawingml/2006/main">
              <a:ext uri="{FF2B5EF4-FFF2-40B4-BE49-F238E27FC236}">
                <a16:creationId xmlns:a16="http://schemas.microsoft.com/office/drawing/2014/main" id="{51DAFC74-00E6-4733-A481-FDFC24C76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Hållkretsens start</a:t>
            </a:r>
          </a:p>
        </p:txBody>
      </p:sp>
      <p:sp>
        <p:nvSpPr>
          <p:cNvPr id="4" name="S1 trycks in och K1 drar. Vad ska K1:s NO-hjälpkontakt göra och v">
            <a:extLst xmlns:a="http://schemas.openxmlformats.org/drawingml/2006/main">
              <a:ext uri="{FF2B5EF4-FFF2-40B4-BE49-F238E27FC236}">
                <a16:creationId xmlns:a16="http://schemas.microsoft.com/office/drawing/2014/main" id="{8A0C13EC-5AC3-4DAD-976D-39BE8B2ED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S1 trycks in och K1 drar. Vad ska K1:s NO-hjälpkontakt göra och varför?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06C22A-4F24-4833-AD14-49C7E13B6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65907771-1049-4836-AC16-FCF6AADB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med START intryckt och K1 drag" descr="Hållkrets med START intryckt och K1 dragen; hållkontaktens läge efterfråg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39ca74f310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BAB8E71-76A6-4073-BE25-D9433A2E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Hypotes prövas med förväntat kontrollresultat">
            <a:extLst xmlns:a="http://schemas.openxmlformats.org/drawingml/2006/main">
              <a:ext uri="{FF2B5EF4-FFF2-40B4-BE49-F238E27FC236}">
                <a16:creationId xmlns:a16="http://schemas.microsoft.com/office/drawing/2014/main" id="{87E694A9-A722-4217-B0C1-7A59FAB7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 prövas med förväntat kontrollresultat</a:t>
            </a:r>
          </a:p>
        </p:txBody>
      </p:sp>
      <p:sp>
        <p:nvSpPr>
          <p:cNvPr id="11" name="En hypotes är en möjlig orsak. En skiljande kontroll ger olika re">
            <a:extLst xmlns:a="http://schemas.openxmlformats.org/drawingml/2006/main">
              <a:ext uri="{FF2B5EF4-FFF2-40B4-BE49-F238E27FC236}">
                <a16:creationId xmlns:a16="http://schemas.microsoft.com/office/drawing/2014/main" id="{77CDA32A-B901-4A23-BA70-B57C9BCAF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hypotes är en möjlig orsak. En kontroll som skiljer mellan orsakerna ger olika resultat för olika orsaker.</a:t>
            </a:r>
          </a:p>
        </p:txBody>
      </p:sp>
      <p:sp>
        <p:nvSpPr>
          <p:cNvPr id="12" name="Förutsättningar: K1 drar under START men släpper efteråt. Mätning">
            <a:extLst xmlns:a="http://schemas.openxmlformats.org/drawingml/2006/main">
              <a:ext uri="{FF2B5EF4-FFF2-40B4-BE49-F238E27FC236}">
                <a16:creationId xmlns:a16="http://schemas.microsoft.com/office/drawing/2014/main" id="{1C75BD74-2007-4105-AD34-14DBC5C2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K1 drar när START hålls in men släpper när knappen släpps. Mätning och omkoppling görs enligt handledarens plan för riggen.</a:t>
            </a:r>
          </a:p>
        </p:txBody>
      </p:sp>
      <p:sp>
        <p:nvSpPr>
          <p:cNvPr id="13" name="Arbetsgång: Föreslå en orsak i hållvägen. Beskriv vilken observat">
            <a:extLst xmlns:a="http://schemas.openxmlformats.org/drawingml/2006/main">
              <a:ext uri="{FF2B5EF4-FFF2-40B4-BE49-F238E27FC236}">
                <a16:creationId xmlns:a16="http://schemas.microsoft.com/office/drawing/2014/main" id="{4EBF3A4C-2059-438C-A155-D13B8024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en orsak i hållvägen. Beskriv vilken observation som skulle stödja eller försvaga hypotesen.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8FF4E832-01B3-464B-B637-04E085C0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079e3807c49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28F6A2FA-9BE8-43CC-BE86-0C379A2CE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Förberett fel">
            <a:extLst xmlns:a="http://schemas.openxmlformats.org/drawingml/2006/main">
              <a:ext uri="{FF2B5EF4-FFF2-40B4-BE49-F238E27FC236}">
                <a16:creationId xmlns:a16="http://schemas.microsoft.com/office/drawing/2014/main" id="{2C09C0C4-665D-4BE2-8AED-8B02E3D3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Förberett fel</a:t>
            </a:r>
          </a:p>
        </p:txBody>
      </p:sp>
      <p:sp>
        <p:nvSpPr>
          <p:cNvPr id="4" name="K1 drar medan START hålls in men släpper direkt när knappen släpp">
            <a:extLst xmlns:a="http://schemas.openxmlformats.org/drawingml/2006/main">
              <a:ext uri="{FF2B5EF4-FFF2-40B4-BE49-F238E27FC236}">
                <a16:creationId xmlns:a16="http://schemas.microsoft.com/office/drawing/2014/main" id="{F5C535BE-6954-41FE-91E8-CFACD826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K1 drar medan START hålls in men släpper direkt när knappen släpps. Föreslå en felhypotes och en kontroll som skiljer mellan orsakerna.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0336F6D-6194-4ADF-BE1B-FCADA1A3E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E8D72C56-5D11-41E6-BB55-59ABEA4C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Hållkrets och tidsdiagram: K1 drar med S" descr="Hållkrets och tidsdiagram: K1 drar med START men släpper när START släpp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8447" y="2331720"/>
            <a:ext cx="3047664" cy="2834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8ede0bfcda4c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5FED8A1A-B104-4056-B8B1-C42254DE7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Rmin = Rnom · (1 − p/100)&#10;Rmax = Rnom · (1 + p/100)">
            <a:extLst xmlns:a="http://schemas.openxmlformats.org/drawingml/2006/main">
              <a:ext uri="{FF2B5EF4-FFF2-40B4-BE49-F238E27FC236}">
                <a16:creationId xmlns:a16="http://schemas.microsoft.com/office/drawing/2014/main" id="{C62616CD-402A-4BFD-B94E-3EAA3EE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(1 −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max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+ p/100)</a:t>
            </a:r>
          </a:p>
        </p:txBody>
      </p:sp>
      <p:sp>
        <p:nvSpPr>
          <p:cNvPr id="11" name="Rnom är nominellt värde och p toleransen i procent. Gränsvärden i">
            <a:extLst xmlns:a="http://schemas.openxmlformats.org/drawingml/2006/main">
              <a:ext uri="{FF2B5EF4-FFF2-40B4-BE49-F238E27FC236}">
                <a16:creationId xmlns:a16="http://schemas.microsoft.com/office/drawing/2014/main" id="{F353E2C6-12F8-46D2-8F04-A10F17C1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1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är det nominella värdet och p toleransen i procent. Ett värde precis på gränsen är godkänt.</a:t>
            </a:r>
          </a:p>
        </p:txBody>
      </p:sp>
      <p:sp>
        <p:nvSpPr>
          <p:cNvPr id="12" name="Förutsättningar: Rnom = 1 kΩ, p = 5, uppmätt 1,03 kΩ. Instrumentf">
            <a:extLst xmlns:a="http://schemas.openxmlformats.org/drawingml/2006/main">
              <a:ext uri="{FF2B5EF4-FFF2-40B4-BE49-F238E27FC236}">
                <a16:creationId xmlns:a16="http://schemas.microsoft.com/office/drawing/2014/main" id="{F5ABCEBD-B413-4205-A18E-97AAC60C8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kΩ, p = 5, uppmätt 1,03 kΩ. Instrumentets fel räknas inte med.</a:t>
            </a:r>
          </a:p>
        </p:txBody>
      </p:sp>
      <p:sp>
        <p:nvSpPr>
          <p:cNvPr id="13" name="Arbetsgång: Beräkna nedre och övre gräns. Jämför mätvärdet med bå">
            <a:extLst xmlns:a="http://schemas.openxmlformats.org/drawingml/2006/main">
              <a:ext uri="{FF2B5EF4-FFF2-40B4-BE49-F238E27FC236}">
                <a16:creationId xmlns:a16="http://schemas.microsoft.com/office/drawing/2014/main" id="{E3A3D5A0-F78B-4A6F-8BBA-A8317035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nedre och övre gräns och jämför mätvärdet med båda.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FEEF9B96-C04D-4386-99A4-3CC30917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844373d1b43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3B6B85BB-28C2-4393-BAB8-679B0B4E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Mätvärde med avvikelse">
            <a:extLst xmlns:a="http://schemas.openxmlformats.org/drawingml/2006/main">
              <a:ext uri="{FF2B5EF4-FFF2-40B4-BE49-F238E27FC236}">
                <a16:creationId xmlns:a16="http://schemas.microsoft.com/office/drawing/2014/main" id="{E0DD8494-743D-4C38-A54B-6723CEE5D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Mätvärde med avvikelse</a:t>
            </a:r>
          </a:p>
        </p:txBody>
      </p:sp>
      <p:sp>
        <p:nvSpPr>
          <p:cNvPr id="4" name="En 1 kΩ-resistor med tolerans ±5 % mäts till 1,03 kΩ. Bortse från">
            <a:extLst xmlns:a="http://schemas.openxmlformats.org/drawingml/2006/main">
              <a:ext uri="{FF2B5EF4-FFF2-40B4-BE49-F238E27FC236}">
                <a16:creationId xmlns:a16="http://schemas.microsoft.com/office/drawing/2014/main" id="{4C6F23CC-976F-41A3-8F43-1DADAD20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1 kΩ-resistor med tolerans ±5 % mäts till 1,03 kΩ. Bortse från instrumentets fel. Ligger värdet inom toleransen?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4D3F790-FFEE-4056-934E-FD4CA18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63217F37-D5EF-488C-B985-D002AB38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Toleransband plus minus 5 procent kring " descr="Toleransband plus minus 5 procent kring 1 kiloohm; uppmätt 1,03 kilooh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56a36cba2a47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DAF709D7-731F-42C8-B7DD-E3772756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lutsats kopplas till data och driftfall">
            <a:extLst xmlns:a="http://schemas.openxmlformats.org/drawingml/2006/main">
              <a:ext uri="{FF2B5EF4-FFF2-40B4-BE49-F238E27FC236}">
                <a16:creationId xmlns:a16="http://schemas.microsoft.com/office/drawing/2014/main" id="{3F7165EB-03FA-46C3-8BD1-CD218B75E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 kopplas till data och driftfall</a:t>
            </a:r>
          </a:p>
        </p:txBody>
      </p:sp>
      <p:sp>
        <p:nvSpPr>
          <p:cNvPr id="11" name="En slutsats ska ange vad jämförelsen visar. Mätvillkor och kvarst">
            <a:extLst xmlns:a="http://schemas.openxmlformats.org/drawingml/2006/main">
              <a:ext uri="{FF2B5EF4-FFF2-40B4-BE49-F238E27FC236}">
                <a16:creationId xmlns:a16="http://schemas.microsoft.com/office/drawing/2014/main" id="{B7C75F98-047E-4E84-B771-0AB93912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slutsats ska ange vad jämförelsen visar. Mätvillkor och kvarstående osäkerhet avgränsar slutsatsen.</a:t>
            </a:r>
          </a:p>
        </p:txBody>
      </p:sp>
      <p:sp>
        <p:nvSpPr>
          <p:cNvPr id="12" name="Förutsättningar: Källa 11,94 V, spänningsfall 3,98 V och 7,96 V. ">
            <a:extLst xmlns:a="http://schemas.openxmlformats.org/drawingml/2006/main">
              <a:ext uri="{FF2B5EF4-FFF2-40B4-BE49-F238E27FC236}">
                <a16:creationId xmlns:a16="http://schemas.microsoft.com/office/drawing/2014/main" id="{39722EA9-CE71-43C4-8216-8E6A21B1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11,94 V och spänningsfallen 3,98 V och 7,96 V är givna övningsdata.</a:t>
            </a:r>
          </a:p>
        </p:txBody>
      </p:sp>
      <p:sp>
        <p:nvSpPr>
          <p:cNvPr id="13" name="Arbetsgång: Visa summan och jämför med källan. Skriv att uppgifte">
            <a:extLst xmlns:a="http://schemas.openxmlformats.org/drawingml/2006/main">
              <a:ext uri="{FF2B5EF4-FFF2-40B4-BE49-F238E27FC236}">
                <a16:creationId xmlns:a16="http://schemas.microsoft.com/office/drawing/2014/main" id="{F7E7A440-2C1A-4C2D-A455-2A245553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Visa summan och jämför med källan. Vad visar jämförelsen, och vad visar den inte?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DABC75BA-A591-443D-879C-51D66483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7c47e3b79d4a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137803B6-43BF-440B-9176-D79441BA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Egen slutsats">
            <a:extLst xmlns:a="http://schemas.openxmlformats.org/drawingml/2006/main">
              <a:ext uri="{FF2B5EF4-FFF2-40B4-BE49-F238E27FC236}">
                <a16:creationId xmlns:a16="http://schemas.microsoft.com/office/drawing/2014/main" id="{52DB91ED-17A2-4673-9068-C9FCD23A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Egen slutsats</a:t>
            </a:r>
          </a:p>
        </p:txBody>
      </p:sp>
      <p:sp>
        <p:nvSpPr>
          <p:cNvPr id="4" name="Skriv en kort slutsats till protokollet: källan mäts till 11,94 V">
            <a:extLst xmlns:a="http://schemas.openxmlformats.org/drawingml/2006/main">
              <a:ext uri="{FF2B5EF4-FFF2-40B4-BE49-F238E27FC236}">
                <a16:creationId xmlns:a16="http://schemas.microsoft.com/office/drawing/2014/main" id="{399CB64D-8B4F-4A45-AFC9-A13D8AF64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en kort slutsats till protokollet: källan mäts till 11,94 V och seriekretsens spänningsfall är 3,98 och 7,96 V.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A499165-1484-4867-9341-7ACB4BA4D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8BB58DB7-C850-4239-9170-B0DF14B6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 där källan mäts till 11,94 V " descr="Seriekrets där källan mäts till 11,94 V och spänningsfallen till 3,98 och 7,96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7dec7539ff4d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1BEB658A-2B0B-434C-B607-4CFAF67CC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slutsats kan ditt protokoll stödja, och vad har du ännu in">
            <a:extLst xmlns:a="http://schemas.openxmlformats.org/drawingml/2006/main">
              <a:ext uri="{FF2B5EF4-FFF2-40B4-BE49-F238E27FC236}">
                <a16:creationId xmlns:a16="http://schemas.microsoft.com/office/drawing/2014/main" id="{0EF72A4E-5FC5-41B8-887F-E4E788F9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slutsats kan ditt protokoll stödja, och vad har du ännu inte kontrollerat?</a:t>
            </a:r>
          </a:p>
        </p:txBody>
      </p:sp>
      <p:sp>
        <p:nvSpPr>
          <p:cNvPr id="4" name="Färdigställ individuellt protokoll. Praktisk bedömning och eventu">
            <a:extLst xmlns:a="http://schemas.openxmlformats.org/drawingml/2006/main">
              <a:ext uri="{FF2B5EF4-FFF2-40B4-BE49-F238E27FC236}">
                <a16:creationId xmlns:a16="http://schemas.microsoft.com/office/drawing/2014/main" id="{15873594-CDD5-4169-AEC8-6C5F6EEF1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individuellt protokoll. Praktisk bedömning och eventuella kompletteringar följer lärarens separata plan för träffen.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334CBFCC-1983-4CB5-AFBD-C64A8873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30eb6189dc4c8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AA86399E-60A1-41F8-88A4-6EE6E11B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2C3671D-5491-45D6-8AF4-22583613A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A2ED14B1-273F-4135-94D5-B0A232E8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eadafdc350414a8a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181D6E4D-26C9-426F-9C8D-FAE9B58F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26d635f80904509"/>
              </a:rPr>
              <a:t>SEK: SS-EN 50110-1, utgåva 4:2024</a:t>
            </a:r>
          </a:p>
        </p:txBody>
      </p:sp>
      <p:sp>
        <p:nvSpPr>
          <p:cNvPr id="6" name="Schneider Electric: skenbar effekt">
            <a:extLst xmlns:a="http://schemas.openxmlformats.org/drawingml/2006/main">
              <a:ext uri="{FF2B5EF4-FFF2-40B4-BE49-F238E27FC236}">
                <a16:creationId xmlns:a16="http://schemas.microsoft.com/office/drawing/2014/main" id="{811DB7DE-5B10-4030-B21A-9F5EC3AE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304cd51401e44174"/>
              </a:rPr>
              <a:t>Schneider Electric: skenbar effekt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5A77D682-B37D-48C4-98B5-82AA4E446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2026-09-20T20:09:31.1790000Z</dcterms:created>
  <dcterms:modified xsi:type="dcterms:W3CDTF">2026-09-20T20:09:31.1790000Z</dcterms:modified>
</coreProperties>
</file>