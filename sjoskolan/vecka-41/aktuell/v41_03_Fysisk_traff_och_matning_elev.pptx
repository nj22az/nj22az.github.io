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SELV-rigg?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rigg.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 och U₂ i övning 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riggens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Ugren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Förberedelse: övning 4 (AC) och 5 (trefas).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trefasrigg: räkna på övningsdata eller i Trefaslabbet och dokumentera det som teori.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beskriver systemets skyddsegenskaper, inklusive separation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 märkt 12 V, men dokumentation om skyddet saknas. Inget praktiskt moment får baseras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Skilj märkspänning från verifierat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Rtotal = R₁ + R₂     I = U/Rtotal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I · R₂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Ω och V ger A. 1 mA = 0,001 A. Voltmeter mäter mellan två anslutningar.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R₁ = 1 kΩ och R₂ = 2 kΩ i serie. Ideala beräkningsvärden.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totalresistans, ström och U₂. Rita mätningen parallellt över R₂.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 V-rigg har 1 kΩ + 2 kΩ i serie. Beräkna strömmen och rita var en voltmeter ska mäta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Ukälla − U₁ − U₂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källspänning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samtidiga mätdata: 11,94 V, 3,98 V och 7,96 V. Samma seriekrets och driftfall.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Ukälla = 11,94 V, U₁ = 3,98 V och U₂ = 7,96 V. Kontrollera slinglagen med de givna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toppvärde, Urms effektivvärde. Båda mäts i V.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Mätvärdet 12,1 V är RMS.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√2. Ange att sambandet bygger på sinusformen.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AC-riggens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övningskälla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anger signerad avvikelse. Negativt värde betyder lägre uppmätt spänning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Uuppmätt = 6,90 V. Behåll oavrundat mellanresultat.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förväntad grenspänning. Subtrahera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trefasrigg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40956-9118-47BD-B7FF-82B9FB68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DFB14BCC-099A-42BA-82E3-B11429D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BF13-38E3-4017-B549-B8E5E3A4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72C5D-5F2C-480B-A67B-98A852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BC6C-2BD7-4645-9052-BD095AB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9D514-DB9D-484F-85D8-C400EB35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F3957DF1-7E39-4561-967A-62F2AC9E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B19A-1B4D-4966-B438-8DF68819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5C44-21E6-4AA4-8FAC-93EEEC7C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1B71C-623F-4BDF-BC05-16CA82FF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1B2E3-B67D-4433-AC27-2193C360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B9711-B48E-4B36-ADB3-1CE2967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071FF-CBC8-4733-9456-E5DFF48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60585DC3-989C-4A0A-A6D0-7AE14B6B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9FB9-C578-4CAE-8527-E89EC8E7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88B6F-8057-47D0-8C40-1360CFEB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A8116-006C-4DF5-A2BC-5283F5C8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E6F35-6BA0-42F7-BFAE-669F89C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BCA3A-C9AD-48BC-AFAB-BD3E0EE8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0059-CC90-420A-85DC-0A1B3FD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274E6-C6C5-4C2D-A010-EEBC3B26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DE909-D29F-4436-843E-D3A9EC1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39196-52F8-4545-8F8A-662125B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2524ABC0-B3DD-4C94-92BF-545A4620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5E738-0DB7-487D-AF6E-F4D2C3F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97445-B984-45F8-9160-4CE733BC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F477F9DC-45C6-4880-A36A-052D8BB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B65C4-5F14-4B39-8D0A-389547FB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F77C61B-32BA-4942-8929-B995C8A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är opåverkad.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Visad hållkrets: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parallella vägarna efter S0. Avgör om någon ger en obruten väg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Den ligger parallellt med START och kan bära hållfunktionen.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under START och efter släpp. Beskriv hur kontaktläget förändras.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kontroll som skiljer mellan orsakerna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 men släpper efteråt. Mätning och omkoppling följer handledarens säkra riggplan.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kontroll som skiljer mellan orsakerna.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Rmin = Rnom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Rmax = Rnom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Rnom är nominellt värde och p toleransen i procent. Gränsvärden ingår i intervallet.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Rnom = 1 kΩ, p = 5, uppmätt 1,03 kΩ. Instrumentfel försummas uttryckligen.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nedre och övre gräns.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±5 % mäts till 1,03 kΩ. Bortse från instrumentfel i denna deluppgift.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11,94 V, spänningsfall 3,98 V och 7,96 V. Dessa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Vad visar jämförelsen, och vad visar den inte?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