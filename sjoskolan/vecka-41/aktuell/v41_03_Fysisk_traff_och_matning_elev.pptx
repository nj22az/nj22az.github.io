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Relationship Id="rId3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Motorn: delar, Y och Δ i plinten och strömtången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Y och Δ i en motors plint och kontrollera kopplingen med mätning.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Känna igen motorns och startarens delar och förklara vad en strömtång mäter.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har sex plintar. Hur tar du reda på vilka två som hör till samma lindning?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 fredag: läs genomgången själv efter del 2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ramar, motorns delar, Y och Δ i plinten, startaren och tången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övning 3.1–3.5 och skriv dina förutsägelser i protokollet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Fredag 11.00–16.00 på plats: labbet, lunch 12.00–13.00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 motorn, S startaren och skylten, T tången: 40 minuter var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plinten, 15 minuter per grupp. Sist resultat och protokoll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3.6–3.10 görs efter labbet.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ansluts aldrig till nätet.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är övningsobjekt. De ansluts aldrig till nätet.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flyttas med mätsladdarna bortkopplade.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Tångstationen matas av ett strömbegränsat DC-aggregat på skyddsklenspänning.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först, mät sedan, jämför och förklara skillnaden.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delar och märkskylt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618488"/>
            <a:ext cx="761695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 sitter i stommen. Rotorn på axeln bärs av lager.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Fläkten kyler genom flänsarna.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425696"/>
            <a:ext cx="761695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956048"/>
            <a:ext cx="7616952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anger effekt, Δ/Y-spänning, ström, cos φ, varvtal och frekvens.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ofta 440 V, 60 Hz: kontrollera skylten.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abbets trefasmotor i 3D: fläktkåpa med " descr="Labbets trefasmotor i 3D: fläktkåpa med fläkten under, stomme med kylflänsar, fot, kopplingslåda med plinten, märkskylt, axel med kil och lagerskö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4249" y="2240280"/>
            <a:ext cx="4735501" cy="210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Lindningar och plint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lindningar: U1–U2, V1–V2 och W1–W2.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bleck är lindningarna skilda åt.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U1–U2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V1–V2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W1–W2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Mellan två olika lindningar visar mätaren överområde.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Dra av mätsladdarnas resistans: en lindning har bara några ohm.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en i kopplingslådan uppifrån, utan " descr="Plinten i kopplingslådan uppifrån, utan bleck: ohmmeterns sladdar på U1 och U2; lindningarna U1–U2, V1–V2 och W1–W2 streckade inne i moto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366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 och Δ med bleck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Y: blecken förbinder W2, U2 och V2. Det är stjärnpunkten.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Δ: tre lodräta bleck, U1–W2, V1–U2 och W1–V2.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2R     Δ: (2/3) · R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mellan två plintar kontrollerar 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3, samma tal som strömmarna i Del 2.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esistans mellan U1 och V1: i Y två lindningar i seri" descr="Resistans mellan U1 och V1: i Y två lindningar i serie, 2R; i Δ en lindning parallellt med två i serie, (2/3) ·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resistansen mellan plintarna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 mäts till 6,0 Ω var, med mätsladdarna avdragna. Förutsäg resistansen mellan U1 och V1 i Y och i Δ.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2R     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 · 2R/(3R)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två lindningar i serie: 2 · 6,0 = 12,0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6,0 Ω parallellt med 12,0 Ω: 6,0 · 12,0/18,0 = 4,0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Kvoten: 12,0/4,0 = 3.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kvoten blir 3 för alla R. Ett annat tal tyder på ett fel bleck eller en fel mätpunkt.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två linjespänningar: den lägre hör till Δ och den högre till Y.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60 Hz. Märkskylt Δ/Y 254/440 V. Nätets linjespänning 440 V. Plintens övre rad är W2, U2, V2 och den undre U1, V1, W1.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de två märkvärdena. Beskriv sedan var blecken ska ligga för den kopplingen.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Blecken för fartygets nät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ombord har märkskylten Δ/Y 254/440 V, 60 Hz. Fartygets nät ger 440 V mellan faserna. Vilken koppling ska motorn ha, och hur lägger du blecken i plinten?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Δ/Y 254/440 V, 60 Hz och farty" descr="Märkskylt Δ/Y 254/440 V, 60 Hz och fartygets nät 440 V, 60 Hz; Y- och Δ-bleck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avläst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sladdar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ligger i serie med lindningen. Multimetern visar summan.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 som aldrig är ansluten. Blecken borttagna. Sladdarnas resistans 0,3 Ω.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av sladdarnas resistans från varje avläsning. Lägg sedan ihop de tre lindningarna och dela med tre.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Lindningarna utan bleck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Sladdarna visar 0,3 Ω mot varandra. Utan bleck: U1–U2 4,1 Ω, V1–V2 4,0 Ω och W1–W2 4,2 Ω. Beräkna varje lindnings resistans och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utan bleck med avläsningarna 4,1, 4,0 och 4,2 o" descr="Plint utan bleck med avläsningarna 4,1, 4,0 och 4,2 ohm och sladdarnas 0,3 ohm; lindnings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vägen mellan två plintar genom två lindningar. I Δ ligger en lindning parallellt med två lindningar i serie.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lindningar på 3,6 Ω. Mätsladdarnas resistans är redan avdragen.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serie för Y. För Δ: räkna först de två lindningarna i serie och sedan parallellt med den tredje.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Förutsäg Y och Δ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lindning har resistansen 3,6 Ω. Förutsäg resistansen mellan U1 och V1 när blecken ligger för Y och när de ligger för Δ.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 och Δ av tre lindningar på 3,6 ohm; resistansen mel" descr="Y och Δ av tre lindningar på 3,6 ohm; resistansen mellan U1 och V1 okänd i båd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Lindningsändarna sitter i plinten. Märkskylten anger spänning, ström, frekvens och effekt.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har stomme med kylflänsar, fläktkåpa, lagersköldar, kopplingslåda och märkskylt. Den är aldrig ansluten.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Leta upp var lindningsändarna finns och vilken rad på skylten som anger två spänningar med Δ och Y.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delar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del av motorn öppnar du för att koppla Y eller Δ, och vilka uppgifter på märkskylten avgör kopplingen? Vad gör fläkten och lagersköldarna?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abbets trefasmotor i 3D med stängd kopp" descr="Labbets trefasmotor i 3D med stängd kopplingslåda och märkskylten på stommen, utan etiket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44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(kvot − 3)/3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3 gäller oavsett lindningens resistans, eftersom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2R och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(2/3)R.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motor, samma par U1–V1. Förväntad kvot 3.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Y-värdet med Δ-värdet, jämför med 3 och räkna avvikelsen i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Kvoten mellan Y och Δ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labbet mättes U1–V1 till 8,1 Ω i Y och 2,8 Ω i Δ (sladdarna avdragna). Beräkna kvoten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avvikelsen från 3 i procent. Låg blecken rätt?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: U1–V1 8,1 ohm i Y och 2,8 ohm i Δ; kvo" descr="Stapeldiagram: U1–V1 8,1 ohm i Y och 2,8 ohm i Δ; kvot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Strömtången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Startarens delar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618488"/>
            <a:ext cx="7616952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Kontaktorn K1 kopplar motorns tre faser med huvudkontakterna. Spolen A1–A2 drar den.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normalt öppen. 95–96 på överlastreläet är normalt sluten.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791456"/>
            <a:ext cx="761695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motorns märkström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340096"/>
            <a:ext cx="7616952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 ansluts aldrig i labbet. Kontakterna mäts spänningslöst.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 kommer tillbaka vecka 43.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Figur: Startaren med locket av i 3D: kontaktor " descr="Startaren med locket av i 3D: kontaktor K1 med spolen A1–A2, huvudkontakter 1–2, 3–4, 5–6, hjälpkontakt 13–14 (NO), överlastrelä F2 med 95–96 (NC), inställningsratt och testknap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2017" y="2651760"/>
            <a:ext cx="3919964" cy="208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618488"/>
            <a:ext cx="7616952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mäter summan av strömmarna som går genom käften.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Nollställ tången i läget DC A före mätningen.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242816"/>
            <a:ext cx="7616952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varv: 2 · I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 och tillbaka: 0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212080"/>
            <a:ext cx="761695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 fasledare i taget. Runt en hel trefaskabel blir summan nära noll.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princip används i jordfelsbrytaren.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en runt labbsladden från aggreg" descr="Strömtången runt labbsladden från aggregatet på 2,00 A: en gång genom käften visar I, två varv visar 2 · I, hårnål ut och tillbaka visar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2304288"/>
            <a:ext cx="4937760" cy="192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protokoll: mätpunkter, instrument och värden.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förväntade värdet står i protokollet före mätningen.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Observation: ”U1–V1 visar 2R i Y”. Slutsats: ”blecken ligger rätt”.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 isär observation och slutsats.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strömtången med flera varv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aggregat driver 1,5 A genom en labbsladd. Sladden läggs tre varv genom tången och sedan som en hårnål.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Visat värde = summan av strömmarna genom käften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En gång genom käften: 1,5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Tre varv: 3 · 1,5 = 4,5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Hårnål: +1,5 − 1,5 = 0 A.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tången räknar varje passage genom käften, med riktning.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alla par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hel Δ-koppling visar alla tre paren samma värde. Två par med en lindning och ett par med två lindningar i serie betyder att triangeln är öppen.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motor. Sladdarnas resistans avdragen. Δ-blecken ska vara U1–W2, V1–U2 och W1–V2.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vad en hel Δ skulle ge. Rita sedan triangeln och ta bort ett bleck i taget tills mätvärdena stämmer.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bleck som saknas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ska ligga för Δ. Du mäter U1–V1 = 4,2 Ω, V1–W1 = 4,2 Ω och W1–U1 = 8,4 Ω. En lindning har resistansen 4,2 Ω. Vad visar mätningen, och vilket bleck saknas?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i Δ: U1–V1 4,2 ohm, V1–W1 4,2 ohm, W1–U" descr="Stapeldiagram i Δ: U1–V1 4,2 ohm, V1–W1 4,2 ohm, W1–U1 8,4 ohm; vilket bleck som saknas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öppen i vila. NC: sluten i vila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kontaktorns hjälpkontakt. 95–96 sitter på överlastreläet.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Startaren är ett övningsobjekt och är aldrig ansluten. Kontaktorn är opåverkad.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Bestäm om varje kontakt är normalt öppen eller normalt sluten, och vad testknappen gör med överlastreläet.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kontakter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Spänningslöst visar 13–14 överområde och 95–96 0,1 Ω. Vad betyder värdena? Vad visar 95–96 efter överlastreläets testknapp,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rtarens kontakter spänningslöst: 13–14 visar övero" descr="Startarens kontakter spänningslöst: 13–14 visar överområde, 95–96 visar 0,1 ohm; läget efter testknapp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05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märkströmmen för kopplingen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ger strömmen för varje koppling i samma ordning som spänningarna: Δ först, sedan Y.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400 V, 50 Hz. Märkskylt Δ/Y 230/400 V, 5,9/3,4 A, 1,5 kW.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koppling från spänningarna och läs sedan strömmen för den kopplingen.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 och överlastrelä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Märkskylten anger Δ/Y 230/400 V och 5,9/3,4 A, 1,5 kW, 50 Hz. Motorn ska gå på landnätet 400 V i verkstaden. Vilken koppling ska den ha, och på vilken ström ställs överlastreläet?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1,5 kW, Δ/Y 230/400 V, 5,9/3,4 A, 50 Hz och" descr="Märkskylt 1,5 kW, Δ/Y 230/400 V, 5,9/3,4 A, 50 Hz och landnät 400 V; koppling och överlastreläets inställning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12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visar summan av strömmarna genom käften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gång sladden passerar käften räknas strömmen en gång, med sin riktning.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Tångstationen på skyddsklenspänning. Tången nollställd i läget DC A. Strömmen 1,8 A.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hur många gånger strömmen passerar käften och åt vilket håll.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med flera varv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DC-aggregat driver 1,8 A genom en labbsladd. Vad visar tången med sladden två varv genom käften, och med sladden vikt som en hårnål?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med sladden två varv och som hårnål, 1,8 A " descr="Strömtång med sladden två varv och som hårnål, 1,8 A i sladden; visat värde efterfråg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 vid symmetri utan neutralledare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visar summan av strömmarna genom käften. En hel kabel har alla tre fasledarna i käften.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440 V, 60 Hz. Trefasmotor utan neutralledare. Tången är avsedd för mätningen och mätkategorin.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summan av fasströmmarna från Del 1 och det du såg med hårnålen på tångstationen.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runt motorkabeln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motorman lägger tången runt hela kabeln till en trefasmotor ombord medan den går, och läser 0,2 A. Förklara varför värdet är så litet, och hur fasströmmen ska mätas.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ång runt hela trefaskabeln till en motor ombord visa" descr="Tång runt hela trefaskabeln till en motor ombord visar 0,2 A; förklaring och rätt mätsätt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koppling visar dina mätvärden, och hur vet du det?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klart ditt protokoll och lämna in det med veckans uppgifter senast söndag 11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Laborationsunderlag och inköpsguide, 24 september 2026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märkskylt och dokumentation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kopplingsschema för vald modell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UNI-T UT210D: bruksanvisning för tångmätning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