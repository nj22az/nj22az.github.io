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c0b326c8694377" /><Relationship Type="http://schemas.openxmlformats.org/officeDocument/2006/relationships/extended-properties" Target="/docProps/app.xml" Id="Rf95bb55cb2514a63" /><Relationship Type="http://schemas.openxmlformats.org/officeDocument/2006/relationships/officeDocument" Target="/ppt/presentation.xml" Id="Ra4a785bda2fa41bb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bc9b3e8bf8484ba0" /><ns0:Relationship Type="http://schemas.openxmlformats.org/officeDocument/2006/relationships/slideMaster" Target="/ppt/slideMasters/slideMaster1.xml" Id="R0bb1220c741245a7" /><ns0:Relationship Type="http://schemas.openxmlformats.org/officeDocument/2006/relationships/presProps" Target="/ppt/presProps.xml" Id="R923412b36f574700" /><ns0:Relationship Type="http://schemas.openxmlformats.org/officeDocument/2006/relationships/viewProps" Target="/ppt/viewProps.xml" Id="R84cb0203bf2145e3" /><ns0:Relationship Type="http://schemas.openxmlformats.org/officeDocument/2006/relationships/tableStyles" Target="/ppt/tableStyles.xml" Id="Ra709fba1e8cc4f8c" /><ns0:Relationship Type="http://schemas.openxmlformats.org/officeDocument/2006/relationships/slide" Target="/ppt/slides/slide1.xml" Id="R824750d7779342c7" /><ns0:Relationship Type="http://schemas.openxmlformats.org/officeDocument/2006/relationships/slide" Target="/ppt/slides/slide2.xml" Id="R7e4a9d9063544454" /><ns0:Relationship Type="http://schemas.openxmlformats.org/officeDocument/2006/relationships/slide" Target="/ppt/slides/slide3.xml" Id="Rceb8d4e7071945df" /><ns0:Relationship Type="http://schemas.openxmlformats.org/officeDocument/2006/relationships/slide" Target="/ppt/slides/slide4.xml" Id="Rda355d764aee476d" /><ns0:Relationship Type="http://schemas.openxmlformats.org/officeDocument/2006/relationships/slide" Target="/ppt/slides/slide5.xml" Id="Ra9a7d442859d4e2c" /><ns0:Relationship Type="http://schemas.openxmlformats.org/officeDocument/2006/relationships/slide" Target="/ppt/slides/slide6.xml" Id="Rbba7379a4cbc4d33" /><ns0:Relationship Type="http://schemas.openxmlformats.org/officeDocument/2006/relationships/slide" Target="/ppt/slides/slide7.xml" Id="R65e96ac74c7e47ff" /><ns0:Relationship Type="http://schemas.openxmlformats.org/officeDocument/2006/relationships/slide" Target="/ppt/slides/slide8.xml" Id="R79c20bf6b49a45ee" /><ns0:Relationship Type="http://schemas.openxmlformats.org/officeDocument/2006/relationships/slide" Target="/ppt/slides/slide9.xml" Id="R9c14cdc895f74e93" /><ns0:Relationship Type="http://schemas.openxmlformats.org/officeDocument/2006/relationships/slide" Target="/ppt/slides/slide10.xml" Id="R3f82ea6d58cb46a9" /><ns0:Relationship Type="http://schemas.openxmlformats.org/officeDocument/2006/relationships/slide" Target="/ppt/slides/slide11.xml" Id="R1e6aed5d02844a46" /><ns0:Relationship Type="http://schemas.openxmlformats.org/officeDocument/2006/relationships/slide" Target="/ppt/slides/slide12.xml" Id="Ra22ffe03da734204" /><ns0:Relationship Type="http://schemas.openxmlformats.org/officeDocument/2006/relationships/slide" Target="/ppt/slides/slide13.xml" Id="R04e5b369f22444b5" /><ns0:Relationship Type="http://schemas.openxmlformats.org/officeDocument/2006/relationships/slide" Target="/ppt/slides/slide14.xml" Id="Ra0608be88cbf4bb9" /><ns0:Relationship Type="http://schemas.openxmlformats.org/officeDocument/2006/relationships/slide" Target="/ppt/slides/slide15.xml" Id="R440bd8a8505d442c" /><ns0:Relationship Type="http://schemas.openxmlformats.org/officeDocument/2006/relationships/slide" Target="/ppt/slides/slide16.xml" Id="Rc86e22555c184215" /><ns0:Relationship Type="http://schemas.openxmlformats.org/officeDocument/2006/relationships/slide" Target="/ppt/slides/slide17.xml" Id="Rf5097e5fa25a4dab" /><ns0:Relationship Type="http://schemas.openxmlformats.org/officeDocument/2006/relationships/slide" Target="/ppt/slides/slide18.xml" Id="R50197de9fcfd4151" /><ns0:Relationship Type="http://schemas.openxmlformats.org/officeDocument/2006/relationships/slide" Target="/ppt/slides/slide19.xml" Id="R475733e2ba004b1d" /><ns0:Relationship Type="http://schemas.openxmlformats.org/officeDocument/2006/relationships/slide" Target="/ppt/slides/slide20.xml" Id="R3b6da10fce424fa9" /><ns0:Relationship Type="http://schemas.openxmlformats.org/officeDocument/2006/relationships/slide" Target="/ppt/slides/slide21.xml" Id="Ra4be1175b43d414a" /><ns0:Relationship Type="http://schemas.openxmlformats.org/officeDocument/2006/relationships/slide" Target="/ppt/slides/slide22.xml" Id="Rb507fb31a2c64edc" /><ns0:Relationship Type="http://schemas.openxmlformats.org/officeDocument/2006/relationships/slide" Target="/ppt/slides/slide23.xml" Id="R4840783ed78948bd" /><ns0:Relationship Type="http://schemas.openxmlformats.org/officeDocument/2006/relationships/slide" Target="/ppt/slides/slide24.xml" Id="Rf0708e0a6f0b4111" /><ns0:Relationship Type="http://schemas.openxmlformats.org/officeDocument/2006/relationships/slide" Target="/ppt/slides/slide25.xml" Id="R417039c0ce6f4de8" /><ns0:Relationship Type="http://schemas.openxmlformats.org/officeDocument/2006/relationships/slide" Target="/ppt/slides/slide26.xml" Id="R61f9bcc517734db7" /><ns0:Relationship Type="http://schemas.openxmlformats.org/officeDocument/2006/relationships/slide" Target="/ppt/slides/slide27.xml" Id="Rce611e06afc64aa7" /><ns0:Relationship Type="http://schemas.openxmlformats.org/officeDocument/2006/relationships/slide" Target="/ppt/slides/slide28.xml" Id="R934180f3a06a46ec" /><ns0:Relationship Type="http://schemas.openxmlformats.org/officeDocument/2006/relationships/slide" Target="/ppt/slides/slide29.xml" Id="Re38b4c93a2f8486c" /><ns0:Relationship Type="http://schemas.openxmlformats.org/officeDocument/2006/relationships/slide" Target="/ppt/slides/slide30.xml" Id="R319248f5dea34aba" /><ns0:Relationship Type="http://schemas.openxmlformats.org/officeDocument/2006/relationships/slide" Target="/ppt/slides/slide31.xml" Id="R82d740c8fe25450e" /><ns0:Relationship Type="http://schemas.openxmlformats.org/officeDocument/2006/relationships/slide" Target="/ppt/slides/slide32.xml" Id="Rc8b4bc8144a241bf" /><ns0:Relationship Type="http://schemas.openxmlformats.org/officeDocument/2006/relationships/slide" Target="/ppt/slides/slide33.xml" Id="R5979fd4477434159" /><ns0:Relationship Type="http://schemas.openxmlformats.org/officeDocument/2006/relationships/slide" Target="/ppt/slides/slide34.xml" Id="Rf707136d088e45cb" /><ns0:Relationship Type="http://schemas.openxmlformats.org/officeDocument/2006/relationships/slide" Target="/ppt/slides/slide35.xml" Id="R1dda4bf046164741" /><ns0:Relationship Type="http://schemas.openxmlformats.org/officeDocument/2006/relationships/slide" Target="/ppt/slides/slide36.xml" Id="Rcb1a8ca957074724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86dee30224ef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8358c8083f42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a5deab97349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951892985c4ee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e99cead4249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b628b4fc0942d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3cb62591be459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6bc48fb2e9494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20abe070614e7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3b3d38e8f45b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564707ffc74d9d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7e21d197974b57" /><Relationship Type="http://schemas.openxmlformats.org/officeDocument/2006/relationships/slideLayout" Target="/ppt/slideLayouts/slideLayout1.xml" Id="R722a959aa2f64aa7" /><Relationship Type="http://schemas.openxmlformats.org/officeDocument/2006/relationships/slideLayout" Target="/ppt/slideLayouts/slideLayout2.xml" Id="R6ad33eb5029341bd" /><Relationship Type="http://schemas.openxmlformats.org/officeDocument/2006/relationships/slideLayout" Target="/ppt/slideLayouts/slideLayout3.xml" Id="R3af3f4e1457b4396" /><Relationship Type="http://schemas.openxmlformats.org/officeDocument/2006/relationships/slideLayout" Target="/ppt/slideLayouts/slideLayout4.xml" Id="R43a4e6fca82f45ec" /><Relationship Type="http://schemas.openxmlformats.org/officeDocument/2006/relationships/slideLayout" Target="/ppt/slideLayouts/slideLayout5.xml" Id="R919889b9fc084a0a" /><Relationship Type="http://schemas.openxmlformats.org/officeDocument/2006/relationships/slideLayout" Target="/ppt/slideLayouts/slideLayout6.xml" Id="Rb22188fc326c4c1c" /><Relationship Type="http://schemas.openxmlformats.org/officeDocument/2006/relationships/slideLayout" Target="/ppt/slideLayouts/slideLayout7.xml" Id="R73febb4500f84a4a" /><Relationship Type="http://schemas.openxmlformats.org/officeDocument/2006/relationships/slideLayout" Target="/ppt/slideLayouts/slideLayout8.xml" Id="R5492aa785d6a4960" /><Relationship Type="http://schemas.openxmlformats.org/officeDocument/2006/relationships/slideLayout" Target="/ppt/slideLayouts/slideLayout9.xml" Id="R2b891608815e46bb" /><Relationship Type="http://schemas.openxmlformats.org/officeDocument/2006/relationships/slideLayout" Target="/ppt/slideLayouts/slideLayout10.xml" Id="R6ad427321cfe4d17" /><Relationship Type="http://schemas.openxmlformats.org/officeDocument/2006/relationships/slideLayout" Target="/ppt/slideLayouts/slideLayout11.xml" Id="R77a977f086a3475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d2072211c14306" /><ns0:Relationship Type="http://schemas.openxmlformats.org/officeDocument/2006/relationships/image" Target="/ppt/media/image.jpeg" Id="R0828e55c93794c36" /><ns0:Relationship Type="http://schemas.openxmlformats.org/officeDocument/2006/relationships/image" Target="/ppt/media/image.png" Id="Re8f1569f98ef484d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2167cbfd454f6c" /><ns0:Relationship Type="http://schemas.openxmlformats.org/officeDocument/2006/relationships/image" Target="/ppt/media/image.jpeg" Id="Rf622e9a061a4470a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96d916f1be4526" /><ns0:Relationship Type="http://schemas.openxmlformats.org/officeDocument/2006/relationships/image" Target="/ppt/media/image.jpeg" Id="R11e43442032f4665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aaab6ad0934d55" /><ns0:Relationship Type="http://schemas.openxmlformats.org/officeDocument/2006/relationships/image" Target="/ppt/media/image.jpeg" Id="R596c22a8ba724cbf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d43ff7f5a94e6c" /><ns0:Relationship Type="http://schemas.openxmlformats.org/officeDocument/2006/relationships/image" Target="/ppt/media/image.jpeg" Id="Rf28e56f4576d410e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89abbc0a5645cb" /><ns0:Relationship Type="http://schemas.openxmlformats.org/officeDocument/2006/relationships/image" Target="/ppt/media/image.jpeg" Id="Rede16256b49d438a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e26fea84c54349" /><ns0:Relationship Type="http://schemas.openxmlformats.org/officeDocument/2006/relationships/image" Target="/ppt/media/image.jpeg" Id="R11cbaa9c9a144f8b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2ca3e1c00c4a6e" /><ns0:Relationship Type="http://schemas.openxmlformats.org/officeDocument/2006/relationships/image" Target="/ppt/media/image.jpeg" Id="R4b50b44b40bf4750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d0871abb4b4333" /><ns0:Relationship Type="http://schemas.openxmlformats.org/officeDocument/2006/relationships/image" Target="/ppt/media/image.jpeg" Id="Rc47709dde3a24541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f1ba80f1bb4033" /><ns0:Relationship Type="http://schemas.openxmlformats.org/officeDocument/2006/relationships/image" Target="/ppt/media/image.jpeg" Id="Rf61e65c9feea4a1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da38f5f1764136" /><ns0:Relationship Type="http://schemas.openxmlformats.org/officeDocument/2006/relationships/image" Target="/ppt/media/image.jpeg" Id="Recd4c5befdd54f6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e45406d53f34428" /><ns0:Relationship Type="http://schemas.openxmlformats.org/officeDocument/2006/relationships/image" Target="/ppt/media/image.jpeg" Id="Rdb7c58fd5e8d4ff7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3ce7f3bdf034efd" /><ns0:Relationship Type="http://schemas.openxmlformats.org/officeDocument/2006/relationships/image" Target="/ppt/media/image.jpeg" Id="R1d1998dcedbf4942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a4f47562364c91" /><ns0:Relationship Type="http://schemas.openxmlformats.org/officeDocument/2006/relationships/image" Target="/ppt/media/image.jpeg" Id="Rf8507e4244284f62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29e9cd883a43df" /><ns0:Relationship Type="http://schemas.openxmlformats.org/officeDocument/2006/relationships/image" Target="/ppt/media/image.jpeg" Id="R3692726d9d5f46da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71c707d7a94582" /><ns0:Relationship Type="http://schemas.openxmlformats.org/officeDocument/2006/relationships/image" Target="/ppt/media/image.jpeg" Id="Rf501aac150634206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8bdc1a2b4a4af4" /><ns0:Relationship Type="http://schemas.openxmlformats.org/officeDocument/2006/relationships/image" Target="/ppt/media/image.jpeg" Id="R3fa543e895f74f2e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1438bf4ddd4fd3" /><ns0:Relationship Type="http://schemas.openxmlformats.org/officeDocument/2006/relationships/image" Target="/ppt/media/image.jpeg" Id="R1b8eacba9f29489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032fe9b22d4e37" /><ns0:Relationship Type="http://schemas.openxmlformats.org/officeDocument/2006/relationships/image" Target="/ppt/media/image.jpeg" Id="Rc8cdbea9afc2463e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b4139bd07544b3" /><ns0:Relationship Type="http://schemas.openxmlformats.org/officeDocument/2006/relationships/image" Target="/ppt/media/image.jpeg" Id="Rbc22d52815c746ab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fb9f1efc5f43c2" /><ns0:Relationship Type="http://schemas.openxmlformats.org/officeDocument/2006/relationships/image" Target="/ppt/media/image.jpeg" Id="Ra59fddca0740422c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d89b3b90804a32" /><ns0:Relationship Type="http://schemas.openxmlformats.org/officeDocument/2006/relationships/image" Target="/ppt/media/image.jpeg" Id="R7ccc2c95f273424c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e6b9b380274629" /><ns0:Relationship Type="http://schemas.openxmlformats.org/officeDocument/2006/relationships/image" Target="/ppt/media/image.jpeg" Id="R030c3eba9c244ce0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fe8b2631274c0d" /><ns0:Relationship Type="http://schemas.openxmlformats.org/officeDocument/2006/relationships/image" Target="/ppt/media/image.jpeg" Id="R370b1b4b1b9043df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fbf371cf6e4d08" /><ns0:Relationship Type="http://schemas.openxmlformats.org/officeDocument/2006/relationships/image" Target="/ppt/media/image.jpeg" Id="R9f3c64fd73c346bb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ae81053bb444579" /><ns0:Relationship Type="http://schemas.openxmlformats.org/officeDocument/2006/relationships/image" Target="/ppt/media/image.jpeg" Id="Re0549dc7b61b4ea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cfabed07a747ec" /><ns0:Relationship Type="http://schemas.openxmlformats.org/officeDocument/2006/relationships/image" Target="/ppt/media/image.jpeg" Id="R02c55e4dc5e34b4c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b45bdb4433458c" /><ns0:Relationship Type="http://schemas.openxmlformats.org/officeDocument/2006/relationships/image" Target="/ppt/media/image.jpeg" Id="Rb4c155c7d09947b4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7a0cd1c9874e5c" /><ns0:Relationship Type="http://schemas.openxmlformats.org/officeDocument/2006/relationships/image" Target="/ppt/media/image.jpeg" Id="R006472b67f9b4a1d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3228605be5462d" /><ns0:Relationship Type="http://schemas.openxmlformats.org/officeDocument/2006/relationships/image" Target="/ppt/media/image.jpeg" Id="Rb5c451e5bc9e4ae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62bce1bb604617" /><ns0:Relationship Type="http://schemas.openxmlformats.org/officeDocument/2006/relationships/image" Target="/ppt/media/image.jpeg" Id="R06ed9c4f921243d1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33d6503d164e16" /><ns0:Relationship Type="http://schemas.openxmlformats.org/officeDocument/2006/relationships/image" Target="/ppt/media/image.jpeg" Id="Refd002a88eeb4617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cb07a2ae8d4a53" /><ns0:Relationship Type="http://schemas.openxmlformats.org/officeDocument/2006/relationships/image" Target="/ppt/media/image.jpeg" Id="R46a2742062b740c3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1aaee13419461f" /><ns0:Relationship Type="http://schemas.openxmlformats.org/officeDocument/2006/relationships/image" Target="/ppt/media/image.jpeg" Id="R8c2af3158bc64697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80b7f8975b4939" /><ns0:Relationship Type="http://schemas.openxmlformats.org/officeDocument/2006/relationships/image" Target="/ppt/media/image.jpeg" Id="R61ccdb6908804058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332aadd063499f" /><ns0:Relationship Type="http://schemas.openxmlformats.org/officeDocument/2006/relationships/image" Target="/ppt/media/image.jpeg" Id="R589996c6df3a4770" /><ns0:Relationship Type="http://schemas.openxmlformats.org/officeDocument/2006/relationships/hyperlink" Target="https://www.electrical-installation.org/enwiki/Installed_apparent_power_%28kVA%29" TargetMode="External" Id="R9f70c45d53784a13" /><ns0:Relationship Type="http://schemas.openxmlformats.org/officeDocument/2006/relationships/hyperlink" Target="https://library.e.abb.com/public/85bb7f53868f4d549e537374c191838b/EN_ACS260-04_B_A4.pdf" TargetMode="External" Id="R91ed1b4ccb424912" /><ns0:Relationship Type="http://schemas.openxmlformats.org/officeDocument/2006/relationships/hyperlink" Target="https://www.electrical-installation.org/enwiki/Definition_of_reactive_power" TargetMode="External" Id="Re21c6d713dff4279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ᴸ/√3     Δ: Ugren = Uᴸ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Uᴸ/√3     Δ: Ugren = Uᴸ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ᴸ = Igren     Δ: Iᴸ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Iᴸ = Igren     Δ: Iᴸ = √3 · Igren</a:t>
            </a:r>
          </a:p>
        </p:txBody>
      </p:sp>
      <p:sp>
        <p:nvSpPr>
          <p:cNvPr id="5" name="400 V över tre grenar på 40 Ω i Δ:&#10;Igren = 10 A och Iᴸ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 V över tre grenar på 40 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Igren = 10 A och Iᴸ ≈ 17,3 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ᴸIᴸ     P = √3 UᴸIᴸ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UᴸIᴸ     P = √3 UᴸIᴸ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 V, 10 A och cos φ = 0,80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6,93 kVA och P ≈ 5,54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symmetriska 200 V mellan faserna.</a:t>
            </a:r>
          </a:p>
        </p:txBody>
      </p:sp>
      <p:sp>
        <p:nvSpPr>
          <p:cNvPr id="11" name="Y: Iᴸ = (Uᴸ/√3)/R&#10;Δ: Iᴸ = √3 · (Uᴸ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Iᴸ = (Uᴸ/√3)/R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Iᴸ = √3 · (Uᴸ/R)</a:t>
            </a:r>
          </a:p>
        </p:txBody>
      </p:sp>
      <p:sp>
        <p:nvSpPr>
          <p:cNvPr id="12" name="1. Y: Ugren = 200/√3 ≈ 115,5 V. Iᴸ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Ugren = 200/√3 ≈ 115,5 V. Iᴸ ≈ 115,5/20 =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Ugren = 200 V. Igren = 200/20 = 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Iᴸ = √3 · 10 ≈ 17,32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Y: Ugren = Uᴸ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Uᴸ/√3</a:t>
            </a:r>
          </a:p>
        </p:txBody>
      </p:sp>
      <p:sp>
        <p:nvSpPr>
          <p:cNvPr id="11" name="Uᴸ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Uᴸ är linjespänning. Ugren är spänningen över en enskild resistor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ohmska grenar på 40 Ω. Uᴸ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grenspänningen ur linjespänningen. Resistansen behövs i nästa beräkningssteg.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 Ω kopplas i Y till 400 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gren = Ugren/R     Y: Iᴸ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Igren = Ugren/R     Y: Iᴸ = Igren</a:t>
            </a:r>
          </a:p>
        </p:txBody>
      </p:sp>
      <p:sp>
        <p:nvSpPr>
          <p:cNvPr id="11" name="Linjeström Iᴸ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Iᴸ och grenström Igren är lika i Y eftersom samma strömväg passerar grenen.</a:t>
            </a:r>
          </a:p>
        </p:txBody>
      </p:sp>
      <p:sp>
        <p:nvSpPr>
          <p:cNvPr id="12" name="Förutsättningar: Y-last med tre 40 Ω-resistorer och Uᴸ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Uᴸ = 400 V. Ugren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 Använd sedan Y-sambandet för linjeströmmen.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Δ: Ugren = Uᴸ     Igren = Ugren/R&#10;Iᴸ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Ugren = Uᴸ     Igren = Ugren/R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Iᴸ = √3 · Igren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en visarskillnad mellan två grenströmmar.</a:t>
            </a:r>
          </a:p>
        </p:txBody>
      </p:sp>
      <p:sp>
        <p:nvSpPr>
          <p:cNvPr id="12" name="Förutsättningar: Symmetrisk Δ-last, tre resistorer på 40 Ω och Uᴸ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Uᴸ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grenströmmen. Multiplicera därefter med √3 för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√3 · Uᴸ · Iᴸ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Uᴸ · Iᴸ · cos φ</a:t>
            </a:r>
          </a:p>
        </p:txBody>
      </p:sp>
      <p:sp>
        <p:nvSpPr>
          <p:cNvPr id="11" name="P är total aktiv trefaseffekt. Uᴸ och Iᴸ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total aktiv trefaseffekt. Uᴸ och Iᴸ är linjevärden i V och A RMS.</a:t>
            </a:r>
          </a:p>
        </p:txBody>
      </p:sp>
      <p:sp>
        <p:nvSpPr>
          <p:cNvPr id="12" name="Förutsättningar: Symmetrisk sinusformad last, Uᴸ = 400 V, Iᴸ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Uᴸ = 400 V, Iᴸ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Resultatet blir W, som kan divideras med 1 000 till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ᴸ = 400 V, Iᴸ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Uᴸ = 400 V, Iᴸ = 10 A och cos φ = 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 = √3 UᴸIᴸ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UᴸIᴸ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total skenbar effekt i VA. Q är reaktiv effekt i var, positiv för induktiv last.</a:t>
            </a:r>
          </a:p>
        </p:txBody>
      </p:sp>
      <p:sp>
        <p:nvSpPr>
          <p:cNvPr id="12" name="Förutsättningar: Uᴸ = 400 V, Iᴸ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Uᴸ = 400 V, Iᴸ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 och sin φ separat. Multiplicera sedan och omvandla till kVA respektive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uppgift 4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Δ/Y 230/400 V vid 400 V: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 400/690 V vid 400 V: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230/400 V-motor kan inte köras i Δ på 400 V.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= 5,5 kW, η = 0,88 ger Pᵢₙ = 6,25 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400 V och PF = 0,80 blir Iᴸ ≈ 11,3 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ᴸIᴸ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UᴸIᴸ.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ᴸ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Uᴸ = 400 V. Symmetrisk trefas.</a:t>
            </a:r>
          </a:p>
        </p:txBody>
      </p:sp>
      <p:sp>
        <p:nvSpPr>
          <p:cNvPr id="11" name="Pᵢₙ = Paxel/η     Iᴸ = Pᵢₙ/(√3 Uᴸ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Iᴸ = Pᵢₙ/(√3 UᴸPF)</a:t>
            </a:r>
          </a:p>
        </p:txBody>
      </p:sp>
      <p:sp>
        <p:nvSpPr>
          <p:cNvPr id="12" name="1. Pᵢₙ = 2,4/0,80 = 3,0 kW = 3 000 W.&#10;2. Iᴸ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Iᴸ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Y: Ugren = Uᴸ/√3     Δ: Ugren = Uᴸ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Uᴸ/√3     Δ: Ugren = Uᴸ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tillåten linjespänning för respektive driftkoppling.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lindningsspänningen vid Y och Δ med motorns märkning.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 V. Matningen är 400 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Märkningens Δ-värde jämförs med Uᴸ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Märkningens Δ-värde jämförs med Uᴸ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 400/690 V betyder att lindningen är avsedd för ungefär 400 V vid märkdrift.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Matningen ger 400 V linjespänning. Endast driftkoppling enligt angiven märkning efterfrågas.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 V. Nätet ger 400 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ᵢₙ = Paxel/η&#10;Iᴸ = Pᵢₙ/(√3 · Uᴸ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Iᴸ = Pᵢₙ/(√3 · Uᴸ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mekanisk uteffekt. Pᵢₙ är elektrisk aktiv inmatning. η och PF är dimensionslösa.</a:t>
            </a:r>
          </a:p>
        </p:txBody>
      </p:sp>
      <p:sp>
        <p:nvSpPr>
          <p:cNvPr id="12" name="Förutsättningar: Paxel = 5,5 kW, η = 0,88, PF = 0,80 och Uᴸ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Uᴸ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inmatningen först. Omvandla kW till W innan du beräknar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ᴸ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= 5,5 kW, η = 0,88, PF = 0,80 och Uᴸ = 400 V. Bestäm elektrisk inmatning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total trefas-märkeffekt i VA. U₂ är sekundär linjespänning i V och I₂ sekundär linjeström.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V. Primärspänningen ska inte stå i denna nämnare.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kVA, 10 kV/400 V linjespänning. Bestäm sekundär linjeström vid märklast.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Uppmätta faseffekter 1,2, 1,5 och 0,9 kW. Ingen symmetri antas.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Iᴸ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har tre uppmätta aktiva faseffekter: 1,2, 1,5 och 0,9 kW. Bestäm total aktiv effekt. Varför bör en godtycklig fasström inte sättas i symmetriformeln?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FE81FDEE-B225-409D-81CF-4F01E53E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