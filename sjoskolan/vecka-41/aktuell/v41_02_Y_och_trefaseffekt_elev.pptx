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D3FC-C562-4BEC-A75C-C9B3DA43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53320" y="2866628"/>
            <a:ext cx="774105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CF442-36AC-46A2-85CE-7418A36F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14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L1">
            <a:extLst xmlns:a="http://schemas.openxmlformats.org/drawingml/2006/main">
              <a:ext uri="{FF2B5EF4-FFF2-40B4-BE49-F238E27FC236}">
                <a16:creationId xmlns:a16="http://schemas.microsoft.com/office/drawing/2014/main" id="{21A155B0-0CAA-47D6-81CA-29E4826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46265-190F-4CE3-B5F2-9B046E99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527425" y="2866628"/>
            <a:ext cx="764778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2C0E3-4B32-4516-9C3A-C5EEDBD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97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L2">
            <a:extLst xmlns:a="http://schemas.openxmlformats.org/drawingml/2006/main">
              <a:ext uri="{FF2B5EF4-FFF2-40B4-BE49-F238E27FC236}">
                <a16:creationId xmlns:a16="http://schemas.microsoft.com/office/drawing/2014/main" id="{2B27D635-9198-41BF-91EE-0EB3CCC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39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43E64-E1E4-4288-9F76-F17AF9C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7425" y="3472855"/>
            <a:ext cx="0" cy="8393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056E3-9989-427C-BAA4-FE68A721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L3">
            <a:extLst xmlns:a="http://schemas.openxmlformats.org/drawingml/2006/main">
              <a:ext uri="{FF2B5EF4-FFF2-40B4-BE49-F238E27FC236}">
                <a16:creationId xmlns:a16="http://schemas.microsoft.com/office/drawing/2014/main" id="{2E6E774B-425E-4FC6-8B2E-0B41DC6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09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E381B-B19B-40E0-8B3C-4AE7011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3435548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Y">
            <a:extLst xmlns:a="http://schemas.openxmlformats.org/drawingml/2006/main">
              <a:ext uri="{FF2B5EF4-FFF2-40B4-BE49-F238E27FC236}">
                <a16:creationId xmlns:a16="http://schemas.microsoft.com/office/drawing/2014/main" id="{0F1C5C20-F171-4320-B4E8-02F296F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46318-63EE-4E2C-9341-D24DFF17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922" y="2866628"/>
            <a:ext cx="15855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FF1A-EACB-44F1-9660-1668BCF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90680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726B2-9F94-4242-A386-1B4A233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597922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56D3D-A3B5-433D-B6A4-E304A44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616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L1">
            <a:extLst xmlns:a="http://schemas.openxmlformats.org/drawingml/2006/main">
              <a:ext uri="{FF2B5EF4-FFF2-40B4-BE49-F238E27FC236}">
                <a16:creationId xmlns:a16="http://schemas.microsoft.com/office/drawing/2014/main" id="{C072C644-68DC-4354-A02A-0BD7470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758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261DD-2BD7-4A26-9DCF-45C3BC9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131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L2">
            <a:extLst xmlns:a="http://schemas.openxmlformats.org/drawingml/2006/main">
              <a:ext uri="{FF2B5EF4-FFF2-40B4-BE49-F238E27FC236}">
                <a16:creationId xmlns:a16="http://schemas.microsoft.com/office/drawing/2014/main" id="{660DC44C-15A1-41C2-A4CE-957918F9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273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98E97-0211-4506-8583-10F06C52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373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L3">
            <a:extLst xmlns:a="http://schemas.openxmlformats.org/drawingml/2006/main">
              <a:ext uri="{FF2B5EF4-FFF2-40B4-BE49-F238E27FC236}">
                <a16:creationId xmlns:a16="http://schemas.microsoft.com/office/drawing/2014/main" id="{2755A1CB-5FE0-4C8C-8259-C921E82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130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4" name="Δ">
            <a:extLst xmlns:a="http://schemas.openxmlformats.org/drawingml/2006/main">
              <a:ext uri="{FF2B5EF4-FFF2-40B4-BE49-F238E27FC236}">
                <a16:creationId xmlns:a16="http://schemas.microsoft.com/office/drawing/2014/main" id="{10FD4D96-767C-4392-AA44-406EBC6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</a:p>
        </p:txBody>
      </p:sp>
      <p:sp>
        <p:nvSpPr>
          <p:cNvPr id="25" name="Varje linje visar en lastgren">
            <a:extLst xmlns:a="http://schemas.openxmlformats.org/drawingml/2006/main">
              <a:ext uri="{FF2B5EF4-FFF2-40B4-BE49-F238E27FC236}">
                <a16:creationId xmlns:a16="http://schemas.microsoft.com/office/drawing/2014/main" id="{9095EC32-A18D-4201-9747-4D8D1BE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094" y="2353667"/>
            <a:ext cx="484981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linje visar en lastgren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Igren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Igren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16 Ω ansluts till symmetriska 200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Ugren = 200/√3 ≈ 115,5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115,5/16 ≈ 7,22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Ugren = 200 V. Igren = 200/16 = 12,5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12,5 ≈ 21,65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linjespänning. Ugren är spänningen över en enskild resistor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ohmska grenar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grenspänningen ur linjespänningen. Resistansen behövs i nästa beräkningssteg.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Igren = Ugren/R    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 Igren är lika i Y eftersom samma strömväg passerar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Ugren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 Använd sedan Y-sambandet för linjeströmmen.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Igren = Ugren/R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en visarskillnad mellan två grenströmmar.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grenströmmen. Multiplicera därefter med √3 för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 Ω kopplas i Δ till 400 V. Bestäm grenström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total aktiv trefaseffekt.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i V och A RMS.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Resultatet blir W, som kan divideras med 1 000 till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total skenbar effekt i VA. Q är reaktiv effekt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S och sin φ separat. Multiplicera sedan och omvandla till kVA respektive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uppgift 4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tillåten linjespänning för respektive driftkoppling.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lindningsspänningen vid Y och Δ med motorns märkning.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Matningen ger 400 V linjespänning. Endast driftkoppling enligt angiven märkning efterfrågas.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mekanisk uteffekt. Pᵢₙ är elektrisk aktiv inmatning. η och PF är dimensionslösa.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inmatningen först. Omvandla kW till W innan du beräknar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5,5 kW, η = 0,88, PF = 0,80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V. Bestäm elektrisk inmatning och linjeström.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total trefas-märkeffekt i VA. U₂ är sekundär linjespänning i V och I₂ sekundär linjeström.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V. Primärspänningen ska inte stå i denna nämnare.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 kVA, 10 kV/400 V linjespänning. Bestäm sekundär linjeström vid märklast.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Uppmätta faseffekter 1,2, 1,5 och 0,9 kW. Ingen symmetri antas.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last har tre uppmätta aktiva faseffekter: 1,2, 1,5 och 0,9 kW. Bestäm total aktiv effekt. Varför bör en godtycklig fasström inte sättas i symmetriformeln?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