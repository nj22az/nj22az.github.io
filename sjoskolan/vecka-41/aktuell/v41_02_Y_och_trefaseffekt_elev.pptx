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grenspänning och linjespänning alltid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stjärnpunkten: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faser: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varje gren ligger mellan en fas och stjärnpunkten, Ugren = UL/√3. Δ: varje gren ligger mellan två faser, Ugren = UL.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9853" y="2395728"/>
            <a:ext cx="5024293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går linjeströmmen rakt genom en gren: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en vektoriell skillnad: 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− I</a:t>
            </a:r>
            <a:r>
              <a:rPr sz="19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: linjeströmmen IL1 delar sig i grenströmmarna I12 och I31. Visarbilden visar IL1 = I12 − I31 som vektoriell skillnad, √3 gånger grenström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240" y="1645920"/>
            <a:ext cx="4200000" cy="2907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 = cos φ.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Osymmetrisk last: summera fasernas aktiva effekter.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√3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 = √3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 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V, 20 A och cos φ = 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 kVA och P ≈ 13,0 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440 V, 20 A och cos φ" descr="Effekttriangel för 440 V, 20 A och cos φ = 0,85: P ≈ 13,0 kW, Q ≈ 8,0 kvar och S ≈ 15,2 k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föregående övning.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nätets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ger lindningsspänningen UL/√3; Δ med byglar U1–W2, V1–U2, W1–V2 ger lindningsspänningen U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11 kW, η = 0,90 ger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 = √3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transformator Dyn: primär Δ 6,6 kV" descr="Trefastransformator Dyn: primär Δ 6,6 kV med U1,gren = 6 600 V, sekundär Y 440 V med U2,gren ≈ 254 V; N1/N2 = U1,gren/U2,gr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42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 ombord.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3,0/0,80 = 3,75 kW = 3 750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3 750/(√3 · 440 · 0,75) ≈ 6,56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3,75 − 3,0 = 0,75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märkvärdet för driftkopplingen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Landström vid kaj, 50 Hz.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Nätstation i land.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