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schema-y-delta" descr="Y: tre grenar mellan fas och stjärnpunkt. Δ: tre grenar mellan två fase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647" y="2395728"/>
            <a:ext cx="6058706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 där linjeströmmen i L1 delar sig i två grenströmm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fartygets symmetriska 440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440/√3 ≈ 254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254/20 = 12,7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440/20 = 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22 ≈ 38,1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föregående övning.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föregående övning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och Δ med byglar U1–W2, V1–U2, W1–V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 = Paxel/η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 = 11 kW, η = 0,90 ger Pᵢₙ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U₁,gren/U₂,gren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Paxel = 2,4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Pᵢₙ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Pförlust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 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med båda märkvärdena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Paxel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Paxel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Ptotal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