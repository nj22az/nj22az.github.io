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tre grenar mellan fas och stjärnpunkt. Δ: tre grenar mellan två fas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647" y="2395728"/>
            <a:ext cx="6058706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föregående övning.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11 kW, η = 0,90 ger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