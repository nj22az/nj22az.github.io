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16 Ω ansluts till symmetriska 200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200/√3 ≈ 115,5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115,5/16 ≈ 7,22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200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200/16 = 12,5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12,5 ≈ 21,65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