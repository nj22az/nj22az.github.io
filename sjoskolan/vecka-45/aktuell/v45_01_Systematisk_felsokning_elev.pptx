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1da54daf284ae5" Type="http://schemas.openxmlformats.org/package/2006/relationships/metadata/core-properties" Target="docProps/core.xml"/><Relationship Id="R30cc4b948d9f4412" Type="http://schemas.openxmlformats.org/officeDocument/2006/relationships/extended-properties" Target="docProps/app.xml"/><Relationship Id="R41d19f0b708b4526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839f91f10648c8" Type="http://schemas.openxmlformats.org/officeDocument/2006/relationships/slide" Target="slides/slide33.xml"/><Relationship Id="R14b1048de3cf4ef9" Type="http://schemas.openxmlformats.org/officeDocument/2006/relationships/slide" Target="slides/slide11.xml"/><Relationship Id="R1518deec3dd84d97" Type="http://schemas.openxmlformats.org/officeDocument/2006/relationships/slide" Target="slides/slide24.xml"/><Relationship Id="R239cc08479fd4439" Type="http://schemas.openxmlformats.org/officeDocument/2006/relationships/slide" Target="slides/slide32.xml"/><Relationship Id="R3b5ac8bb8ce642bf" Type="http://schemas.openxmlformats.org/officeDocument/2006/relationships/slide" Target="slides/slide28.xml"/><Relationship Id="R3bcbd40a75b6442b" Type="http://schemas.openxmlformats.org/officeDocument/2006/relationships/tableStyles" Target="tableStyles.xml"/><Relationship Id="R3c4f2df984b1486b" Type="http://schemas.openxmlformats.org/officeDocument/2006/relationships/slide" Target="slides/slide1.xml"/><Relationship Id="R3dfec5dadbd749ed" Type="http://schemas.openxmlformats.org/officeDocument/2006/relationships/slide" Target="slides/slide8.xml"/><Relationship Id="R46dea4d844ce4e0c" Type="http://schemas.openxmlformats.org/officeDocument/2006/relationships/presProps" Target="presProps.xml"/><Relationship Id="R4e67c45e5f324a2b" Type="http://schemas.openxmlformats.org/officeDocument/2006/relationships/slideMaster" Target="slideMasters/slideMaster1.xml"/><Relationship Id="R56a2ffee4ce4435d" Type="http://schemas.openxmlformats.org/officeDocument/2006/relationships/slide" Target="slides/slide31.xml"/><Relationship Id="R5d90f03277fb413c" Type="http://schemas.openxmlformats.org/officeDocument/2006/relationships/slide" Target="slides/slide5.xml"/><Relationship Id="R67a35918e804407b" Type="http://schemas.openxmlformats.org/officeDocument/2006/relationships/slide" Target="slides/slide13.xml"/><Relationship Id="R67dba998fea84382" Type="http://schemas.openxmlformats.org/officeDocument/2006/relationships/viewProps" Target="viewProps.xml"/><Relationship Id="R6cb57f084f624f89" Type="http://schemas.openxmlformats.org/officeDocument/2006/relationships/slide" Target="slides/slide22.xml"/><Relationship Id="R6d8fed4c68c440b6" Type="http://schemas.openxmlformats.org/officeDocument/2006/relationships/slide" Target="slides/slide20.xml"/><Relationship Id="R722687e5dca14b29" Type="http://schemas.openxmlformats.org/officeDocument/2006/relationships/slide" Target="slides/slide30.xml"/><Relationship Id="R833903a517ff4984" Type="http://schemas.openxmlformats.org/officeDocument/2006/relationships/slide" Target="slides/slide23.xml"/><Relationship Id="R88aa55cb2f1d4131" Type="http://schemas.openxmlformats.org/officeDocument/2006/relationships/slide" Target="slides/slide7.xml"/><Relationship Id="R8a1f7d0187d144e8" Type="http://schemas.openxmlformats.org/officeDocument/2006/relationships/slide" Target="slides/slide26.xml"/><Relationship Id="R93383f6cb51b4cad" Type="http://schemas.openxmlformats.org/officeDocument/2006/relationships/slide" Target="slides/slide14.xml"/><Relationship Id="R936dd3c469924153" Type="http://schemas.openxmlformats.org/officeDocument/2006/relationships/slide" Target="slides/slide35.xml"/><Relationship Id="R9ba526fc63ea464b" Type="http://schemas.openxmlformats.org/officeDocument/2006/relationships/slide" Target="slides/slide27.xml"/><Relationship Id="Ra1d799a06e4847ff" Type="http://schemas.openxmlformats.org/officeDocument/2006/relationships/slide" Target="slides/slide18.xml"/><Relationship Id="Ra3044d5fa2bf40c8" Type="http://schemas.openxmlformats.org/officeDocument/2006/relationships/slide" Target="slides/slide29.xml"/><Relationship Id="Ra899b8603edd48fa" Type="http://schemas.openxmlformats.org/officeDocument/2006/relationships/slide" Target="slides/slide2.xml"/><Relationship Id="Raa220c5193d749a5" Type="http://schemas.openxmlformats.org/officeDocument/2006/relationships/slide" Target="slides/slide6.xml"/><Relationship Id="Rab7dba79c2734e77" Type="http://schemas.openxmlformats.org/officeDocument/2006/relationships/slide" Target="slides/slide21.xml"/><Relationship Id="Rb0dc5c4947404e37" Type="http://schemas.openxmlformats.org/officeDocument/2006/relationships/slide" Target="slides/slide15.xml"/><Relationship Id="Rb50d35529d9e4e8a" Type="http://schemas.openxmlformats.org/officeDocument/2006/relationships/slide" Target="slides/slide36.xml"/><Relationship Id="Rb5727a64f9ff45cc" Type="http://schemas.openxmlformats.org/officeDocument/2006/relationships/slide" Target="slides/slide10.xml"/><Relationship Id="Rbe509ab2d17b4048" Type="http://schemas.openxmlformats.org/officeDocument/2006/relationships/slide" Target="slides/slide16.xml"/><Relationship Id="Rbf87ff24d2954a20" Type="http://schemas.openxmlformats.org/officeDocument/2006/relationships/slide" Target="slides/slide17.xml"/><Relationship Id="Rce19ca2cfec84118" Type="http://schemas.openxmlformats.org/officeDocument/2006/relationships/slide" Target="slides/slide3.xml"/><Relationship Id="Re74ffeb11e244104" Type="http://schemas.openxmlformats.org/officeDocument/2006/relationships/theme" Target="theme/theme1.xml"/><Relationship Id="Re84e58c97e18431b" Type="http://schemas.openxmlformats.org/officeDocument/2006/relationships/slide" Target="slides/slide12.xml"/><Relationship Id="Re8d35cd2a0714f8c" Type="http://schemas.openxmlformats.org/officeDocument/2006/relationships/slide" Target="slides/slide9.xml"/><Relationship Id="Ree5c39f7dbf54c14" Type="http://schemas.openxmlformats.org/officeDocument/2006/relationships/slide" Target="slides/slide4.xml"/><Relationship Id="Rf00d62cca1ff4c71" Type="http://schemas.openxmlformats.org/officeDocument/2006/relationships/slide" Target="slides/slide25.xml"/><Relationship Id="Rf3f1402ad0cf4a73" Type="http://schemas.openxmlformats.org/officeDocument/2006/relationships/slide" Target="slides/slide19.xml"/><Relationship Id="Rf90ee653ea2549d8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0f7ae018741f4b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7ee34ad2f2b4e1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74dcf3c7fa348e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f1c0ff882e4d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417ef08b0314e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5d926f2692d44f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675641083e542f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f55ca4156fbb4f5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9896603a08e49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143897ede074b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49ff92e6bde4ef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77e52c1ecd0490a" Type="http://schemas.openxmlformats.org/officeDocument/2006/relationships/slideLayout" Target="../slideLayouts/slideLayout4.xml"/><Relationship Id="R389fe113229f4758" Type="http://schemas.openxmlformats.org/officeDocument/2006/relationships/slideLayout" Target="../slideLayouts/slideLayout3.xml"/><Relationship Id="R3f69c546504e450b" Type="http://schemas.openxmlformats.org/officeDocument/2006/relationships/theme" Target="theme/theme2.xml"/><Relationship Id="R56b182909d904c75" Type="http://schemas.openxmlformats.org/officeDocument/2006/relationships/slideLayout" Target="../slideLayouts/slideLayout8.xml"/><Relationship Id="R5e030202382647db" Type="http://schemas.openxmlformats.org/officeDocument/2006/relationships/slideLayout" Target="../slideLayouts/slideLayout10.xml"/><Relationship Id="R624232bd2bef4a07" Type="http://schemas.openxmlformats.org/officeDocument/2006/relationships/slideLayout" Target="../slideLayouts/slideLayout2.xml"/><Relationship Id="R762b05789df142d6" Type="http://schemas.openxmlformats.org/officeDocument/2006/relationships/slideLayout" Target="../slideLayouts/slideLayout9.xml"/><Relationship Id="R7aa3ac6583744570" Type="http://schemas.openxmlformats.org/officeDocument/2006/relationships/slideLayout" Target="../slideLayouts/slideLayout6.xml"/><Relationship Id="R809ea93622d74d1b" Type="http://schemas.openxmlformats.org/officeDocument/2006/relationships/slideLayout" Target="../slideLayouts/slideLayout7.xml"/><Relationship Id="R818ba723f4fd419f" Type="http://schemas.openxmlformats.org/officeDocument/2006/relationships/slideLayout" Target="../slideLayouts/slideLayout5.xml"/><Relationship Id="R8d03b1b2dbf14ba8" Type="http://schemas.openxmlformats.org/officeDocument/2006/relationships/slideLayout" Target="../slideLayouts/slideLayout11.xml"/><Relationship Id="Rd4d3294026084aa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00bac5abd0b4d9e" Type="http://schemas.openxmlformats.org/officeDocument/2006/relationships/image" Target="../media/image.png"/><Relationship Id="R60de8cd2d2e5422e" Type="http://schemas.openxmlformats.org/officeDocument/2006/relationships/slideLayout" Target="../slideLayouts/slideLayout1.xml"/><Relationship Id="Rd5472d5717154f06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3593f533ec93420f" Type="http://schemas.openxmlformats.org/officeDocument/2006/relationships/slideLayout" Target="../slideLayouts/slideLayout1.xml"/><Relationship Id="R8873e6ec69894ea4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b6966424e14a433d" Type="http://schemas.openxmlformats.org/officeDocument/2006/relationships/slideLayout" Target="../slideLayouts/slideLayout1.xml"/><Relationship Id="Rec314681d794459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4bc23cdaf2a40f3" Type="http://schemas.openxmlformats.org/officeDocument/2006/relationships/image" Target="../media/image.jpeg"/><Relationship Id="Ra02a9038050542d6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78562e95ebe43e7" Type="http://schemas.openxmlformats.org/officeDocument/2006/relationships/slideLayout" Target="../slideLayouts/slideLayout1.xml"/><Relationship Id="Rc0e87f894cf1444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ac840d0edb054be6" Type="http://schemas.openxmlformats.org/officeDocument/2006/relationships/image" Target="../media/image.jpeg"/><Relationship Id="Rca18e26bb39942b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52a4ec94d44217" Type="http://schemas.openxmlformats.org/officeDocument/2006/relationships/slideLayout" Target="../slideLayouts/slideLayout1.xml"/><Relationship Id="R5df18e20e23b4b86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afb551260ae54d0f" Type="http://schemas.openxmlformats.org/officeDocument/2006/relationships/slideLayout" Target="../slideLayouts/slideLayout1.xml"/><Relationship Id="Rbb8e96343901414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85aa3df6097c4af3" Type="http://schemas.openxmlformats.org/officeDocument/2006/relationships/slideLayout" Target="../slideLayouts/slideLayout1.xml"/><Relationship Id="Re98fcbda4e5c46b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679b95d26e74277" Type="http://schemas.openxmlformats.org/officeDocument/2006/relationships/image" Target="../media/image.jpeg"/><Relationship Id="R845a96a240e9409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fae5dfb0bcc4809" Type="http://schemas.openxmlformats.org/officeDocument/2006/relationships/image" Target="../media/image.jpeg"/><Relationship Id="R3efd22676e934b1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1465591c3684575" Type="http://schemas.openxmlformats.org/officeDocument/2006/relationships/slideLayout" Target="../slideLayouts/slideLayout1.xml"/><Relationship Id="Raf9f0e4cfe8e4311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c431ead4ffb4c61" Type="http://schemas.openxmlformats.org/officeDocument/2006/relationships/slideLayout" Target="../slideLayouts/slideLayout1.xml"/><Relationship Id="Ra014c1b6a457410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b9813afc522417b" Type="http://schemas.openxmlformats.org/officeDocument/2006/relationships/slideLayout" Target="../slideLayouts/slideLayout1.xml"/><Relationship Id="R8f50196e9a1a485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fcf1c98444e39" Type="http://schemas.openxmlformats.org/officeDocument/2006/relationships/image" Target="../media/image.jpeg"/><Relationship Id="Ra6556026cf4a45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9e68a65aa124bf8" Type="http://schemas.openxmlformats.org/officeDocument/2006/relationships/image" Target="../media/image.jpeg"/><Relationship Id="R87386bf36faf496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9390b45617774503" Type="http://schemas.openxmlformats.org/officeDocument/2006/relationships/slideLayout" Target="../slideLayouts/slideLayout1.xml"/><Relationship Id="Re0dc27a8622242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4ed46eaf97984144" Type="http://schemas.openxmlformats.org/officeDocument/2006/relationships/slideLayout" Target="../slideLayouts/slideLayout1.xml"/><Relationship Id="Re02ed253727a4546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526aa5ba2ee64383" Type="http://schemas.openxmlformats.org/officeDocument/2006/relationships/image" Target="../media/image.jpeg"/><Relationship Id="R6772e5ac01064cf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d06c144a41234974" Type="http://schemas.openxmlformats.org/officeDocument/2006/relationships/slideLayout" Target="../slideLayouts/slideLayout1.xml"/><Relationship Id="Rf8944baf52da47b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0e7f2d0245d4b49" Type="http://schemas.openxmlformats.org/officeDocument/2006/relationships/image" Target="../media/image.jpeg"/><Relationship Id="R8ac39784a2c74a8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6cbe85c786cd441f" Type="http://schemas.openxmlformats.org/officeDocument/2006/relationships/image" Target="../media/image.jpeg"/><Relationship Id="Rfa989a6099c4497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e7e79a28e8c84577" Type="http://schemas.openxmlformats.org/officeDocument/2006/relationships/image" Target="../media/image.jpeg"/><Relationship Id="Rfcfd08053b6a4d8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87f79fb4dcdb4b20" Type="http://schemas.openxmlformats.org/officeDocument/2006/relationships/image" Target="../media/image.jpeg"/><Relationship Id="R8e9c2e39ca88446b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348a18b8da6b4ae5" Type="http://schemas.openxmlformats.org/officeDocument/2006/relationships/image" Target="../media/image.jpeg"/><Relationship Id="R576e2669b7d04f3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5f0251b52db4e6a" Type="http://schemas.openxmlformats.org/officeDocument/2006/relationships/slideLayout" Target="../slideLayouts/slideLayout1.xml"/><Relationship Id="R8c32e36e32e84544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a06b51940b48455d" Type="http://schemas.openxmlformats.org/officeDocument/2006/relationships/image" Target="../media/image.jpeg"/><Relationship Id="Rb7ed3234e2984ec6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2e4250f8b3d494e" Type="http://schemas.openxmlformats.org/officeDocument/2006/relationships/image" Target="../media/image.jpeg"/><Relationship Id="Rc0b24e16cb3d4ed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0c5e4ffefe964c70" Type="http://schemas.openxmlformats.org/officeDocument/2006/relationships/image" Target="../media/image.jpeg"/><Relationship Id="Rf10cc6938d454ae7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7d52410053945f6" Type="http://schemas.openxmlformats.org/officeDocument/2006/relationships/slideLayout" Target="../slideLayouts/slideLayout1.xml"/><Relationship Id="Rb021cb5b615641cd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342f49fa78e46ee" Type="http://schemas.openxmlformats.org/officeDocument/2006/relationships/image" Target="../media/image.jpeg"/><Relationship Id="Ra6897e6afe6a463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81fab6ee7fb4b07" Type="http://schemas.openxmlformats.org/officeDocument/2006/relationships/image" Target="../media/image.jpeg"/><Relationship Id="Rf2f80857ba6442f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69e368c1a70642b6" Type="http://schemas.openxmlformats.org/officeDocument/2006/relationships/slideLayout" Target="../slideLayouts/slideLayout1.xml"/><Relationship Id="Rf9543c300d37426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a48d9848e0f84079" Type="http://schemas.openxmlformats.org/officeDocument/2006/relationships/slideLayout" Target="../slideLayouts/slideLayout1.xml"/><Relationship Id="Rb1f6eba6f0f943d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3fccdf9cc6c4aca" Type="http://schemas.openxmlformats.org/officeDocument/2006/relationships/slideLayout" Target="../slideLayouts/slideLayout1.xml"/><Relationship Id="Rf8fe69a32c6f453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15459bebbf742a9" Type="http://schemas.openxmlformats.org/officeDocument/2006/relationships/hyperlink" Target="https://openstax.org/books/university-physics-volume-2/pages/10-3-kirchhoffs-rules" TargetMode="External"/><Relationship Id="R2465c1e053a64b8a" Type="http://schemas.openxmlformats.org/officeDocument/2006/relationships/image" Target="../media/image.jpeg"/><Relationship Id="R4d957ad3e1b1475f" Type="http://schemas.openxmlformats.org/officeDocument/2006/relationships/slideLayout" Target="../slideLayouts/slideLayout1.xml"/><Relationship Id="R66a313a6ccb646be" Type="http://schemas.openxmlformats.org/officeDocument/2006/relationships/hyperlink" Target="https://elstandard.se/documents/preview/3246401" TargetMode="External"/><Relationship Id="Rd56427a37a92486f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atningskedja med mätpunkterna A till E " descr="Matningskedja med mätpunkterna A till E mellan källa och last; den första mätningen görs i mitten vid C och avgör vilken halva som undersö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föreslagen orsak som måste prövas.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har provat kontaktorn.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mening som beskriver vad som hänt och vilken som gissar på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Felet kan sitta var som helst i kedjan, och ett startkommando bevisar inte att kraftmatningen fungerar.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Mer än så vet du inte.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och ge ett exempel på vad som ska kontrolleras i en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du behöver kontrollera innan du dömer ut någon komponent.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i en mellanpunkt tyder på att delen före punkten fungerar.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har 24 V. B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ringa in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visar 24 V men punkt B i mitten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 · I; Ukontakt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stoppar strömmen, och utan ström blir det ingen spänning över resistorn.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strömmen och använd sedan spänningslagen för spänningen över kontakten.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 matar en resistor genom en enda kontakt, som står öppen. Returen är hel. Vilken ström går, och vilken spänning ligger över 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 matar en resistor via en öppen kont" descr="24 V matar en resistor via en öppen kontakt; ström och spänning över kontakten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resistansen i hela den oavsiktliga strömvägen.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Inget begränsar strömmen i beräkningen.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att källans verkliga inre resistans och skydden påverkar vad som händer.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en förenklad beräkning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24 V-källa kortsluts av misstag genom en väg med den totala resistansen R = 0,10 Ω. Beräkna strömmen och ange varför svaret bara är en uppskattning.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0,15 Ω vid 8 A ger 1,2 V fall och 9,6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en mätpunkt och ett driftläge där de två hypoteserna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förutsäger olika värden. Skriv förväntat värde före mätningen.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 V under last. Lasten får 10 V vid 2 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     P = I² ·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 = 12 − 10 = 2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2/2 = 1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 = 2² · 1 = 4 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 = 2 · 2 = 4 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12 V-källa, extra serieresistans 1 ohm o" descr="12 V-källa, extra serieresistans 1 ohm och last med 10 V vid 2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R; P = I² · 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tillfälle.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spänningsfallet och värmeeffekten.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du får fram är all resistans mellan mätpunkterna tillsammans.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18 V och I = 3 A. Andra spänningsfall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värdena som mättes samtidigt under last. Räkna ut spänningsfallet och dela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 V utan last men bara 18 V vid lasten när strömmen är 3 A. Vid källans anslutningar är det fortfarande 24 V. Beräkna den extra resistansen i serie.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ällan håller 24 V, lasten får 18 V vid " descr="Källan håller 24 V, lasten får 18 V vid 3 A; den extra serie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förutsäger varje hypotes för källspänningen och spolspänningen, under START och efter släpp?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efteråt. Kontrollerna görs enligt en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kan visa om felet sitter i hållvägen eller om det är matningen som inte räcker?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dålig kontakt kan ge stort spänningsfall först vid hög ström, och temperatur och tid påverkar också.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visar sig vid hög belastning men kanske inte utan last.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värden och driftförhållanden som ska loggas samtidigt, och förklara varför ett värde utan last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visar sig bara vid hög belastning. Vilken information behöver du samla in, utöver ett enstaka värde utan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säga ”klart” behövs en funktionskontroll under de förhållanden då felet uppstod, de föreskrivna säkerhetskontrollerna och en dokumenterad överlämning.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kontroller efteråt är redovisade än.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dokumenteras, och skriv vad som fortfarande inte är provat.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