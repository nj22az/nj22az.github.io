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5/aktuell/Del_1.html" TargetMode="External"/><Relationship Id="rId3" Type="http://schemas.openxmlformats.org/officeDocument/2006/relationships/hyperlink" Target="https://dam-assets.fluke.com.cn/s3fs-public/2100079_6003_ENG_D_W.PDF" TargetMode="External"/><Relationship Id="rId4" Type="http://schemas.openxmlformats.org/officeDocument/2006/relationships/hyperlink" Target="https://elstandard.se/documents/preview/3246401" TargetMode="External"/><Relationship Id="rId5" Type="http://schemas.openxmlformats.org/officeDocument/2006/relationships/hyperlink" Target="https://openstax.org/books/university-physics-volume-2/pages/10-3-kirchhoffs-rules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5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Systematisk felsökning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Felbilder, halveringsmetod och skiljande kontroller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43 · Fredag 23 oktober · 10.00–11.00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4 av 4 · Elteknik och ellära</a:t>
            </a:r>
          </a:p>
        </p:txBody>
      </p:sp>
      <p:sp>
        <p:nvSpPr>
          <p:cNvPr id="8" name="Dag: Fredag 23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B51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Fredag 23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kan hitta ett fel med mätningar och ritningar.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förstår vad dina mätvärden betyder och drar rätt slutsats.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ser till att felsökning och kontroll görs rätt och skrivs ner i ett protokoll.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avgränsa ett felområde med schema och mätdata.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välja en kontroll som skiljer två möjliga felorsaker.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skilja observation från hypotes i en felsökningsrapport.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Vad är skillnaden mellan att mäta många saker och att välja en mätning som besvarar en fråga?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ett kort svar i chatten.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Observation, arbetsgång och halvering (avsnitt 1–4)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1.1, 1.2 och 1.3 tillsammans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Avbrott, glapp och en skiljande kontroll (avsnitt 5–7) och ett exempel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1.4 och 1.5 tillsammans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6" name="Picture 1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Observation och prövbar hypotes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Skilj på det du har sett och det du tror är orsaken.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Observation: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ett beskrivet symtom eller ett mätvärde.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Hypotes: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en möjlig förklaring som ännu behöver prövas.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Skiljande kontroll: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ger olika resultat för olika orsaker.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Slutsats: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vad data stödjer och vilka frågor som återstår.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Felsökningens arbetsgång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Symtom, hypotes, kontroll, slutsats.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Bekräfta symtomet och den förväntade funktionen.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Avgränsa systemet innan du prövar möjliga orsaker.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vad varje kontroll ska kunna bekräfta eller utesluta.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Riskbedömning och arbetsmetod följer varje moment.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Funktionsuppdelning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Fungerande manöver bevisar inte fungerande kraftdel.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Dela systemet i källa, matningsväg, skydd, styrning och last.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Avgör vilka delar som redan har stöd av observationerna.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motor kan ha rätt startkommando men sakna en fas.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Välj mätpunkten efter den funktion du prövar.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Halveringsmetoden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Mellanpunktens värde styr nästa delområde.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kontroll ungefär mitt i en kedja kan halvera sökområdet.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Metoden fungerar när schemat och referenspunkten är kända.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Finns rätt spänning vid mitten men inte vid lasten? Undersök då i första hand den senare delen av matningsvägen.</a:t>
            </a:r>
          </a:p>
        </p:txBody>
      </p:sp>
      <p:pic>
        <p:nvPicPr>
          <p:cNvPr id="5" name="Figur: Matningskedja med mätpunkterna A till E mellan källa och last. Den första mätningen görs i mitten, vid C, och avgör vilken halva som undersöks." descr="Matningskedja med mätpunkterna A till E mellan källa och last. Den första mätningen görs i mitten, vid C, och avgör vilken halva som undersök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77610"/>
            <a:ext cx="3794760" cy="2468539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observation och hypotes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En 12 V-lampa lyser inte. Källan visar 12 V under provet, men lampan har 0 V mot hel retur.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Observationen används för att avgränsa sökområdet.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Observation: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normal källspänning men bortfall vid lasten.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Hypotes: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avbrott eller stort fall i matningsvägen.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Nästa kontroll: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en mellanpunkt, enligt en säker mätplan.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Det finns ännu inget bevis för en viss felkomponent. Mellanpunkten ska skilja två delområden åt.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4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Observation eller diagnos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Uppdelning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Mittpunkt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Tre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nj22az.github.io/sjoskolan/vecka-45/aktuell/Del_1.html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Avbrott och kortslutning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Spänningsbild och strömbild ska stämma ihop.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Avbrott: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hindrar ström i den berörda vägen. En öppen seriekontakt kan ha stor spänning över sig.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Kortslutning: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en oavsiktlig väg med låg impedans.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Misstänker du kortslutning? Kontrollera skydden och skadestatus.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Glapp och förhöjd resistans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ΔU = I · R     P = I² · R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spänningsfall kan vara litet utan last men stort under last.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Förhöjd kontaktresistans kan ge lokal värme.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Exempel: 0,15 Ω vid 8 A ger 1,2 V fall och 9,6 W värme.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I undervisningen används kontrollerade felmoduler, aldrig avsiktligt glapp.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En skiljande kontroll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Två hypoteser ska ge olika förväntade kontrollresultat.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Då ger kontrollen mer information än ett slumpmässigt mätvärde.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Exempel: matningsbortfall eller avbrott i hållvägen.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Välj en mätpunkt och ett driftläge där de två hypoteserna förutsäger olika värden.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Skriv det förväntade värdet före mätningen.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förhöjd kontaktresistans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Källan håller 12 V under last. Lasten får 10 V vid 2 A. Övriga fall försummas.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R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extra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 = (U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källa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 − U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last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)/I     P = I² · R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extra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ΔU = 12 − 10 = 2 V.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R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extra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2/2 = 1 Ω.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P = 2² · 1 = 4 W i den extra resistansen.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Kontroll: ΔU · I = 2 · 2 = 4 W. Tomgång kan dölja fallet eftersom strömmen då är liten.</a:t>
            </a:r>
          </a:p>
        </p:txBody>
      </p:sp>
      <p:pic>
        <p:nvPicPr>
          <p:cNvPr id="6" name="Figur: 12 V-källa, en extra serieresistans på 1 Ω och en last med 10 V vid 2 A." descr="12 V-källa, en extra serieresistans på 1 Ω och en last med 10 V vid 2 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7815"/>
            <a:ext cx="3794760" cy="264536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4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Spänning över avbrott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Felström i en förenklad beräkning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046720" cy="23500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Övning 1.6–1.10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nj22az.github.io/sjoskolan/vecka-45/aktuell/Del_1.html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  ·  Del 4 · 4 Övningar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Vilket resultat skulle få dig att överge din första felhypotes?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Skriv felsökningsrapporten med minst två hypoteser och en kontroll som skiljer dem. Felsök två felmoduler i Hållkretslabbet, en i taget. Senast i dag, fredag 23 oktober.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Skilj observation från hypotes. Varje kontroll ska kunna bekräfta eller utesluta något.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Avgränsa felet: dela upp systemet i funktioner och mät ungefär mitt i kedjan.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Välj en kontroll där hypoteserna ger olika resultat, och skriv det förväntade värdet innan du mäter.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4: teorin och de två exemplen. Tryck på ”Jag har läst del 4”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1.6–1.10 på delsidan för del 4.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Skriv felsökningsrapporten, inlämning 4: felsök två felmoduler i Hållkretslabbet, en i taget, och fyll i rapportens fält för båda.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Nästa vecka: vecka 44, Elsystem, mätteknik och repetition. Måndag 26 oktober 09.00.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Inlämningen, uppgift 1–4, senast i dag, fredag 23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43, del 4 Systematisk felsökning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Studieplanen YH03151, 18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Fluke: multimeterns funktioner och mätning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SS-EN 50110-1 utgåva 4:2024, Skötsel av elektriska anläggningar (SEK Svensk Elstandard)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OpenStax: Kirchhoffs lagar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Systematisk felsökning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