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f3000ec0ee494d" /><Relationship Type="http://schemas.openxmlformats.org/officeDocument/2006/relationships/extended-properties" Target="/docProps/app.xml" Id="R9b3bdc70e8e34fd4" /><Relationship Type="http://schemas.openxmlformats.org/officeDocument/2006/relationships/officeDocument" Target="/ppt/presentation.xml" Id="R983d5739df4e447b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4d3ad5f532f45f6" /><ns0:Relationship Type="http://schemas.openxmlformats.org/officeDocument/2006/relationships/slideMaster" Target="/ppt/slideMasters/slideMaster1.xml" Id="R926e72af265141b0" /><ns0:Relationship Type="http://schemas.openxmlformats.org/officeDocument/2006/relationships/presProps" Target="/ppt/presProps.xml" Id="Rdb0694a6141242e8" /><ns0:Relationship Type="http://schemas.openxmlformats.org/officeDocument/2006/relationships/viewProps" Target="/ppt/viewProps.xml" Id="R9730a4ecff4c4a6f" /><ns0:Relationship Type="http://schemas.openxmlformats.org/officeDocument/2006/relationships/tableStyles" Target="/ppt/tableStyles.xml" Id="R03ed23510b714646" /><ns0:Relationship Type="http://schemas.openxmlformats.org/officeDocument/2006/relationships/slide" Target="/ppt/slides/slide1.xml" Id="R771bf28afbf64d39" /><ns0:Relationship Type="http://schemas.openxmlformats.org/officeDocument/2006/relationships/slide" Target="/ppt/slides/slide2.xml" Id="R42ceae770ad042bf" /><ns0:Relationship Type="http://schemas.openxmlformats.org/officeDocument/2006/relationships/slide" Target="/ppt/slides/slide3.xml" Id="Ra71e5dda4246463c" /><ns0:Relationship Type="http://schemas.openxmlformats.org/officeDocument/2006/relationships/slide" Target="/ppt/slides/slide4.xml" Id="R3c2e868473354b91" /><ns0:Relationship Type="http://schemas.openxmlformats.org/officeDocument/2006/relationships/slide" Target="/ppt/slides/slide5.xml" Id="R130e129580c44d3f" /><ns0:Relationship Type="http://schemas.openxmlformats.org/officeDocument/2006/relationships/slide" Target="/ppt/slides/slide6.xml" Id="R91741fe6680641aa" /><ns0:Relationship Type="http://schemas.openxmlformats.org/officeDocument/2006/relationships/slide" Target="/ppt/slides/slide7.xml" Id="R5cae271648f9487b" /><ns0:Relationship Type="http://schemas.openxmlformats.org/officeDocument/2006/relationships/slide" Target="/ppt/slides/slide8.xml" Id="R66d3b3f1a05b4a7f" /><ns0:Relationship Type="http://schemas.openxmlformats.org/officeDocument/2006/relationships/slide" Target="/ppt/slides/slide9.xml" Id="Rb541744c414b4ef0" /><ns0:Relationship Type="http://schemas.openxmlformats.org/officeDocument/2006/relationships/slide" Target="/ppt/slides/slide10.xml" Id="R5c0052f330494f22" /><ns0:Relationship Type="http://schemas.openxmlformats.org/officeDocument/2006/relationships/slide" Target="/ppt/slides/slide11.xml" Id="Rd015c56785b34e1f" /><ns0:Relationship Type="http://schemas.openxmlformats.org/officeDocument/2006/relationships/slide" Target="/ppt/slides/slide12.xml" Id="R3a1ee60804014b4d" /><ns0:Relationship Type="http://schemas.openxmlformats.org/officeDocument/2006/relationships/slide" Target="/ppt/slides/slide13.xml" Id="Re5682e6b866a4ef9" /><ns0:Relationship Type="http://schemas.openxmlformats.org/officeDocument/2006/relationships/slide" Target="/ppt/slides/slide14.xml" Id="R4bb7980f06604bcb" /><ns0:Relationship Type="http://schemas.openxmlformats.org/officeDocument/2006/relationships/slide" Target="/ppt/slides/slide15.xml" Id="Rb88da2c58cd546e6" /><ns0:Relationship Type="http://schemas.openxmlformats.org/officeDocument/2006/relationships/slide" Target="/ppt/slides/slide16.xml" Id="R3ba3d54df08643fe" /><ns0:Relationship Type="http://schemas.openxmlformats.org/officeDocument/2006/relationships/slide" Target="/ppt/slides/slide17.xml" Id="R57079c24e82848d9" /><ns0:Relationship Type="http://schemas.openxmlformats.org/officeDocument/2006/relationships/slide" Target="/ppt/slides/slide18.xml" Id="R26ca585df6684019" /><ns0:Relationship Type="http://schemas.openxmlformats.org/officeDocument/2006/relationships/slide" Target="/ppt/slides/slide19.xml" Id="Rf66819816b0a4ce6" /><ns0:Relationship Type="http://schemas.openxmlformats.org/officeDocument/2006/relationships/slide" Target="/ppt/slides/slide20.xml" Id="Rad7e7ec03ab44e99" /><ns0:Relationship Type="http://schemas.openxmlformats.org/officeDocument/2006/relationships/slide" Target="/ppt/slides/slide21.xml" Id="Re0320ed016104b7d" /><ns0:Relationship Type="http://schemas.openxmlformats.org/officeDocument/2006/relationships/slide" Target="/ppt/slides/slide22.xml" Id="R4e8caabf9ca24b39" /><ns0:Relationship Type="http://schemas.openxmlformats.org/officeDocument/2006/relationships/slide" Target="/ppt/slides/slide23.xml" Id="Re25657e4c17d40ae" /><ns0:Relationship Type="http://schemas.openxmlformats.org/officeDocument/2006/relationships/slide" Target="/ppt/slides/slide24.xml" Id="Rf9e17b69b3954641" /><ns0:Relationship Type="http://schemas.openxmlformats.org/officeDocument/2006/relationships/slide" Target="/ppt/slides/slide25.xml" Id="R2bec75c395b04008" /><ns0:Relationship Type="http://schemas.openxmlformats.org/officeDocument/2006/relationships/slide" Target="/ppt/slides/slide26.xml" Id="R4e0adc69b3454193" /><ns0:Relationship Type="http://schemas.openxmlformats.org/officeDocument/2006/relationships/slide" Target="/ppt/slides/slide27.xml" Id="Rd9ee9ec3001549a5" /><ns0:Relationship Type="http://schemas.openxmlformats.org/officeDocument/2006/relationships/slide" Target="/ppt/slides/slide28.xml" Id="R8bffcda1e50b4bcc" /><ns0:Relationship Type="http://schemas.openxmlformats.org/officeDocument/2006/relationships/slide" Target="/ppt/slides/slide29.xml" Id="Rdff3b85ae7034305" /><ns0:Relationship Type="http://schemas.openxmlformats.org/officeDocument/2006/relationships/slide" Target="/ppt/slides/slide30.xml" Id="Raa1537db77f5421a" /><ns0:Relationship Type="http://schemas.openxmlformats.org/officeDocument/2006/relationships/slide" Target="/ppt/slides/slide31.xml" Id="R26e92ab67e3c4a3f" /><ns0:Relationship Type="http://schemas.openxmlformats.org/officeDocument/2006/relationships/slide" Target="/ppt/slides/slide32.xml" Id="R3d5ea8a966f34289" /><ns0:Relationship Type="http://schemas.openxmlformats.org/officeDocument/2006/relationships/slide" Target="/ppt/slides/slide33.xml" Id="Rb8713b3887fe4f60" /><ns0:Relationship Type="http://schemas.openxmlformats.org/officeDocument/2006/relationships/slide" Target="/ppt/slides/slide34.xml" Id="Rce8656b1439f4bd5" /><ns0:Relationship Type="http://schemas.openxmlformats.org/officeDocument/2006/relationships/slide" Target="/ppt/slides/slide35.xml" Id="R3c588bf550204384" /><ns0:Relationship Type="http://schemas.openxmlformats.org/officeDocument/2006/relationships/slide" Target="/ppt/slides/slide36.xml" Id="R34e17d32b14f45ff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eb96b9d21e40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6f05b2d5e5426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8caa698514c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8b5c359dd47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f60d4aa69143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e8a5cedd473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5993e8b9c941a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6e1a8bb624d9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e677dc7fae47c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861c26a73d4f4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158e5c9d5c4a42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cddbf4ef1e4031" /><Relationship Type="http://schemas.openxmlformats.org/officeDocument/2006/relationships/slideLayout" Target="/ppt/slideLayouts/slideLayout1.xml" Id="R9d69e7f517fe4840" /><Relationship Type="http://schemas.openxmlformats.org/officeDocument/2006/relationships/slideLayout" Target="/ppt/slideLayouts/slideLayout2.xml" Id="R0e7be69ffbfc490b" /><Relationship Type="http://schemas.openxmlformats.org/officeDocument/2006/relationships/slideLayout" Target="/ppt/slideLayouts/slideLayout3.xml" Id="Rff1d9700fec14a1b" /><Relationship Type="http://schemas.openxmlformats.org/officeDocument/2006/relationships/slideLayout" Target="/ppt/slideLayouts/slideLayout4.xml" Id="R6162764312394de8" /><Relationship Type="http://schemas.openxmlformats.org/officeDocument/2006/relationships/slideLayout" Target="/ppt/slideLayouts/slideLayout5.xml" Id="R0d0a60f3ebaf4d94" /><Relationship Type="http://schemas.openxmlformats.org/officeDocument/2006/relationships/slideLayout" Target="/ppt/slideLayouts/slideLayout6.xml" Id="R651776c873d449ec" /><Relationship Type="http://schemas.openxmlformats.org/officeDocument/2006/relationships/slideLayout" Target="/ppt/slideLayouts/slideLayout7.xml" Id="R16c975aff6e44e97" /><Relationship Type="http://schemas.openxmlformats.org/officeDocument/2006/relationships/slideLayout" Target="/ppt/slideLayouts/slideLayout8.xml" Id="Rc180e36dd44d4cf6" /><Relationship Type="http://schemas.openxmlformats.org/officeDocument/2006/relationships/slideLayout" Target="/ppt/slideLayouts/slideLayout9.xml" Id="R5c9dec4acbfd43a6" /><Relationship Type="http://schemas.openxmlformats.org/officeDocument/2006/relationships/slideLayout" Target="/ppt/slideLayouts/slideLayout10.xml" Id="Raad75fe289ea4928" /><Relationship Type="http://schemas.openxmlformats.org/officeDocument/2006/relationships/slideLayout" Target="/ppt/slideLayouts/slideLayout11.xml" Id="R4504da192f24443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532015d8c34821" /><ns0:Relationship Type="http://schemas.openxmlformats.org/officeDocument/2006/relationships/image" Target="/ppt/media/image.jpeg" Id="R438ad7c595544834" /><ns0:Relationship Type="http://schemas.openxmlformats.org/officeDocument/2006/relationships/image" Target="/ppt/media/image.png" Id="R3ac4fac7ed8e4c9a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a9ecb87d3843e4" /><ns0:Relationship Type="http://schemas.openxmlformats.org/officeDocument/2006/relationships/image" Target="/ppt/media/image.jpeg" Id="R30521027d8bc4a2d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5bf22c8ebb4d16" /><ns0:Relationship Type="http://schemas.openxmlformats.org/officeDocument/2006/relationships/image" Target="/ppt/media/image.jpeg" Id="R302e6a5cc745429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5d605b6a174ab6" /><ns0:Relationship Type="http://schemas.openxmlformats.org/officeDocument/2006/relationships/image" Target="/ppt/media/image.jpeg" Id="R7db4bc2af5354e2d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640be7d3af437f" /><ns0:Relationship Type="http://schemas.openxmlformats.org/officeDocument/2006/relationships/image" Target="/ppt/media/image.jpeg" Id="R1db9574eec734c15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236fbdfb904a09" /><ns0:Relationship Type="http://schemas.openxmlformats.org/officeDocument/2006/relationships/image" Target="/ppt/media/image.jpeg" Id="R553a2573af224cd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c22c3ec14b4b9e" /><ns0:Relationship Type="http://schemas.openxmlformats.org/officeDocument/2006/relationships/image" Target="/ppt/media/image.jpeg" Id="R0e59a55a0a474a5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e78597d329436f" /><ns0:Relationship Type="http://schemas.openxmlformats.org/officeDocument/2006/relationships/image" Target="/ppt/media/image.jpeg" Id="R1fb94e5ab41a472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ad233cff5b461e" /><ns0:Relationship Type="http://schemas.openxmlformats.org/officeDocument/2006/relationships/image" Target="/ppt/media/image.jpeg" Id="Rf45a3b829111410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67d9e37f494be3" /><ns0:Relationship Type="http://schemas.openxmlformats.org/officeDocument/2006/relationships/image" Target="/ppt/media/image.jpeg" Id="Rbabfd0b622174701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4095b595c041f4" /><ns0:Relationship Type="http://schemas.openxmlformats.org/officeDocument/2006/relationships/image" Target="/ppt/media/image.jpeg" Id="R764ef6b5bd354ba2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12756993d04a5c" /><ns0:Relationship Type="http://schemas.openxmlformats.org/officeDocument/2006/relationships/image" Target="/ppt/media/image.jpeg" Id="Rc25f033991c5441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622df88a7149c7" /><ns0:Relationship Type="http://schemas.openxmlformats.org/officeDocument/2006/relationships/image" Target="/ppt/media/image.jpeg" Id="Rffc15882d3e0409a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aa529f834f4bd6" /><ns0:Relationship Type="http://schemas.openxmlformats.org/officeDocument/2006/relationships/image" Target="/ppt/media/image.jpeg" Id="R112ac76dd8d64789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e3bfbb6cd64233" /><ns0:Relationship Type="http://schemas.openxmlformats.org/officeDocument/2006/relationships/image" Target="/ppt/media/image.jpeg" Id="Re29e328f125e477f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929506d7964708" /><ns0:Relationship Type="http://schemas.openxmlformats.org/officeDocument/2006/relationships/image" Target="/ppt/media/image.jpeg" Id="R5f44af9aebbc4dc9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608285a20f472b" /><ns0:Relationship Type="http://schemas.openxmlformats.org/officeDocument/2006/relationships/image" Target="/ppt/media/image.jpeg" Id="R43c2f9a887dd48c6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107b6f9ccc4e6e" /><ns0:Relationship Type="http://schemas.openxmlformats.org/officeDocument/2006/relationships/image" Target="/ppt/media/image.jpeg" Id="R6c8f03ca6e7949e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894069363a44c6" /><ns0:Relationship Type="http://schemas.openxmlformats.org/officeDocument/2006/relationships/image" Target="/ppt/media/image.jpeg" Id="Ra02d05bfda2144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2bce441d52340dd" /><ns0:Relationship Type="http://schemas.openxmlformats.org/officeDocument/2006/relationships/image" Target="/ppt/media/image.jpeg" Id="R87eeb8d490654f61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be9c34251d4474" /><ns0:Relationship Type="http://schemas.openxmlformats.org/officeDocument/2006/relationships/image" Target="/ppt/media/image.jpeg" Id="Rc3fb4c5e814d4b6d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24f6af97604d85" /><ns0:Relationship Type="http://schemas.openxmlformats.org/officeDocument/2006/relationships/image" Target="/ppt/media/image.jpeg" Id="R757367235fd44c3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9a890c4c5947f2" /><ns0:Relationship Type="http://schemas.openxmlformats.org/officeDocument/2006/relationships/image" Target="/ppt/media/image.jpeg" Id="R326a819f2f37418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cb5d91ec294652" /><ns0:Relationship Type="http://schemas.openxmlformats.org/officeDocument/2006/relationships/image" Target="/ppt/media/image.jpeg" Id="R1bb763490b764887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4e4f749cc34eca" /><ns0:Relationship Type="http://schemas.openxmlformats.org/officeDocument/2006/relationships/image" Target="/ppt/media/image.jpeg" Id="Reac685a7cb2d411a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0643adc3484927" /><ns0:Relationship Type="http://schemas.openxmlformats.org/officeDocument/2006/relationships/image" Target="/ppt/media/image.jpeg" Id="R58dc747000a7470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fa53bef98f4199" /><ns0:Relationship Type="http://schemas.openxmlformats.org/officeDocument/2006/relationships/image" Target="/ppt/media/image.jpeg" Id="R9cfa0714428e4fa9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07ba1c131b4b35" /><ns0:Relationship Type="http://schemas.openxmlformats.org/officeDocument/2006/relationships/image" Target="/ppt/media/image.jpeg" Id="Ra922c5b2130a42a4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69d602c3fb4b7e" /><ns0:Relationship Type="http://schemas.openxmlformats.org/officeDocument/2006/relationships/image" Target="/ppt/media/image.jpeg" Id="R1f9dc32bd27842af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38a93a01074c65" /><ns0:Relationship Type="http://schemas.openxmlformats.org/officeDocument/2006/relationships/image" Target="/ppt/media/image.jpeg" Id="R89a9e4d5782c4845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9c1048e1a44a53" /><ns0:Relationship Type="http://schemas.openxmlformats.org/officeDocument/2006/relationships/image" Target="/ppt/media/image.jpeg" Id="R398968f0e4964cb7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16cbafef754558" /><ns0:Relationship Type="http://schemas.openxmlformats.org/officeDocument/2006/relationships/image" Target="/ppt/media/image.jpeg" Id="R5c9c440a44f6499b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97a0d4ba3e497c" /><ns0:Relationship Type="http://schemas.openxmlformats.org/officeDocument/2006/relationships/image" Target="/ppt/media/image.jpeg" Id="Rbf3e8c510171434b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654d003d0e49ee" /><ns0:Relationship Type="http://schemas.openxmlformats.org/officeDocument/2006/relationships/image" Target="/ppt/media/image.jpeg" Id="R53ba446a3c7f43cf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964b88a52d433e" /><ns0:Relationship Type="http://schemas.openxmlformats.org/officeDocument/2006/relationships/image" Target="/ppt/media/image.jpeg" Id="R01ffc5e978014e4e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1db78c9ba4414" /><ns0:Relationship Type="http://schemas.openxmlformats.org/officeDocument/2006/relationships/image" Target="/ppt/media/image.jpeg" Id="R496a9b8952b849dc" /><ns0:Relationship Type="http://schemas.openxmlformats.org/officeDocument/2006/relationships/hyperlink" Target="https://openstax.org/books/university-physics-volume-2/pages/10-3-kirchhoffs-rules" TargetMode="External" Id="R0e901b8c53c3489c" /><ns0:Relationship Type="http://schemas.openxmlformats.org/officeDocument/2006/relationships/hyperlink" Target="https://openstax.org/books/university-physics-volume-2/pages/15-2-simple-ac-circuits" TargetMode="External" Id="R0fe9e22994214f01" /><ns0:Relationship Type="http://schemas.openxmlformats.org/officeDocument/2006/relationships/hyperlink" Target="https://www.electrical-installation.org/enwiki/Installed_apparent_power_%28kVA%29" TargetMode="External" Id="Raa5b949538eb4ddc" /><ns0:Relationship Type="http://schemas.openxmlformats.org/officeDocument/2006/relationships/hyperlink" Target="https://elstandard.se/documents/preview/3246401" TargetMode="External" Id="R95276ddb29764fe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ꜰ = √3 UᴸIᴸ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P₃ꜰ = √3 UᴸIᴸ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1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UinRp/(R₁ + Rp)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Rp = 2 · 2/(2 + 2) = 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Uut = 18 · 1/(1 + 1) = 9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Itotal = 18/(1 + 1) = 9 mA. Varje nedre gren får 4,5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4,5 + 4,5 = 9 mA och fall över övre resistorn är 9 V. Båda Kirchhofflagarna stämmer.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Pᵤₜ är mekanisk uteffekt. η som decimal ger elektrisk inmatning. kW · h ger kWh.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Pᵤₜ = 400 W, η = 80 % = 0,80 och drifttid 3 h. Konstant drift antas.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 först. Omvandla W till kW och multiplicera därefter med timmar.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mekaniskt med η = 80 %. Den körs i 3 h. Beräkna elektrisk inmatning och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 = ΣIut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 in i noden är lika med summan ut vid stationär drift.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in. 2,0 A och Iₓ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nodekvationen. Summera kända inströmmar och dra bort känd utström.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 A och 1,5 A går in i en nod. 2,0 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Rp ersätter den nedre resistorn parallellt med lasten. Resistansenheten måste vara gemensam.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Uin = 24 V, R₁ = 2 kΩ, R₂ = Rlast = 4 kΩ. Ideal källa och ohmska resistorer.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Förenkla parallellgrenen först. Använd den nya resistansen i spänningsdelaren.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 matar R₁ = 2 kΩ och R₂ = 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Urms    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Urms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24 V RMS och frekvensen 60 Hz. Beräkna toppvärde och period.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ᴸ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Xᴸ²)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cos φ = R/|Z|</a:t>
            </a:r>
          </a:p>
        </p:txBody>
      </p:sp>
      <p:sp>
        <p:nvSpPr>
          <p:cNvPr id="11" name="R är resistiv del och Xᴸ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resistiv del och Xᴸ induktiv del av serieimpedansen. U och I anges som RMS.</a:t>
            </a:r>
          </a:p>
        </p:txBody>
      </p:sp>
      <p:sp>
        <p:nvSpPr>
          <p:cNvPr id="12" name="Förutsättningar: Serie-RL: R = 30 Ω, Xᴸ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R = 30 Ω, Xᴸ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impedansens belopp. Använd det i båda kvoterna för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ᴸ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Xᴸ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2 A får lasten 10 V före och 11,8 V efter åtgärd.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Rslinga = (Ukälla − Ulast)/I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(12 − 10)/2 = 1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(12 − 11,8)/2 = 0,10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ᴸ · Iᴸ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Uᴸ · Iᴸ · PF</a:t>
            </a:r>
          </a:p>
        </p:txBody>
      </p:sp>
      <p:sp>
        <p:nvSpPr>
          <p:cNvPr id="11" name="P är total aktiv trefaseffekt i W. Uᴸ och Iᴸ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total aktiv trefaseffekt i W. Uᴸ och Iᴸ är linjevärden i V och A RMS.</a:t>
            </a:r>
          </a:p>
        </p:txBody>
      </p:sp>
      <p:sp>
        <p:nvSpPr>
          <p:cNvPr id="12" name="Förutsättningar: Symmetrisk trefas, Uᴸ = 400 V, Iᴸ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Uᴸ = 400 V, Iᴸ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omvandla W till kW. Använd inte grenspänning i denna formel.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ᴸ = 400 V, Iᴸ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trefas: Uᴸ = 400 V, Iᴸ = 8 A och PF = 0,80. Beräkna aktiv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felgränsens belopp. n siffror betyder n displaysteg,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procentbidrag och sifferbidrag var för sig. Summera och skriv visning ± gräns.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24,00 V visas med specifikation ±(1,0 % + 2 siffror), upplösning 0,01 V. Beräkna 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även när huvudmatningen hanterats.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Arbetsplanen missar batterireserven. Säker frånvaro av energi är därför inte verifierad för hela området.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brist, möjlig följd och första beslut. Ange vad som behöver kompletteras före start.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hanterar huvudmatningen men missar batterireserven. Ange brist, möjlig konsekvens och första beslut.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Hållkontakt ska ge sluten väg efter START-släpp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NO-hållkontakten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START, släpper efteråt och har rätt matningsspänning under start.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hypotes i hållvägen och en kontroll som kan pröva den enligt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 START men släpper vid släpp. Matningen håller rätt spänning under start. Föreslå en hypotes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Rslinga = (Ukälla − Ulast)/I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 omfattar fram- och returväg mellan mätpunkterna.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lastspänningen 20 V före och 23,6 V efter. Samma mätpunkter antas.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spänningsfallet och resistansen i båda fallen. Jämför vid samma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åtgärd mäts 23,6 V vid samma ström. Beräkna slingresistans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8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11E15268-96AF-4E2F-85C6-0EFB0353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