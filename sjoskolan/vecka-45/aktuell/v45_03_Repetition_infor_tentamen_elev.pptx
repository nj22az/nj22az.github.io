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1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R₂Rlast/(R₂ + 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UinRp/(R₁ + 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1/(1 + 1) = 9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18/(1 + 1) = 9 mA. Varje nedre gren får 4,5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4,5 + 4,5 = 9 mA och fall över övre resistorn är 9 V. Båda Kirchhofflagarna stämmer.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1 kilohm och " descr="Spänningsdelare: 18 V över 1 kilohm och 2 kilohm med en last på 2 kilohm; utspänningen 9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E = Pᵢₙ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Pᵤₜ är mekanisk uteffekt. η som decimal ger elektrisk inmatning. kW · h ger kWh.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Pᵤₜ = 400 W, η = 80 % = 0,80 och drifttid 3 h. Konstant drift antas.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inmatning först. Omvandla W till kW och multiplicera därefter med timmar.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mekaniskt med η = 80 %. Den körs i 3 h. Beräkna elektrisk inmatning och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 = ΣIut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av strömmar in i noden är lika med summan ut vid stationär drift.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in. 2,0 A och Iₓ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nodekvationen. Summera kända inströmmar och dra bort känd utström.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R₂Rlast/(R₂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parallellt med lasten. Resistansenheten måste vara gemensam.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R₁ = 2 kΩ, R₂ =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ohmska resistorer.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Förenkla parallellgrenen först. Använd den nya resistansen i spänningsdelaren.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DC-komponent,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har 24 V RMS och frekvensen 60 Hz. Beräkna toppvärde och period.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resistiv del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induktiv del av serieimpedansen. U och I anges som RMS.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impedansens belopp. Använd det i båda kvoterna för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30 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 Ω i serie över 100 V RMS. Bestäm I och cos 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total aktiv trefaseffekt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i V och A RMS.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omvandla W till kW. Använd inte grenspänning i denna formel.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trefas: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aktiv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felgränsens belopp. n siffror betyder n displaysteg,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Visning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procentbidrag och sifferbidrag var för sig. Summera och skriv visning ± gräns.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24,00 V visas med specifikation ±(1,0 % + 2 siffror), upplösning 0,01 V. Beräkna 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även när huvudmatningen hanterats.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Arbetsplanen missar batterireserven. Säker frånvaro av energi är därför inte verifierad för hela området.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brist, möjlig följd och första beslut. Ange vad som behöver kompletteras före start.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hanterar huvudmatningen men missar batterireserven. Ange brist, möjlig konsekvens och första beslut.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NO-hållkontakten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START, släpper efteråt och har rätt matningsspänning under start.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hypotes i hållvägen och en kontroll som kan pröva den enligt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 START men släpper vid släpp. Matningen håller rätt spänning under start. Föreslå en hypotes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 omfattar fram- och returväg mellan mätpunkterna.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lastspänningen 20 V före och 23,6 V efter. Samma mätpunkter antas.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spänningsfallet och resistansen i båda fallen. Jämför vid samma ström.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V-källa matar en last. Vid 4 A mäts 20 V vid lasten. Efter åtgärd mäts 23,6 V vid samma ström. Beräkna slingresistans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