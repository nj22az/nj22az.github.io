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axeln. Dela med η som decimaltal för att få den tillförda effekten.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W, η = 80 % = 0,80 och drifttiden 3 h. Driften är jämn.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W till kW och multiplicera med tiden – kW · h ger kWh.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på axeln med η = 80 % och går i 3 h. Beräkna den tillförda elektriska effekten och energin.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in i noden är lika med strömmen ut.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in, 2,0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upp ekvationen, lägg ihop strömmarna in och dra bort den kända strömmen ut.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Strömlagen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och lasten, som ligger parallellt.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resistorer med konstant resistans.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alla resistanser i samma enhet. Förenkla parallellkopplingen först och använd sedan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delningsformeln.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24 V och frekvensen 60 Hz. Beräkna toppvärde och periodtid.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U/|Z|;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resistiva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induktiva delen av impedansen. U och I är effektivvärden.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RL i serie: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impedansen och använd den för både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gör om W till kW. Använd inte grenspänningen i den här formeln.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den aktiva 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felgränsen. n siffror betyder n steg i sista siffran,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procentdelen och siffrornas del var för sig, lägg ihop och skriv svaret som visat värde ± δ.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instrument visar 24,00 V. Specifikationen är ±(1,0 % + 2 siffror) och upplösningen 0,01 V. Beräkna felgränsen.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av anläggningen även när huvudmatningen är frånkopplad.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Batterireserven saknas i arbetsplanen. Det är därför inte kontrollerat att hela området är spänningslöst.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bristen, en möjlig följd och det första beslutet, och ange vad som måste läggas till innan arbetet börjar.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tar med huvudmatningen men har missat batterireserven. Ange bristen, en möjlig konsekvens och det första beslutet.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Hållkontakten (NO)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och släpper efteråt. Matningsspänningen är rätt under starten.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 och en kontroll som prövar den, enligt en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trycks in men släpper när knappen släpps. Matningen har rätt spänning under starten. Föreslå en tänkbar orsak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Slingresistansen är resistansen i fram- och returledaren tillsammans.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spänningen vid lasten 20 V före och 23,6 V efter. Mätpunkterna är desamma.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resistansen före och efter, och jämför.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en åtgärd mäts 23,6 V vid samma ström. Beräkna slingresistansen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