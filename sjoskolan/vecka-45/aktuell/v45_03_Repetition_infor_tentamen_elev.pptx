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5/aktuell/Del_3.html" TargetMode="External"/><Relationship Id="rId3" Type="http://schemas.openxmlformats.org/officeDocument/2006/relationships/hyperlink" Target="https://nj22az.github.io/sjoskolan/tentamen.html" TargetMode="External"/><Relationship Id="rId4" Type="http://schemas.openxmlformats.org/officeDocument/2006/relationships/hyperlink" Target="https://nj22az.github.io/sjoskolan/praktiskt-prov.html" TargetMode="External"/><Relationship Id="rId5" Type="http://schemas.openxmlformats.org/officeDocument/2006/relationships/hyperlink" Target="https://openstax.org/books/university-physics-volume-2/pages/10-3-kirchhoffs-rules" TargetMode="External"/><Relationship Id="rId6" Type="http://schemas.openxmlformats.org/officeDocument/2006/relationships/hyperlink" Target="https://openstax.org/books/university-physics-volume-2/pages/15-2-simple-ac-circuits" TargetMode="External"/><Relationship Id="rId7" Type="http://schemas.openxmlformats.org/officeDocument/2006/relationships/hyperlink" Target="https://www.electrical-installation.org/enwiki/Installed_apparent_power_%28kVA%29" TargetMode="External"/><Relationship Id="rId8" Type="http://schemas.openxmlformats.org/officeDocument/2006/relationships/hyperlink" Target="https://elstandard.se/documents/preview/3246401" TargetMode="External"/><Relationship Id="rId9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5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1645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Repetition inför tentamen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Blandade uppgifter från hela kursen och så går tentamensveckan till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44 · Fredag 30 oktober · 09.00–11.00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5 av 5 · Elteknik och ellära</a:t>
            </a:r>
          </a:p>
        </p:txBody>
      </p:sp>
      <p:sp>
        <p:nvSpPr>
          <p:cNvPr id="8" name="Dag: Fredag 30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B51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Fredag 30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kan mäta spänning, ström och resistans i likström, växelström och trefas.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128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30552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följer reglerna för säkert elarbete ombord när du mäter och bedömer risker.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43784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förstår vad dina mätvärden betyder och drar rätt slutsats.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94176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1376"/>
            <a:ext cx="8046720" cy="1746503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välja rätt samband och redovisa beräkningar tydligt.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motivera instrumentval, regelval och felsökningsbeslut.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säga hur tentamensveckan går till och vad du behöver repetera.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Vilket område behöver du mest träna: kretsar, AC/trefas, säkerhet eller mätanalys?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ditt område i chatten.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Likström, Kirchhoff, växelström och trefas (avsnitt 1–4) och ett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3.1–3.5 tillsammans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18104"/>
            <a:ext cx="8046720" cy="512064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Säkerhet, mätning och felsökning, redovisning och tentamensveckan (avsnitt 5–8) och ett exempel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5196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5196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Övningstentan: vi går igenom de uppgifter som flest behöver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1888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81888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9" name="Picture 18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Storheten avgör formelvalet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Varje samband gäller under vissa villkor.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DC-ström beräknas med I = U/R när kretsen är ohmsk.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Energi kräver effekt och tid. Verkningsgrad kan behövas före energiberäkningen.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AC kräver kontroll av vågform och RMS. Trefas kräver tydliga linjevärden.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Mät- och säkerhetsfall behöver dokumenterade villkor, inte bara ett tal.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Likström och effekt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U = RI     P = UI     E = Pt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Skriv först vilken storhet som söks.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Använd ett samband som passar kretsens koppling.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Serie: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samma ström.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Parallell: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samma spänning.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Enheter och rimlighetskontroll ingår i redovisningen.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Kirchhoff och delare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ΣI = 0     ΣΔU = 0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Nodlagen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beskriver strömbalans.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Slinglagen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beskriver spänningsbalans.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ansluten last ändrar en spänningsdelare.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negativ ström är ett tecken på riktning relativt din pil. Det är inte automatiskt ett räknefel.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metodval i en delare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18 V matar 2 kΩ och 2 kΩ i serie. En last på 2 kΩ ansluts över den nedre resistorn.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100" b="1" i="0">
                <a:solidFill>
                  <a:srgbClr val="064F91"/>
                </a:solidFill>
                <a:latin typeface="Calibri"/>
              </a:rPr>
              <a:t>U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ut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= U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in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· R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p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/(R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1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+ R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p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R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p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= R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· R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last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/(R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+ R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last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) = 2 · 2/(2 + 2) = 1 kΩ.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U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ut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= 18 · 1/(2 + 1) = 6 V.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I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tot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= 18/(2 + 1) = 6 mA. Varje nedre gren får 3 mA.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Kontroll: 3 + 3 = 6 mA, och fallet över den övre resistorn är 12 V. 12 + 6 = 18 V.</a:t>
            </a:r>
          </a:p>
        </p:txBody>
      </p:sp>
      <p:pic>
        <p:nvPicPr>
          <p:cNvPr id="6" name="Figur: Spänningsdelare: 18 V matar 2 kilohm och 2 kilohm i serie. En last på 2 kilohm ligger parallellt med den nedre resistorn. Utspänningen är 6 V." descr="Spänningsdelare: 18 V matar 2 kilohm och 2 kilohm i serie. En last på 2 kilohm ligger parallellt med den nedre resistorn. Utspänningen är 6 V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677815"/>
            <a:ext cx="3794760" cy="264536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exempel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AC och trefas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|Z| = √(R² + X²)     P = √3 · 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L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· I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L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· PF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RMS, toppvärde och medelvärde beskriver olika saker.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Trefasformeln med √3 förutsätter de angivna symmetrivillkoren.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Skriv om spänningen är linje-, fas- eller grenspänning.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Skilj aktiv effekt från skenbar effekt.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5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Energi och verkningsgrad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Strömlagen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Spänningsdelare med last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8046720" cy="1673351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Fyra minuter per övning. Skriv ditt svar i chatten. Ledtrådar och facit finns på delsidan.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nj22az.github.io/sjoskolan/vecka-45/aktuell/Del_3.html</a:t>
            </a:r>
          </a:p>
        </p:txBody>
      </p:sp>
      <p:pic>
        <p:nvPicPr>
          <p:cNvPr id="15" name="Picture 1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4 Övningar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5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Sinus och period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RL och effektfaktor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47872"/>
            <a:ext cx="8046720" cy="235000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Fyra minuter per övning. Skriv ditt svar i chatten. Övning 3.6–3.10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nj22az.github.io/sjoskolan/vecka-45/aktuell/Del_3.html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4 Övningar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4160520" y="2011680"/>
            <a:ext cx="822960" cy="73152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731520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4800" b="1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4A4A4A"/>
                </a:solidFill>
                <a:latin typeface="Calibri"/>
              </a:rPr>
              <a:t>Vi fortsätter 10.00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Säkerhet och regelval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Riskbedömning ska leda till verifierbara åtgärder.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Utgå från arbetsmoment, system och energikällor.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Kontrollera vilket regelverk som gäller i det angivna fallet.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Skydd, kompetens och tydlig ansvarsfördelning hänger ihop.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allmänt standardnamn räcker inte som motivering.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Mätning och felsökning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Observation skiljs från hypotes och slutsats.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Välj mätpunkt och driftläge för att pröva en hypotes.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Bedöm resultatet med instrumentdata och kretsens funktion.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högt spänningsfall kan lokalisera förhöjd resistans.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Skriv vad mätningen visar och vad som återstår.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mätning efter åtgärd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Källan håller 12 V. Vid 3 A får lasten 10,5 V före och 11,85 V efter åtgärd (strömmen antas oförändrad).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R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slinga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= (U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källa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− 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last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)/I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Före: R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slinga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= (12 − 10,5)/3 = 0,50 Ω.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Efter: R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slinga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= (12 − 11,85)/3 = 0,05 Ω.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Samma ström och mätpunkter visar tydligt minskad resistans.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Funktionsdata stödjer förbättringen. Föreskrivna anslutnings- och säkerhetskontroller ska också dokumenteras.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exempel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Redovisning inför examination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En bra lösning visar samband, insättning, enhet och tolkning.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Öppna fall kräver motiverade beslut med tydliga antaganden.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Den här delen är repetition. Den ordinarie tentamen är i vecka 45.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De praktiska lärandemålen bedöms i det praktiska provet.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tentamensveckan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Skriftlig tentamen online och praktiskt prov i simulatorerna.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Måndag 2 november 09.00–11.00, online: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frågestund och instruktion till det praktiska provet. Boka tid för den muntliga avstämningen.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Måndag–onsdag: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gör de tre stationerna med protokoll och en riskbedömning. Skicka dem senast onsdag 4 november kl. 20.00.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Torsdag eller fredag: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muntlig avstämning online i 15 minuter.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Skriftlig tentamen: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dag, tid, länk och tillåtna hjälpmedel meddelas av läraren. Räkna med räknare och formelsamlingen.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  ·  Del 5 · avsnitt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tillsammans: övningstentan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Öppna sidan Tentamen och gå till Övningstenta. Där finns tolv uppgifter från hela kursen.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Skriv i chatten numren på de uppgifter du vill gå igenom.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Vi går igenom de uppgifter som flest behöver. Lösningarna finns på sidan under Visa lösning.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nj22az.github.io/sjoskolan/tentamen.html#ovningstenta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Vilket metodval kan du nu förklara bättre än vid lektionens start?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Repetera de uppgifter där metoden var osäker. Kontrollera lärarens besked om tentamensdatum, hjälpmedel och eventuella kompletteringar.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Storheten och kretsen avgör sambandet. Redovisa samband, insättning, enhet och tolkning.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Säkerhet: utgå från arbetsmoment, energikällor och regelverk. Felsökning: skilj observation, hypotes och slutsats.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Tentamensveckan: skriftlig tentamen online, tre stationer i simulatorerna och en muntlig avstämning på 15 minuter.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5: teorin och de två exemplen. Tryck på ”Jag har läst del 5”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3.6–3.10 på delsidan.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Rätta övningstentan och gör om övningarna i de veckor där du hade fel.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Nästa vecka: tentamensveckan. Måndag 2 november 09.00: frågestund och instruktion till det praktiska provet.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 och analysen av mätdata senast i dag, fredag 30 oktober.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44, del 5 Repetition inför tentamen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Sjöskolan: Tentamen och övningstenta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Sjöskolan: Praktiskt prov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Kursplanen för Elteknik och ellära (studieplanen YH03151, 18 september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OpenStax: Kirchhoffs lagar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6"/>
              </a:rPr>
              <a:t>OpenStax: enkla växelströmskretsar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06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7"/>
              </a:rPr>
              <a:t>Schneider Electric: skenbar effekt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63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8"/>
              </a:rPr>
              <a:t>SS-EN 50110-1 utgåva 4:2024, Skötsel av elektriska anläggningar (SEK Svensk Elstandard)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Fredag · Repetition inför tentamen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