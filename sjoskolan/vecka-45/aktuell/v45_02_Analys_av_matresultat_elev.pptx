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24,90 ±0,15 V: intervallet 24,75–25,05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går över kravets övre gräns, så överensstämmelse kan inte visas.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4,75–25,05 V som går över kravets öv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19,80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19,80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19,65–19,95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Hela mätintervallet ligger inom kravet: överensstämmelse visad.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större felgräns eller en annan beslutsregel kan slutsatsen bli en annan.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65–19,95 V som ligger helt inom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Spänningen utan last visar källans tomgångsspänning. Om källan klarar lasten kan du bara avgöra med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du kan dra direkt och en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källa utan last mäts 24,0 V. Vilken slutsats kan du dra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toleransen i procent och δ felgränsen. Svaret är ja bara om hela mätintervallet ligger inom kravet.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Ett värde precis på gränsen är godkänt.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intervallen och jämför särskilt de nedre gränserna.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intervallen överlappar finns det värden som stämmer med båda instrumenten.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Båda mäter samma stabila spänning i samma punkter.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intervallen och den del de har gemensamt. Dra ingen starkare slutsats än jämförelsen tillåter.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 A visar 10,00 ±0,10 V och B visar 10,12 ±0,10 V. Bevisar skillnaden i sig att ett av instrumenten är fel?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Hela spänningsfallet är summan av fallet i framledaren och i returledaren.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1 V i returledaren. Värdena är mätta samtidigt.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hela fallet och dra sedan bort returledarens 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har 24 V, lasten 20 V och strömmen är 2 A. Spänningsfallet i returledaren är uppmätt till 1 V. Hur stort är fallet i framledaren?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seriekrets går samma ström i fram- och returledaren.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fallet i framledaren och dela varje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värdena i föregående övning. Beräkna resistansen i framledaren och i returledaren.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avsluta arbetstillstånd och LOTO, kontrollera isolationsvaktens värde,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informera vakthavande och bryggan, för in åtgärden i maskindagbok och underhållssystem.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0,9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3 − 0,9 = 2,1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2,1/1,5 = 1,4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0,9/1,5 = 0,6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(1,4 + 0,6)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1 V och returen 0,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ΔUkabel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som mäts under samma belastning visar var förlusten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i kabeln faller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förklaringarna som stämmer med alla mätvärden, och ange vad nästa kontroll ska ta reda på.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går långsamt. Källan håller 24 V, motorn får 18 V och i kabeln faller 6 V under last. Vilket stämmer bäst: en svag källa eller för hög resistans i kabeln?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som kommer tillbaka kan bero på belastningen, en felström, inställningen eller att fel skydd är valt.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ut igen. Ingen har utrett orsaken.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ett byte inte är en diagnos och ange vilken information som bör samlas in.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ut igen. Varför räcker det inte att byta det en gång till?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vad som ändrades, varför och vad kontrollen efteråt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bara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tillägg, till exempel exakt vilken kabel, vad som gjordes och ett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saker som bör läggas till så att någon annan kan följa vad som gjorts.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funktionen fungerar i normal drift säger inget om hur den fungerar på reservmatning.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 drift. Ingen kontroll på reservmatning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vad som är kontrollerat och vad som återstår, utan att godkänna allt.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 drift men inte på reservmatning. Hur ska slutsatsen skrivas?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ΔUföre/I;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ΔUefter/I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Resistanserna kan jämföras direkt eftersom ström och mätpunkter är desamma.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6 V vid 3 A. Efter: 0,3 V vid 3 A. Lasten fungerar efter åtgärden.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och beskriv vad de visar. Ange också vilken föreskriven kontroll av anslutning eller säkerhet som återstår.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åtgärden föll 6 V i kabeln vid 3 A. Efter åtgärden faller 0,3 V vid samma ström, och lasten fungerar. Skriv en teknisk slutsats och en kontroll som återstår.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