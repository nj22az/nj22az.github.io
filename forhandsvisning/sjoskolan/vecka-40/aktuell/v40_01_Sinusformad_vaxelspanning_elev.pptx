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562bcd4aa434386" Type="http://schemas.openxmlformats.org/package/2006/relationships/metadata/core-properties" Target="docProps/core.xml"/><Relationship Id="R79d09cc2cfb749bc" Type="http://schemas.openxmlformats.org/officeDocument/2006/relationships/officeDocument" Target="ppt/presentation.xml"/><Relationship Id="R94fa9cfa7d5648b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ce59d47494156"/>
  </p:sldMasterIdLst>
  <p:notesMasterIdLst>
    <p:notesMasterId xmlns:r="http://schemas.openxmlformats.org/officeDocument/2006/relationships" r:id="R896289308f5244ea"/>
  </p:notesMasterIdLst>
  <p:sldIdLst>
    <p:sldId xmlns:r="http://schemas.openxmlformats.org/officeDocument/2006/relationships" id="256" r:id="Rb142fb58b4c549c5"/>
    <p:sldId xmlns:r="http://schemas.openxmlformats.org/officeDocument/2006/relationships" id="257" r:id="Rea8dbc929e344ba6"/>
    <p:sldId xmlns:r="http://schemas.openxmlformats.org/officeDocument/2006/relationships" id="258" r:id="R20dc8a80889d4cc8"/>
    <p:sldId xmlns:r="http://schemas.openxmlformats.org/officeDocument/2006/relationships" id="259" r:id="Rdd93673a162d489d"/>
    <p:sldId xmlns:r="http://schemas.openxmlformats.org/officeDocument/2006/relationships" id="260" r:id="R37196922c30d4f26"/>
    <p:sldId xmlns:r="http://schemas.openxmlformats.org/officeDocument/2006/relationships" id="261" r:id="Rc88fabc7885042b4"/>
    <p:sldId xmlns:r="http://schemas.openxmlformats.org/officeDocument/2006/relationships" id="262" r:id="R414c5a60960c4c3d"/>
    <p:sldId xmlns:ns0="http://schemas.openxmlformats.org/officeDocument/2006/relationships" id="274" ns0:id="rId25"/>
    <p:sldId xmlns:r="http://schemas.openxmlformats.org/officeDocument/2006/relationships" id="263" r:id="Rff95a2faf0894a32"/>
    <p:sldId xmlns:r="http://schemas.openxmlformats.org/officeDocument/2006/relationships" id="264" r:id="Rf94a673741874e27"/>
    <p:sldId xmlns:r="http://schemas.openxmlformats.org/officeDocument/2006/relationships" id="265" r:id="Re494e029d18b4aa3"/>
    <p:sldId xmlns:r="http://schemas.openxmlformats.org/officeDocument/2006/relationships" id="266" r:id="R99e944cf199449e2"/>
    <p:sldId xmlns:ns0="http://schemas.openxmlformats.org/officeDocument/2006/relationships" id="273" ns0:id="rId24"/>
    <p:sldId xmlns:r="http://schemas.openxmlformats.org/officeDocument/2006/relationships" id="267" r:id="Rded5d88f7ce64e01"/>
    <p:sldId xmlns:ns0="http://schemas.openxmlformats.org/officeDocument/2006/relationships" id="275" ns0:id="rId26"/>
    <p:sldId xmlns:r="http://schemas.openxmlformats.org/officeDocument/2006/relationships" id="268" r:id="R593f3e47b5ab4e70"/>
    <p:sldId xmlns:r="http://schemas.openxmlformats.org/officeDocument/2006/relationships" id="269" r:id="Rb6f09006fb244792"/>
    <p:sldId xmlns:r="http://schemas.openxmlformats.org/officeDocument/2006/relationships" id="270" r:id="Rbddf0e0b75874633"/>
    <p:sldId xmlns:r="http://schemas.openxmlformats.org/officeDocument/2006/relationships" id="271" r:id="R5942ded79b0b433b"/>
    <p:sldId xmlns:r="http://schemas.openxmlformats.org/officeDocument/2006/relationships" id="272" r:id="Ra80746bf83924aa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89df6219f244b78" Type="http://schemas.openxmlformats.org/officeDocument/2006/relationships/theme" Target="theme/theme1.xml"/><Relationship Id="R20dc8a80889d4cc8" Type="http://schemas.openxmlformats.org/officeDocument/2006/relationships/slide" Target="slides/slide3.xml"/><Relationship Id="R32b8f5391962452b" Type="http://schemas.openxmlformats.org/officeDocument/2006/relationships/presProps" Target="presProps.xml"/><Relationship Id="R37196922c30d4f26" Type="http://schemas.openxmlformats.org/officeDocument/2006/relationships/slide" Target="slides/slide5.xml"/><Relationship Id="R414c5a60960c4c3d" Type="http://schemas.openxmlformats.org/officeDocument/2006/relationships/slide" Target="slides/slide7.xml"/><Relationship Id="R593f3e47b5ab4e70" Type="http://schemas.openxmlformats.org/officeDocument/2006/relationships/slide" Target="slides/slide16.xml"/><Relationship Id="R5942ded79b0b433b" Type="http://schemas.openxmlformats.org/officeDocument/2006/relationships/slide" Target="slides/slide19.xml"/><Relationship Id="R896289308f5244ea" Type="http://schemas.openxmlformats.org/officeDocument/2006/relationships/notesMaster" Target="notesMasters/notesMaster1.xml"/><Relationship Id="R99e944cf199449e2" Type="http://schemas.openxmlformats.org/officeDocument/2006/relationships/slide" Target="slides/slide12.xml"/><Relationship Id="Ra80746bf83924aa1" Type="http://schemas.openxmlformats.org/officeDocument/2006/relationships/slide" Target="slides/slide20.xml"/><Relationship Id="Rb142fb58b4c549c5" Type="http://schemas.openxmlformats.org/officeDocument/2006/relationships/slide" Target="slides/slide1.xml"/><Relationship Id="Rb6f09006fb244792" Type="http://schemas.openxmlformats.org/officeDocument/2006/relationships/slide" Target="slides/slide17.xml"/><Relationship Id="Rbddf0e0b75874633" Type="http://schemas.openxmlformats.org/officeDocument/2006/relationships/slide" Target="slides/slide18.xml"/><Relationship Id="Rbefa91a59b36439d" Type="http://schemas.openxmlformats.org/officeDocument/2006/relationships/tableStyles" Target="tableStyles.xml"/><Relationship Id="Rc88fabc7885042b4" Type="http://schemas.openxmlformats.org/officeDocument/2006/relationships/slide" Target="slides/slide6.xml"/><Relationship Id="Rdc7a5dab7f03436b" Type="http://schemas.openxmlformats.org/officeDocument/2006/relationships/viewProps" Target="viewProps.xml"/><Relationship Id="Rdd93673a162d489d" Type="http://schemas.openxmlformats.org/officeDocument/2006/relationships/slide" Target="slides/slide4.xml"/><Relationship Id="Rded5d88f7ce64e01" Type="http://schemas.openxmlformats.org/officeDocument/2006/relationships/slide" Target="slides/slide14.xml"/><Relationship Id="Re494e029d18b4aa3" Type="http://schemas.openxmlformats.org/officeDocument/2006/relationships/slide" Target="slides/slide11.xml"/><Relationship Id="Rea8dbc929e344ba6" Type="http://schemas.openxmlformats.org/officeDocument/2006/relationships/slide" Target="slides/slide2.xml"/><Relationship Id="Rf2ace59d47494156" Type="http://schemas.openxmlformats.org/officeDocument/2006/relationships/slideMaster" Target="slideMasters/slideMaster1.xml"/><Relationship Id="Rf94a673741874e27" Type="http://schemas.openxmlformats.org/officeDocument/2006/relationships/slide" Target="slides/slide10.xml"/><Relationship Id="Rff95a2faf0894a32" Type="http://schemas.openxmlformats.org/officeDocument/2006/relationships/slide" Target="slides/slide9.xml"/><Relationship Id="rId24" Type="http://schemas.openxmlformats.org/officeDocument/2006/relationships/slide" Target="slides/slide13.xml"/><Relationship Id="rId25" Type="http://schemas.openxmlformats.org/officeDocument/2006/relationships/slide" Target="slides/slide8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01bc70a41f6a40c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e9bdb13ea74599" Type="http://schemas.openxmlformats.org/officeDocument/2006/relationships/slide" Target="../slides/slide1.xml"/><Relationship Id="Reb8de139f7c14c5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ad1fa1273a740c7" Type="http://schemas.openxmlformats.org/officeDocument/2006/relationships/notesMaster" Target="../notesMasters/notesMaster1.xml"/><Relationship Id="Rf096d50fd91645d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9fb08a2e459456a" Type="http://schemas.openxmlformats.org/officeDocument/2006/relationships/notesMaster" Target="../notesMasters/notesMaster1.xml"/><Relationship Id="Rb55de7f1ac04461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2b074ef919443bf" Type="http://schemas.openxmlformats.org/officeDocument/2006/relationships/notesMaster" Target="../notesMasters/notesMaster1.xml"/><Relationship Id="Rf94334557c33430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6deff10c27c4f98" Type="http://schemas.openxmlformats.org/officeDocument/2006/relationships/slide" Target="../slides/slide5.xml"/><Relationship Id="Rd05e8b4e14d640d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40d1583519c4318" Type="http://schemas.openxmlformats.org/officeDocument/2006/relationships/slide" Target="../slides/slide6.xml"/><Relationship Id="R67ed926e6867440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2c025cce5024c36" Type="http://schemas.openxmlformats.org/officeDocument/2006/relationships/notesMaster" Target="../notesMasters/notesMaster1.xml"/><Relationship Id="R77b8b94cabfb426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d3e2f27eea64759" Type="http://schemas.openxmlformats.org/officeDocument/2006/relationships/notesMaster" Target="../notesMasters/notesMaster1.xml"/><Relationship Id="Rb9386ea02a3b4763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6dd1f5420b574de4" Type="http://schemas.openxmlformats.org/officeDocument/2006/relationships/notesMaster" Target="../notesMasters/notesMaster1.xml"/><Relationship Id="R88d3c93ef2964ccf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42b6780287c14bd1" Type="http://schemas.openxmlformats.org/officeDocument/2006/relationships/slide" Target="../slides/slide11.xml"/><Relationship Id="Ra1cdbb55e9fb4b1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bfaa874d1f94e93" Type="http://schemas.openxmlformats.org/officeDocument/2006/relationships/notesMaster" Target="../notesMasters/notesMaster1.xml"/><Relationship Id="Rff0fbe8564e54a40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00db58954d734455" Type="http://schemas.openxmlformats.org/officeDocument/2006/relationships/slide" Target="../slides/slide14.xml"/><Relationship Id="Ra5629d822e9d46b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553ce85623e4830" Type="http://schemas.openxmlformats.org/officeDocument/2006/relationships/notesMaster" Target="../notesMasters/notesMaster1.xml"/><Relationship Id="R8276e455a4514408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3ed9f0f959274d9a" Type="http://schemas.openxmlformats.org/officeDocument/2006/relationships/notesMaster" Target="../notesMasters/notesMaster1.xml"/><Relationship Id="R6f4fdb8ad4574805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751bf2d8d16c41f0" Type="http://schemas.openxmlformats.org/officeDocument/2006/relationships/slide" Target="../slides/slide18.xml"/><Relationship Id="Rd0d892b36ced4407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9c54d81d8f4a3c" Type="http://schemas.openxmlformats.org/officeDocument/2006/relationships/slide" Target="../slides/slide19.xml"/><Relationship Id="R8c003ac921104d9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0f751dca968438f" Type="http://schemas.openxmlformats.org/officeDocument/2006/relationships/notesMaster" Target="../notesMasters/notesMaster1.xml"/><Relationship Id="R8495c30223704229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36a645e960549f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f6e1f1683f3456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4a1bd095f50463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bc3c37ff88af468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96cd056c969485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674128f6009425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3cecd5baceb471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896e3b48fdb4e5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e6f387713944de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029985416ed42f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c03dc4f3e6c4a0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E2CD4B-F516-4409-A7DC-DC274679F1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AE0DEC-5907-4926-8E9D-559B618B20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FC174-16CC-42BD-B69A-F86677B10F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C2075C-F955-4894-B17F-E705A120D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CFC0C-D59D-4281-85E2-261E88D10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3EC1DC-6AF3-4168-A6BE-BD63D8EE7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DC51F2-CD67-4C7B-A631-E145FE53E9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354CAE-CDBB-4DC0-A3EB-AEF0E1A58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C48E3-7D60-4F49-B8F8-95A1339D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22CC2-1491-4348-B17B-6B4209F57C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53ECE-35AA-43DB-99CA-3D0AAB59E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2D209-9D8C-4BE8-B25E-2DF1D2903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10298-DB2A-4F47-BA48-79AAA0598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486CC6-E4D5-4C7B-8AD3-AA069C40CB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FDC94B-E851-44BC-9BD2-196697E64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A0E46-55D9-41DC-B10B-64AF6E18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BB8641-C72D-4B77-83D5-5015D96396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486F488-4C81-4757-A373-AC714C909A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590AD5-4F63-4400-A9FA-A894CAC10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C6BC21-C772-4CB0-A9DC-BB3A3BC2C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1F78F9-9AB5-4D76-AFFD-5DAA164A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2D7E8-02BD-44B5-B13B-83DE33507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26C730-8536-44EB-B438-A42E093B1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1D6213-1CBF-4C46-8BF8-BF7A2AC27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6EDF07-85F4-427E-9DB6-D825356893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5F11EA3-1044-4C79-BF3B-98D9D538BA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2E4B5BA-D8AB-48F0-93EE-5DB97F2F2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7B0180-397A-42EC-8E5E-4A2F7E34F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AF0B7C5-3321-4F4D-AD56-13B7C12498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D9D262-1559-47EB-88C0-3C0FBCDFC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782B52-F9AB-46BB-A71B-53DDB381EB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7167AA7-064B-4F62-A3FE-F56687BE5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A1431E-CEFC-4F4E-962E-919197794F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99E090-5B9E-4292-BAFA-97004D8AC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9C35B5E-DF5E-4D14-9AFD-A8137931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0BF7B0-F916-41CA-8E1A-59E24BB69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909EF4-74E8-4C0D-8697-771521926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430B30-ECD3-4232-9AB6-D967A1C285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4919C5-73C3-4844-8E6E-ED634321A1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0E2014-77F2-4C84-B2F1-BDE92F1AE3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0CCB86-482F-4ED4-9AB8-92369806A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9E7777-1FC9-4818-B6F9-148B9889B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6F232D-B347-4EE8-B88D-D4D4A37C7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A293A1-A5A0-45E5-982C-C794948755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B4B63F-6FF3-484D-A66D-553A45480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F9C1E6-A1A5-4D00-9B5F-4B51E72C7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8FB0FD-92CA-487D-8A10-D6460DCD7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20313E-A5AC-46CC-9E32-CD757EDB2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0772EC-2D75-49F4-9748-3E1A0E8FC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689864-1D5F-48ED-B662-327741E80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80AAEA-3A94-4E90-89B1-427F6F3D4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D3F0F-4B07-4673-BB73-41E612AF9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CAC180-CE69-4E2E-8DE5-612BD4ACF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EF0E9D-1D27-4BC5-BCF2-E61F30786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506037-AC13-4857-9081-D5C464504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9442B-51A7-4BD1-AEB7-B70B7E3E8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0457E0-9DF3-4E0E-BC19-AD337CE1A6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9361-EFB5-4D70-9D25-57B2017332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fe2ddb671fc4e12" Type="http://schemas.openxmlformats.org/officeDocument/2006/relationships/slideLayout" Target="../slideLayouts/slideLayout1.xml"/><Relationship Id="R37288291680442a5" Type="http://schemas.openxmlformats.org/officeDocument/2006/relationships/slideLayout" Target="../slideLayouts/slideLayout7.xml"/><Relationship Id="R38a3d02a8c294307" Type="http://schemas.openxmlformats.org/officeDocument/2006/relationships/slideLayout" Target="../slideLayouts/slideLayout2.xml"/><Relationship Id="R4219c85a02fa4434" Type="http://schemas.openxmlformats.org/officeDocument/2006/relationships/slideLayout" Target="../slideLayouts/slideLayout3.xml"/><Relationship Id="R589507c34e05400a" Type="http://schemas.openxmlformats.org/officeDocument/2006/relationships/theme" Target="theme/theme2.xml"/><Relationship Id="R5c63fa3d5ca649c6" Type="http://schemas.openxmlformats.org/officeDocument/2006/relationships/slideLayout" Target="../slideLayouts/slideLayout10.xml"/><Relationship Id="R693f15524f8a487a" Type="http://schemas.openxmlformats.org/officeDocument/2006/relationships/slideLayout" Target="../slideLayouts/slideLayout5.xml"/><Relationship Id="R867934ac93a541bc" Type="http://schemas.openxmlformats.org/officeDocument/2006/relationships/slideLayout" Target="../slideLayouts/slideLayout9.xml"/><Relationship Id="Rc676ae5a9c1242fc" Type="http://schemas.openxmlformats.org/officeDocument/2006/relationships/slideLayout" Target="../slideLayouts/slideLayout8.xml"/><Relationship Id="Rcbb2c99801a34274" Type="http://schemas.openxmlformats.org/officeDocument/2006/relationships/slideLayout" Target="../slideLayouts/slideLayout11.xml"/><Relationship Id="Red023b18b3974c05" Type="http://schemas.openxmlformats.org/officeDocument/2006/relationships/slideLayout" Target="../slideLayouts/slideLayout6.xml"/><Relationship Id="Rf15f2f91b4454d7b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68E696-EC0F-47CB-8FE9-46AE86A30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0B8B3E-9EAD-42D7-A494-E1C3FEEE7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3E4CC9-7665-4A29-8FCF-17C3DE8E34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D3794A-F99E-45E5-9D90-AE009996DE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2506B0-AD80-458D-92E4-9E3F3BEEA7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2ddb671fc4e12"/>
    <p:sldLayoutId xmlns:r="http://schemas.openxmlformats.org/officeDocument/2006/relationships" id="2147483650" r:id="R38a3d02a8c294307"/>
    <p:sldLayoutId xmlns:r="http://schemas.openxmlformats.org/officeDocument/2006/relationships" id="2147483651" r:id="R4219c85a02fa4434"/>
    <p:sldLayoutId xmlns:r="http://schemas.openxmlformats.org/officeDocument/2006/relationships" id="2147483652" r:id="Rf15f2f91b4454d7b"/>
    <p:sldLayoutId xmlns:r="http://schemas.openxmlformats.org/officeDocument/2006/relationships" id="2147483653" r:id="R693f15524f8a487a"/>
    <p:sldLayoutId xmlns:r="http://schemas.openxmlformats.org/officeDocument/2006/relationships" id="2147483654" r:id="Red023b18b3974c05"/>
    <p:sldLayoutId xmlns:r="http://schemas.openxmlformats.org/officeDocument/2006/relationships" id="2147483655" r:id="R37288291680442a5"/>
    <p:sldLayoutId xmlns:r="http://schemas.openxmlformats.org/officeDocument/2006/relationships" id="2147483656" r:id="Rc676ae5a9c1242fc"/>
    <p:sldLayoutId xmlns:r="http://schemas.openxmlformats.org/officeDocument/2006/relationships" id="2147483657" r:id="R867934ac93a541bc"/>
    <p:sldLayoutId xmlns:r="http://schemas.openxmlformats.org/officeDocument/2006/relationships" id="2147483658" r:id="R5c63fa3d5ca649c6"/>
    <p:sldLayoutId xmlns:r="http://schemas.openxmlformats.org/officeDocument/2006/relationships" id="2147483659" r:id="Rcbb2c99801a3427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2f20a46a9cd490b" Type="http://schemas.openxmlformats.org/officeDocument/2006/relationships/image" Target="../media/image.png"/><Relationship Id="R42e29a7744334724" Type="http://schemas.openxmlformats.org/officeDocument/2006/relationships/slideLayout" Target="../slideLayouts/slideLayout1.xml"/><Relationship Id="R51b59b7a1fb8467f" Type="http://schemas.openxmlformats.org/officeDocument/2006/relationships/image" Target="../media/image.jpeg"/><Relationship Id="Re3dde1def67748d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6b4ddaffaf44e4a" Type="http://schemas.openxmlformats.org/officeDocument/2006/relationships/notesSlide" Target="../notesSlides/notesSlide2.xml"/><Relationship Id="Radbd2894379748d9" Type="http://schemas.openxmlformats.org/officeDocument/2006/relationships/slideLayout" Target="../slideLayouts/slideLayout1.xml"/><Relationship Id="Ree0ff7acf47544be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1f9516a5b4574516" Type="http://schemas.openxmlformats.org/officeDocument/2006/relationships/image" Target="../media/image.jpeg"/><Relationship Id="Rcc86c36304ae40c5" Type="http://schemas.openxmlformats.org/officeDocument/2006/relationships/notesSlide" Target="../notesSlides/notesSlide3.xml"/><Relationship Id="Re10d4fdbc22c4f3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3f3321262aa74990" Type="http://schemas.openxmlformats.org/officeDocument/2006/relationships/notesSlide" Target="../notesSlides/notesSlide4.xml"/><Relationship Id="Rceb50d85036f4e71" Type="http://schemas.openxmlformats.org/officeDocument/2006/relationships/slideLayout" Target="../slideLayouts/slideLayout1.xml"/><Relationship Id="Rd3cff0e3ded34ac9" Type="http://schemas.openxmlformats.org/officeDocument/2006/relationships/image" Target="../media/image.jpe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ca742f4bc5ec4eaf" Type="http://schemas.openxmlformats.org/officeDocument/2006/relationships/notesSlide" Target="../notesSlides/notesSlide5.xml"/><Relationship Id="Rcfdb4787d7e04fbf" Type="http://schemas.openxmlformats.org/officeDocument/2006/relationships/image" Target="../media/image.jpeg"/><Relationship Id="Rd7bd3b697f8a46e9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1f152403c01b418e" Type="http://schemas.openxmlformats.org/officeDocument/2006/relationships/slideLayout" Target="../slideLayouts/slideLayout1.xml"/><Relationship Id="R3efd4ff624824082" Type="http://schemas.openxmlformats.org/officeDocument/2006/relationships/image" Target="../media/image.jpeg"/><Relationship Id="Rdb617b883528413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c5a024022404e7f" Type="http://schemas.openxmlformats.org/officeDocument/2006/relationships/image" Target="../media/image.jpeg"/><Relationship Id="R81293971e9684b9f" Type="http://schemas.openxmlformats.org/officeDocument/2006/relationships/slideLayout" Target="../slideLayouts/slideLayout1.xml"/><Relationship Id="Rceb2d76b0577408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775a89523ef94f9c" Type="http://schemas.openxmlformats.org/officeDocument/2006/relationships/notesSlide" Target="../notesSlides/notesSlide8.xml"/><Relationship Id="R87a40497789941ff" Type="http://schemas.openxmlformats.org/officeDocument/2006/relationships/slideLayout" Target="../slideLayouts/slideLayout1.xml"/><Relationship Id="R965d211cfed44481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1d96d33ba7aa4bac" Type="http://schemas.openxmlformats.org/officeDocument/2006/relationships/image" Target="../media/image.jpeg"/><Relationship Id="Rc9195de430ae4670" Type="http://schemas.openxmlformats.org/officeDocument/2006/relationships/slideLayout" Target="../slideLayouts/slideLayout1.xml"/><Relationship Id="Rdd2322ca239d43fc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2eadcd2bc3654cf6" Type="http://schemas.openxmlformats.org/officeDocument/2006/relationships/image" Target="../media/image.jpeg"/><Relationship Id="R672ca7c63d814afb" Type="http://schemas.openxmlformats.org/officeDocument/2006/relationships/slideLayout" Target="../slideLayouts/slideLayout1.xml"/><Relationship Id="Reb080484ea9c4c98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915a5b0efdfa4a85" Type="http://schemas.openxmlformats.org/officeDocument/2006/relationships/image" Target="../media/image.jpeg"/><Relationship Id="Rde0b92ea55b04eac" Type="http://schemas.openxmlformats.org/officeDocument/2006/relationships/slideLayout" Target="../slideLayouts/slideLayout1.xml"/><Relationship Id="Ree25c84bc6d34ee7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217a905c4e284c55" Type="http://schemas.openxmlformats.org/officeDocument/2006/relationships/image" Target="../media/image.jpeg"/><Relationship Id="R6cbe6755bfb04528" Type="http://schemas.openxmlformats.org/officeDocument/2006/relationships/notesSlide" Target="../notesSlides/notesSlide12.xml"/><Relationship Id="Rdde777c7f212434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6d16b1c64d0745f5" Type="http://schemas.openxmlformats.org/officeDocument/2006/relationships/image" Target="../media/image.jpeg"/><Relationship Id="R96f5e7d1429c4a36" Type="http://schemas.openxmlformats.org/officeDocument/2006/relationships/slideLayout" Target="../slideLayouts/slideLayout1.xml"/><Relationship Id="Rb383aa9abb4d4d1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42a86cb939f64d81" Type="http://schemas.openxmlformats.org/officeDocument/2006/relationships/image" Target="../media/image.jpeg"/><Relationship Id="R4955b60f3ada4f1b" Type="http://schemas.openxmlformats.org/officeDocument/2006/relationships/slideLayout" Target="../slideLayouts/slideLayout1.xml"/><Relationship Id="Rff4064babc0f4c36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0cbe0d361f6e4510" Type="http://schemas.openxmlformats.org/officeDocument/2006/relationships/image" Target="../media/image.jpeg"/><Relationship Id="R3817a4f773ff4df2" Type="http://schemas.openxmlformats.org/officeDocument/2006/relationships/slideLayout" Target="../slideLayouts/slideLayout1.xml"/><Relationship Id="R78f044dde0834a3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47dc44925af74953" Type="http://schemas.openxmlformats.org/officeDocument/2006/relationships/image" Target="../media/image.jpeg"/><Relationship Id="Rdf80724291ea4d35" Type="http://schemas.openxmlformats.org/officeDocument/2006/relationships/slideLayout" Target="../slideLayouts/slideLayout1.xml"/><Relationship Id="Rf884bae39dee4615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2dbc48e75ec7481a" Type="http://schemas.openxmlformats.org/officeDocument/2006/relationships/notesSlide" Target="../notesSlides/notesSlide17.xml"/><Relationship Id="R6c7d9146524b4037" Type="http://schemas.openxmlformats.org/officeDocument/2006/relationships/slideLayout" Target="../slideLayouts/slideLayout1.xml"/><Relationship Id="R980bf77cdbb64fa2" Type="http://schemas.openxmlformats.org/officeDocument/2006/relationships/image" Target="../media/image.jpe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9b7a1fb8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20a46a9cd490b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1C68A519-5C2F-4ADA-8D1B-2915957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3314D241-D727-4F62-9DDC-CED9703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Sinusformad växelspänning</a:t>
            </a:r>
          </a:p>
        </p:txBody>
      </p:sp>
      <p:sp>
        <p:nvSpPr>
          <p:cNvPr id="13" name="Period, frekvens, toppvärde och effektivvärde">
            <a:extLst xmlns:a="http://schemas.openxmlformats.org/drawingml/2006/main">
              <a:ext uri="{FF2B5EF4-FFF2-40B4-BE49-F238E27FC236}">
                <a16:creationId xmlns:a16="http://schemas.microsoft.com/office/drawing/2014/main" id="{71DEC4CA-7C23-4868-A36F-13163BE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Period, frekvens, toppvärde och effektivvärde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1AE8A25-D656-4627-9221-699444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ff7acf47544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här ska du kunna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Hitta en hel period på kurvan och räkna periodtiden T ur frekvensen.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Skilja på toppvärde, effektivvärde (RMS) och medelvärde.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varför en multimeter och kurvans topp visar olika tal.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516a5b457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73C849-9725-4670-B00D-B19CF87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över tid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7E198F2-1BA5-4B75-911A-4EA57EC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vågräta axeln visar tid i millisekunder. Den lodräta visar spänning i volt.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går över och under noll. Spänningens polaritet växlar.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går från en stigande nollpassage till nästa stigande nollpassage.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B0C29A2D-ECFF-47EF-912E-834529A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ADE5B8C-4E29-4290-A758-52AFEBD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figur-kurva-wave" descr="Spänning över t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ff0e3ded3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BF8A642-F295-478D-9568-8CA871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Periodtid och frekvens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9E45233-63F6-45F4-A44A-836A92A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Frekvens f är antal perioder per sekund. Enheten är hertz, Hz.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Periodtiden T är tiden för en hel period. Ombord är frekvensen 60 Hz: T = 1/60 ≈ 0,0167 s = 16,7 ms (millisekunder, tusendels sekunder).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På kurvan är avståndet mellan motsvarande punkter 16,7 ms.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C6A60F1A-CBFC-4085-822F-9181FCE0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1/f     T i ms = 1 000/f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5B87CD48-7E03-41B1-91A1-D9E014D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3ACDD28B-8335-40BB-9E7E-E693A33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figur-kurva-period" descr="Periodtid och frekve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b4787d7e0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223FF91-0A2D-4EB6-A96D-9AD26D3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Toppvärde och topp till topp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0845828-32FA-4835-B117-40C37D4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Toppvärdet û (läses u-topp, u med hatt) mäts från noll till den positiva toppen.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 till topp,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(pp: peak to peak), går från negativ topp till positiv topp.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440 V-nätet ombord: û ≈ 622 V och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 · û ≈ 1 245 V.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D1C32827-549D-442A-826A-1D5D527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 · û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215F48C6-4C1B-4653-9B97-5FAA811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F729C037-1891-43AF-847C-0FED2E6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figur-kurva-peak" descr="Toppvärde och topp till to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d4ff6248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AE807B-6D83-4F49-B7C3-EC29EC7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Effektivvärdet beskriver värmeeffekten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136C8B4C-BFC8-46E0-B52A-280C4BB9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Multimeter, 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C0A56AE-42CC-4B47-9720-60B4580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440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E659F7A7-6E8D-4684-929B-A24536F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Kurvans topp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5ACC3EFA-8C29-4716-A58A-19271F5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622 V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ECD8F8B-4716-4A32-A82B-2937E88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230 V i vägguttaget värmer en vattenkokare lika mycket som 230 V likspänning (DC).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förkortas RMS (root mean square, engelska för kvadratiskt medelvärde). U utan index betyder alltid effektivvärdet. Multimetern i växelspänningsläget (AC eller V~) visar 230 V i vägguttaget och 440 V ombord.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Toppen är högre eftersom spänningen bara når toppen en kort stund.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F93CBAE8-6391-491B-929C-897E3000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 = √2 · U = √2 · 440 ≈ 622 V</a:t>
            </a:r>
          </a:p>
        </p:txBody>
      </p:sp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733AB601-5AD4-4E31-8494-364D7B44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495A4DEA-4AAC-4F11-8DAD-09E7BD1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02402240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30AE83B-6E10-48AF-9324-BB78DE32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Så räknar du: period och topp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BF4C775-CEF9-4EFD-9C25-675A893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435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Givet: fartygets huvudnät, U = 440 V RMS och f = 60 Hz. RMS betyder effektivvärde.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Sökt: periodtid i millisekunder, toppvärde och topp till topp.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Välj samband: T = 1/f eftersom en sekund delas mellan f perioder. För en sinus är û = √2 · U och U</a:t>
            </a:r>
            <a:r>
              <a:rPr sz="20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 · û.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tiden: 1/60 ≈ 0,0167 s. Multiplicera med 1 000 för millisekunder: cirka 16,7 ms.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toppen: 440 · √2 ≈ 622 V. Dubbla toppvärdet för topp till topp: cirka 1 245 V.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Kontroll: 60 perioder på cirka 0,0167 s blir en sekund. Effektivvärdet är mindre än toppen, som är hälften av topp till topp.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AD7E56B-1990-4179-9F16-5D1EA3D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6077810-0813-4B51-9269-EBB9B1C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Din tur: belysningsnätet ombord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noGrp="1"/>
          </p:cNvSpPr>
          <p:nvPr/>
        </p:nvSpPr>
        <p:spPr>
          <a:xfrm>
            <a:off x="762000" y="1330000"/>
            <a:ext cx="7620000" cy="5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579"/>
                </a:solidFill>
                <a:latin typeface="Calibri"/>
                <a:ea typeface="Calibri"/>
                <a:cs typeface="Calibri"/>
              </a:rPr>
              <a:t>Räkna på papper eller miniwhiteboard. Titta på svaret först när du har ett eget.</a:t>
            </a:r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1950000"/>
            <a:ext cx="7620000" cy="1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Belysningsnätet ombord har U = 254 V RMS och f = 60 Hz. Räkna toppvärdet û och topp till topp U</a:t>
            </a:r>
            <a:r>
              <a:rPr sz="2600" b="1" baseline="-25000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4" name="svar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3950000"/>
            <a:ext cx="7620000" cy="1250000"/>
          </a:xfrm>
          <a:prstGeom prst="rect">
            <a:avLst/>
          </a:prstGeom>
          <a:solidFill>
            <a:srgbClr val="E9F5EE"/>
          </a:solidFill>
          <a:ln w="19050">
            <a:solidFill>
              <a:srgbClr val="176844"/>
            </a:solidFill>
          </a:ln>
        </p:spPr>
        <p:txBody>
          <a:bodyPr lIns="160000" tIns="110000" rIns="160000" bIns="11000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û = √2 · 254 ≈ 359 V. U</a:t>
            </a:r>
            <a:r>
              <a:rPr sz="2000" b="1" baseline="-25000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 = 2 · û ≈ 718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d211cfed4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83EA55-AB96-4596-8623-3A2975D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Instrumentkontroll före mätningen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D9A36E47-F692-4883-AA97-A85C4A5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2E80B963-170B-41CB-8CCB-64AFB5B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37225E30-B52C-42FB-AC53-098B031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Sinuskalibrerad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0F3EE65-B546-460F-8041-D883FE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E1DCEFD-383B-4927-81D7-C12D1166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simulatorn väljer grunduppgiften en kalibrator på 10,00 V sinus.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Förutsäg visningen. Läs sedan av både true RMS-mätaren (räknar ut det verkliga effektivvärdet för alla kurvformer) och den sinuskalibrerade mätaren (visar rätt bara för ren sinus).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en ren sinus visar båda mätartyperna kalibratorns effektivvärde. Skillnaden syns först vid andra kurvformer. Kontrollen dokumenteras för båda instrumenten.</a:t>
            </a:r>
          </a:p>
        </p:txBody>
      </p:sp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E08DD8C-2C2F-46E8-A89A-DE09D45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BC480966-7F56-495F-B28D-2C0C46A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6d33ba7aa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ABF7100-E82B-4D1C-B160-ABF3EC1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protokollrad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B38414D-923A-430C-90E5-1E98ADD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 från fartyget, 60 Hz. Förutsäg: T = 1 000/60 ≈ 16,7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Läs av och registrera 16,7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Jämför: avläst − förväntat = 0,0 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Förklara: en hel period tar 16,7 ms. Frekvensen är 60 perioder per sekund. I labben gör du samma sak vid 50 Hz med din egen spänning, som räknas fram ur ditt D.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7860C59D-1395-4123-B438-378564C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016A708-78DC-4921-9CF0-4776568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dcd2bc365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79B69D-FCE1-4A6E-9DC0-92EBD76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 och RMS är olika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FCF6AEC-4A08-4A1B-B2D7-F26DB171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symmetriska sinusens positiva och negativa delar tar ut varandra. Vanligt medelvärde över en hel period är 0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Resistorn blir ändå varm. Båda halvperioderna bidrar till u²/R.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440 V-nätet ombord: vanligt medelvärde 0 V, RMS 440 V och topp 622 V.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C77872D-BA53-46CF-9528-C1C8287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CBC1ACFC-4B8A-4CD2-9E6F-49E57BA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figur-kurva-wave" descr="Medelvärde och RMS är olik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188720"/>
            <a:ext cx="7424927" cy="23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5b0efdfa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Eget försök med andra värden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sinus har U = 48,00 V RMS och f = 120 Hz.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T och û. Ange både tal och enhet.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vilken avläsning en true RMS-multimeter visar.</a:t>
            </a:r>
          </a:p>
        </p:txBody>
      </p:sp>
      <p:sp>
        <p:nvSpPr>
          <p:cNvPr id="11" name="check">
            <a:extLst xmlns:a="http://schemas.openxmlformats.org/drawingml/2006/main"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Räkna innan facit visas.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68C19FF-3F32-4696-8C05-BA05833A4972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Radianer och grader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46CF4177-6412-4786-B0E5-13C9F10B86B1}"/>
              </a:ext>
            </a:extLst>
          </p:cNvPr>
          <p:cNvSpPr>
            <a:spLocks noGrp="1"/>
          </p:cNvSpPr>
          <p:nvPr/>
        </p:nvSpPr>
        <p:spPr>
          <a:xfrm>
            <a:off x="762000" y="3680000"/>
            <a:ext cx="7620000" cy="2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vinkel kan mätas i grader eller i radianer, som en längd i meter eller i fot. Ett helt varv är 360° eller 2π radianer (cirka 6,28). 1 radian är cirka 57°.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Radianer mäter sträckan som kanten på ett hjul med radien 1 har rullat. Ett halvt varv är π och ett kvarts varv π/2.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Generatorn vrids ett varv per period, alltså 2π · f · t radianer efter tiden t. Därför står räknaren i RAD när du räknar u(t) = û · sin(2π · f · t).</a:t>
            </a:r>
          </a:p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Fasvinklar i grader, som 90° eller φ = arctan(X/R), räknas i DEG. Snabbkoll: blir sin(90) = 1 står räknaren i DEG.</a:t>
            </a:r>
          </a:p>
        </p:txBody>
      </p:sp>
      <p:sp>
        <p:nvSpPr>
          <p:cNvPr id="11" name="formula">
            <a:extLst>
              <a:ext uri="{FF2B5EF4-FFF2-40B4-BE49-F238E27FC236}">
                <a16:creationId xmlns:a16="http://schemas.microsoft.com/office/drawing/2014/main" id="{A1C56A8B-AE69-44B9-B96A-9B246FD43181}"/>
              </a:ext>
            </a:extLst>
          </p:cNvPr>
          <p:cNvSpPr>
            <a:spLocks noGrp="1"/>
          </p:cNvSpPr>
          <p:nvPr/>
        </p:nvSpPr>
        <p:spPr>
          <a:xfrm>
            <a:off x="762000" y="3250000"/>
            <a:ext cx="7620000" cy="3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 varv = 360° = 2π rad     1 rad ≈ 57°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77E6A15A-B27F-404F-A31E-CE18B0C88418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D18C590D-2246-402D-B65B-6D4082600B0A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14" name="figur-radianer" descr="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78" y="1200000"/>
            <a:ext cx="4444444" cy="20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905c4e28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8C19FF-3F32-4696-8C05-BA05833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momentanvärde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6CF4177-6412-4786-B0E5-13C9F10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30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Momentanvärdet u(t) är spänningen vid en bestämd tidpunkt t. Liten bokstav u betyder ett värde som ändras med tiden.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fartygets 440 V-nät: U = 440 V RMS, f = 60 Hz, t = 2,0 ms = 0,002 s.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û = 440√2 ≈ 622 V. Vinkeln 2πft ≈ 0,754 rad (radianer; 2π radianer är ett helt varv, 360°).</a:t>
            </a:r>
          </a:p>
          <a:p xmlns:a="http://schemas.openxmlformats.org/drawingml/2006/main"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u = 622 · sin(0,754) ≈ 426 V. Räknaren ska stå i RAD (radianer), inte DEG (grader).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A1C56A8B-AE69-44B9-B96A-9B246FD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7E6A15A-B27F-404F-A31E-CE18B0C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18C590D-2246-402D-B65B-6D40826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Din tur: momentanvärde i vägguttaget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noGrp="1"/>
          </p:cNvSpPr>
          <p:nvPr/>
        </p:nvSpPr>
        <p:spPr>
          <a:xfrm>
            <a:off x="762000" y="1330000"/>
            <a:ext cx="7620000" cy="5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579"/>
                </a:solidFill>
                <a:latin typeface="Calibri"/>
                <a:ea typeface="Calibri"/>
                <a:cs typeface="Calibri"/>
              </a:rPr>
              <a:t>Räkna på papper eller miniwhiteboard. Titta på svaret först när du har ett eget.</a:t>
            </a:r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1950000"/>
            <a:ext cx="7620000" cy="1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63248"/>
                </a:solidFill>
                <a:latin typeface="Calibri"/>
                <a:ea typeface="Calibri"/>
                <a:cs typeface="Calibri"/>
              </a:rPr>
              <a:t>Vägguttaget hemma: U = 230 V RMS och f = 50 Hz. Hur stor är spänningen u efter t = 3,0 ms? Räknaren ska stå i RAD.</a:t>
            </a:r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noGrp="1"/>
          </p:cNvSpPr>
          <p:nvPr/>
        </p:nvSpPr>
        <p:spPr>
          <a:xfrm>
            <a:off x="1809750" y="64198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noGrp="1"/>
          </p:cNvSpPr>
          <p:nvPr/>
        </p:nvSpPr>
        <p:spPr>
          <a:xfrm>
            <a:off x="8286750" y="6438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4" name="svar">
            <a:extLst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noGrp="1"/>
          </p:cNvSpPr>
          <p:nvPr/>
        </p:nvSpPr>
        <p:spPr>
          <a:xfrm>
            <a:off x="762000" y="3950000"/>
            <a:ext cx="7620000" cy="1250000"/>
          </a:xfrm>
          <a:prstGeom prst="rect">
            <a:avLst/>
          </a:prstGeom>
          <a:solidFill>
            <a:srgbClr val="E9F5EE"/>
          </a:solidFill>
          <a:ln w="19050">
            <a:solidFill>
              <a:srgbClr val="176844"/>
            </a:solidFill>
          </a:ln>
        </p:spPr>
        <p:txBody>
          <a:bodyPr lIns="160000" tIns="110000" rIns="160000" bIns="110000" anchor="t" wrap="square">
            <a:noAutofit/>
          </a:bodyPr>
          <a:lstStyle/>
          <a:p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76844"/>
                </a:solidFill>
                <a:latin typeface="Calibri"/>
                <a:ea typeface="Calibri"/>
                <a:cs typeface="Calibri"/>
              </a:rPr>
              <a:t>û = √2 · 230 ≈ 325 V. Vinkeln 2π · 50 · 0,003 ≈ 0,942 rad. u ≈ 325 · sin(0,942) ≈ 263 V. Står räknaren i DEG blir svaret fel, cirka 5,3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6b1c64d07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0F42CD-12B2-4F03-B87D-BFE40D6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tid och fas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C69BD07-3F9C-4665-B1B3-DF130081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motsvarar 360°. Fasvinkeln φ (fi) anger hur långt två kurvor är förskjutna, och Δt (delta t) är tidsskillnaden mellan dem.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Ombord, vid 60 Hz, är T ≈ 16,7 ms. Ett tidsavstånd på 2,5 ms ger 360 · 2,5/16,67 ≈ 54°.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som når motsvarande punkt först leder. Den andra släpar.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78D23C7F-F98E-4E62-BAA9-E760ADF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|φ| = 360° · Δt/T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5B954A59-8BE6-49ED-86C3-9ABC249B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FDE5888-34E6-4730-9700-98A0E8C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86cb939f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64139A4-EEB9-4FE9-A85D-5197261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likriktat medelvärde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47F45F4-4911-4E27-8C54-AF31652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likriktning speglas den negativa halvperioden uppåt. |u| betyder spänningen utan tecken (beloppet), så medelvärdet av |u| blir positivt.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sinus: medel(|u|) = 2û/π. Vid 12,00 V RMS blir det cirka 10,80 V.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medelvärdesmätande, sinuskalibrerad mätare multiplicerar detta med cirka 1,11072 och visar 12,00 V.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48018A5C-3BFB-4654-B48D-A830669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Visning = π/(2√2) · medel(|u|)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FEF19FF0-D18D-4845-8331-056215C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123CB10-80AE-4F10-9249-8286CFF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e0d361f6e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FFAB6AA-DA28-47D7-B0AC-69E28B4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samma RMS, olika visning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B7A7C537-6970-4975-8577-F932389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74AF3B0-67F9-4F0E-A243-2E93C7E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10,00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FDC5E835-7269-4BBB-A79D-585E69B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12742ED-FD2E-48DF-B3C9-D5E41C6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859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11,11 V</a:t>
            </a:r>
          </a:p>
        </p:txBody>
      </p:sp>
      <p:sp>
        <p:nvSpPr>
          <p:cNvPr id="14" name="meter-label-2">
            <a:extLst xmlns:a="http://schemas.openxmlformats.org/drawingml/2006/main">
              <a:ext uri="{FF2B5EF4-FFF2-40B4-BE49-F238E27FC236}">
                <a16:creationId xmlns:a16="http://schemas.microsoft.com/office/drawing/2014/main" id="{B8518814-19E3-4565-B36F-3EA21A7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</a:t>
            </a:r>
          </a:p>
        </p:txBody>
      </p:sp>
      <p:sp>
        <p:nvSpPr>
          <p:cNvPr id="15" name="meter-value-2">
            <a:extLst xmlns:a="http://schemas.openxmlformats.org/drawingml/2006/main">
              <a:ext uri="{FF2B5EF4-FFF2-40B4-BE49-F238E27FC236}">
                <a16:creationId xmlns:a16="http://schemas.microsoft.com/office/drawing/2014/main" id="{7C37CA11-F637-4B36-AEC4-53A92FF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52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9,62 V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0F2B345-4986-46D4-8678-C854990D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4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Alla tre signalerna har effektivvärdet 10,00 V och ingen likspänningsdel (DC-innehåll).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Sinus: topp 14,14 V. Den sinuskalibrerade mätaren visar 10,00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Fyrkant: topp 10,00 V. Medel(|u|) = 10,00 V. Visning ≈ 11,11 V.</a:t>
            </a:r>
          </a:p>
          <a:p xmlns:a="http://schemas.openxmlformats.org/drawingml/2006/main">
            <a:pPr>
              <a:spcAft>
                <a:spcPts val="800"/>
              </a:spcAft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Triangel: topp = √3 · 10 ≈ 17,32 V. Medel(|u|) = û/2. Visning ≈ 9,62 V.</a:t>
            </a:r>
          </a:p>
        </p:txBody>
      </p:sp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9730A28B-D8F6-4BA3-98D4-EAA6D06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61B2B049-E507-4518-AFF6-95E1EDD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c44925af7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0737DC-5390-42B9-9AC8-A7E7AC5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Station B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0229CB0-E606-47FD-A1E1-FF72237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Stationsmodellen är märkt 12 V ±0,5 V och ger 12,35 V RMS vid 50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Använd avlästa 12,35 V när du förutsäger toppen: cirka 17,47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 ger cirka 13,72 V på den sinuskalibrerade mätaren, trots att RMS är 12,35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Att visningen stämmer med mätarmodellen betyder inte att den visar korrekt RMS.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3E83441-71C3-455A-A6C2-B073C5E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9DE7BA6-3FB2-4E2A-8009-6FC6F34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f77cdbb6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F3A706E-8A75-4E8E-BA66-BDD3D02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Inför nästa del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A480D0F-7E52-40C4-B778-625E717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Genomför grunduppgifterna och spara protokollet.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med egna ord skillnaden mellan effektivvärde (RMS), toppvärde och vanligt medelvärde.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Fysisk anslutning, oscilloskopets inställningar och godkända mätpunkter övas på den verkliga stationen.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4C4A516-CEE2-411B-8DF9-7A02572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3A670A8-23CE-446D-860E-D21DECB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2026-09-25T19:30:47.0860000Z</dcterms:created>
  <dcterms:modified xsi:type="dcterms:W3CDTF">2026-09-25T19:30:47.0860000Z</dcterms:modified>
</coreProperties>
</file>