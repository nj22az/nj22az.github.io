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401891c14a4b51" /><Relationship Type="http://schemas.openxmlformats.org/officeDocument/2006/relationships/extended-properties" Target="/docProps/app.xml" Id="R05730cd654a34470" /><Relationship Type="http://schemas.openxmlformats.org/officeDocument/2006/relationships/officeDocument" Target="/ppt/presentation.xml" Id="Rf2e4c189fe0244d5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8c40f7be3ba47df"/>
  </p:sldMasterIdLst>
  <p:sldIdLst>
    <p:sldId id="256" r:id="R8f4d5e445120470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cd325b3d57db485c" /><ns0:Relationship Type="http://schemas.openxmlformats.org/officeDocument/2006/relationships/slideMaster" Target="/ppt/slideMasters/slideMaster1.xml" Id="Rb8c40f7be3ba47df" /><ns0:Relationship Type="http://schemas.openxmlformats.org/officeDocument/2006/relationships/presProps" Target="/ppt/presProps.xml" Id="R9efe609d02f04a63" /><ns0:Relationship Type="http://schemas.openxmlformats.org/officeDocument/2006/relationships/viewProps" Target="/ppt/viewProps.xml" Id="R9c866e2b431042dc" /><ns0:Relationship Type="http://schemas.openxmlformats.org/officeDocument/2006/relationships/tableStyles" Target="/ppt/tableStyles.xml" Id="R0c2f2f69a31f4dba" /><ns0:Relationship Type="http://schemas.openxmlformats.org/officeDocument/2006/relationships/slide" Target="/ppt/slides/slide1.xml" Id="R8f4d5e4451204706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b6f8ebc054c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183254f9c46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44722509640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d981845924f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4f289edfe4b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5e91142d44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4b34382544b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0d8a077a04d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bc6c0c8d9414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d49da7f904f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3accca2d74f26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6BF4A3-ED2C-4731-8D4F-FDEE1A36B7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824B90-463F-4DF4-A20E-9583BF7D75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F6C106-D833-4B8F-AF26-0DD3423B28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BDBABF-1870-4A53-96BF-AE808472F9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3E42C6-DCEA-494F-8626-4C0ACBCA2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537B76-C3CF-4846-A811-5506E256B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ACA036-DF5A-4791-ADAD-AB3601C61C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B79F81-49BB-479A-91AF-33F1EEF01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B7B09B-CF5E-4EBF-B4B9-02162DF7C6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368FF0-33B8-42F5-8782-C6588806E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6617CA-DDA1-403B-A51F-3CA0E9248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0C67A4-80F0-4DD1-9D04-4243745F1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1AB7D7-32CA-410B-AC5A-1BA6952A35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7F4C5D-4F62-430C-BCE7-351264106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7AD237-2177-42E9-997B-95DCA948CC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B65FE1-F79E-4A22-B585-D6E595961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1AB836-9AAD-4EA0-959E-3E6354E702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F9C942-6CDB-4BF3-AA1E-AE3580F41D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51EF6F-1829-44C2-B6EF-E830D6B3A6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B0BB91-1A3C-47DA-A65C-A59C38680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B924266-075D-4889-BA9D-8D0DC7763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61227A-2D08-4015-9A99-914E8DC63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53E3DD-DB7E-4BA3-8F6F-4C14BE03B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052AD9-DF2D-40E6-B80B-ECCDBF88D8D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583C141-AED5-48E6-B9B1-12B2F7FF337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7B48B0-EDC9-4F7E-9818-B51AAA2965D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581CB92-6F68-436B-9B8E-8FA568C6A1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BE35A9B-2B91-4F85-AE9D-84EBF6F3AC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A2FA845-60E7-4934-BCB2-2C195B755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DADC6D-8127-486E-917B-147FE8ECA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FDB69D9-09ED-4FF3-A394-7A60B29952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C061022-903E-4316-9144-9C2F390E89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968D14F-3D67-4BDE-BC06-9F030A422E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9C9D0D5-2A1F-4076-B249-39611899C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BAEAEA-15FD-4EC3-8BAF-9A00B5D77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1F8D46D-A141-4C53-9CAF-352152BAFF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F43C83-0062-4745-81FD-DD6806C38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33839B-9975-44F1-82F0-66DA727070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63089D-0825-4A2B-A9DD-5BF6D0A963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8354F69-FBC4-4100-AA91-B4BEDF9DA7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F9A9656-E6D7-46AA-A99F-F0FFBC96F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3F40DDF-E3C3-464D-8814-ADF3D971A7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542887-C792-4443-97D5-0360572BB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4A31542-DAC1-4E59-81C3-C5D4BA3D4E1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F08802-DA8A-40BD-AA69-B8D7EEE4FA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7686ABE-C4C0-40C9-BBD3-30F5CFD37D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271D22-9710-46CF-AA28-21E5563C35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8BD748-0EC7-441E-B102-E08669563B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ED3F16-C8DD-4023-9649-91F949066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1D0CDC-69EC-40E8-9322-7B74B39D8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D2774-23E8-44D2-8ACB-7BDD7691F4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C67E82-889C-4AD9-A8B6-0C5AC67E3B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3EBD69-9B52-44EF-AF8E-57D3DC404D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8DA398A-42A3-415F-9EB2-691D5DDA0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E7DECC-0C37-4F61-A9F1-D2F9A1128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73F663-0E22-42D3-86F4-20CBAA99B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7B342F-903C-410F-8B3B-8C07984787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1133EE-A059-4FD7-9CFB-EF301ECE6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7c4aef18f4b5d" /><Relationship Type="http://schemas.openxmlformats.org/officeDocument/2006/relationships/slideLayout" Target="/ppt/slideLayouts/slideLayout1.xml" Id="R8c977e73cd7f4b71" /><Relationship Type="http://schemas.openxmlformats.org/officeDocument/2006/relationships/slideLayout" Target="/ppt/slideLayouts/slideLayout2.xml" Id="R47243f6e1db84b98" /><Relationship Type="http://schemas.openxmlformats.org/officeDocument/2006/relationships/slideLayout" Target="/ppt/slideLayouts/slideLayout3.xml" Id="R6367e7f1423f41c9" /><Relationship Type="http://schemas.openxmlformats.org/officeDocument/2006/relationships/slideLayout" Target="/ppt/slideLayouts/slideLayout4.xml" Id="R4c86b4377062453e" /><Relationship Type="http://schemas.openxmlformats.org/officeDocument/2006/relationships/slideLayout" Target="/ppt/slideLayouts/slideLayout5.xml" Id="Rca735f04dc204bf0" /><Relationship Type="http://schemas.openxmlformats.org/officeDocument/2006/relationships/slideLayout" Target="/ppt/slideLayouts/slideLayout6.xml" Id="R4c206975e8074a57" /><Relationship Type="http://schemas.openxmlformats.org/officeDocument/2006/relationships/slideLayout" Target="/ppt/slideLayouts/slideLayout7.xml" Id="R4c20030b00a84f5e" /><Relationship Type="http://schemas.openxmlformats.org/officeDocument/2006/relationships/slideLayout" Target="/ppt/slideLayouts/slideLayout8.xml" Id="R6df5dc06aa0d4d12" /><Relationship Type="http://schemas.openxmlformats.org/officeDocument/2006/relationships/slideLayout" Target="/ppt/slideLayouts/slideLayout9.xml" Id="R67c29c9975f442c1" /><Relationship Type="http://schemas.openxmlformats.org/officeDocument/2006/relationships/slideLayout" Target="/ppt/slideLayouts/slideLayout10.xml" Id="R046fd7e2101a422a" /><Relationship Type="http://schemas.openxmlformats.org/officeDocument/2006/relationships/slideLayout" Target="/ppt/slideLayouts/slideLayout11.xml" Id="R63ceae86edcd49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C1EB471-6F81-426A-B3E1-23156D55F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C85812-9C96-4F3F-8113-6C85F4D45B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BFC8DA-9C51-47A9-ACB0-60AC24FD5C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D787FB-F7CE-4BD9-8BAF-158C2B433E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410EB8-DBDC-4799-95AA-9074B8DA0D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77e73cd7f4b71"/>
    <p:sldLayoutId xmlns:r="http://schemas.openxmlformats.org/officeDocument/2006/relationships" id="2147483650" r:id="R47243f6e1db84b98"/>
    <p:sldLayoutId xmlns:r="http://schemas.openxmlformats.org/officeDocument/2006/relationships" id="2147483651" r:id="R6367e7f1423f41c9"/>
    <p:sldLayoutId xmlns:r="http://schemas.openxmlformats.org/officeDocument/2006/relationships" id="2147483652" r:id="R4c86b4377062453e"/>
    <p:sldLayoutId xmlns:r="http://schemas.openxmlformats.org/officeDocument/2006/relationships" id="2147483653" r:id="Rca735f04dc204bf0"/>
    <p:sldLayoutId xmlns:r="http://schemas.openxmlformats.org/officeDocument/2006/relationships" id="2147483654" r:id="R4c206975e8074a57"/>
    <p:sldLayoutId xmlns:r="http://schemas.openxmlformats.org/officeDocument/2006/relationships" id="2147483655" r:id="R4c20030b00a84f5e"/>
    <p:sldLayoutId xmlns:r="http://schemas.openxmlformats.org/officeDocument/2006/relationships" id="2147483656" r:id="R6df5dc06aa0d4d12"/>
    <p:sldLayoutId xmlns:r="http://schemas.openxmlformats.org/officeDocument/2006/relationships" id="2147483657" r:id="R67c29c9975f442c1"/>
    <p:sldLayoutId xmlns:r="http://schemas.openxmlformats.org/officeDocument/2006/relationships" id="2147483658" r:id="R046fd7e2101a422a"/>
    <p:sldLayoutId xmlns:r="http://schemas.openxmlformats.org/officeDocument/2006/relationships" id="2147483659" r:id="R63ceae86edcd493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d0e4e386134f4a" /><ns0:Relationship Type="http://schemas.openxmlformats.org/officeDocument/2006/relationships/image" Target="/ppt/media/image.jpeg" Id="R20c91522dca24187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91522dca2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8105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kan vara fel på en lampa som fortfarande lyser?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kan en skadad sladd innebära på ett fuktigt däck?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behöver du veta innan du tar en lampa ur bruk?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Vem kan påverkas om belysningen försvinner?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berättar du tydligt om en upptäckt skada?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vet ni att en åtgärd har fungerat?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857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Inför föreläsning 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EE9FD-A71B-4591-A953-94052B0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Fundera i 10–15 minuter och skriv några stödord.</a:t>
            </a:r>
          </a:p>
          <a:p xmlns:a="http://schemas.openxmlformats.org/drawingml/2006/main">
            <a:pPr algn="l">
              <a:defRPr sz="187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Du behöver inte kunna svaren ännu.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F969C-70BF-4AA5-AC94-B0A49AF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Ta med en egen fråga till lektionen.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2ECBA-F804-4C26-B377-60907E9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484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Elsäkerhet och riskbedömning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1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2026-09-10T18:51:12.4480000Z</dcterms:created>
  <dcterms:modified xsi:type="dcterms:W3CDTF">2026-09-10T18:51:12.4480000Z</dcterms:modified>
</coreProperties>
</file>