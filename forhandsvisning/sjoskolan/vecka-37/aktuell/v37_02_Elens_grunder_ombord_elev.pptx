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2e7b4fc638e4d58" Type="http://schemas.openxmlformats.org/officeDocument/2006/relationships/officeDocument" Target="ppt/presentation.xml"/><Relationship Id="R8bdff6d2a46e49de" Type="http://schemas.openxmlformats.org/package/2006/relationships/metadata/core-properties" Target="docProps/core.xml"/><Relationship Id="Re04d10b8326e48de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3ad96e4a3f3b4c80"/>
  </p:sldMasterIdLst>
  <p:sldIdLst>
    <p:sldId id="256" r:id="R5cfabf0952f14440"/>
    <p:sldId id="257" r:id="R77cbf89f79644ba9"/>
    <p:sldId id="258" r:id="R5a5e081c999d4309"/>
    <p:sldId id="259" r:id="Rb1125b82a4434894"/>
    <p:sldId id="260" r:id="Re9edef83f7e24c78"/>
    <p:sldId id="261" r:id="R7c4f8845b7d24666"/>
    <p:sldId id="262" r:id="Rd46a78cb969148a0"/>
    <p:sldId id="263" r:id="Rec32488b9392461d"/>
    <p:sldId id="264" r:id="R5587460568e644eb"/>
    <p:sldId id="265" r:id="Rb6142631e5134b45"/>
    <p:sldId id="266" r:id="R9c8216e5eb684e29"/>
    <p:sldId id="268" r:id="Rd1dd38c31ab84ced"/>
    <p:sldId id="269" r:id="R497f7d7e0a844a5f"/>
    <p:sldId id="270" r:id="R81fe4d812f6b4dce"/>
    <p:sldId id="271" r:id="Rdb7219a6c9dd466e"/>
    <p:sldId id="272" r:id="Rce94c2d469d94d9d"/>
    <p:sldId id="273" r:id="R49d5aeb5dd9b4ba2"/>
    <p:sldId id="274" r:id="Re32fc74b86aa40aa"/>
    <p:sldId id="275" r:id="R5ebe271b757645c3"/>
    <p:sldId id="276" r:id="R7afed1052cf84850"/>
    <p:sldId id="277" r:id="R8bce3c7d4e97437e"/>
    <p:sldId id="278" r:id="R0d8c6511ffb549d3"/>
    <p:sldId id="279" r:id="R208f8e26673542d6"/>
    <p:sldId id="280" r:id="R15edad064f4d4066"/>
    <p:sldId id="281" r:id="Ra5140c4d0a614ac0"/>
    <p:sldId id="283" r:id="R22f096c437374265"/>
    <p:sldId id="284" r:id="Rb94605629eda4a06"/>
    <p:sldId id="285" r:id="R47622a30df7d4fda"/>
    <p:sldId id="286" r:id="R4c5af8d749304d46"/>
    <p:sldId id="287" r:id="R952676db4a9c41d8"/>
    <p:sldId id="288" r:id="R38335e4c83a64f9f"/>
    <p:sldId id="289" r:id="R296449dddd8d40df"/>
    <p:sldId id="290" r:id="R25c5a6dd82ff4924"/>
    <p:sldId id="291" r:id="R96e7fc77910a4231"/>
    <p:sldId id="292" r:id="R73fb2dc23e6d4e57"/>
    <p:sldId id="293" r:id="R15627ef1564a47e8"/>
    <p:sldId id="294" r:id="Rb7e31862cae640a3"/>
    <p:sldId id="295" r:id="R53cc88ce053d465c"/>
    <p:sldId id="296" r:id="R28ca475ed88a4757"/>
    <p:sldId id="297" r:id="R70127ca6af8a4cf9"/>
    <p:sldId id="298" r:id="Rb693cdd684c442ec"/>
    <p:sldId id="299" r:id="Rc6f0990491604720"/>
    <p:sldId id="300" r:id="R73d61f4e75864df2"/>
    <p:sldId id="301" r:id="R587d00f490594b31"/>
    <p:sldId id="302" r:id="R1c25e7144a8d4cd6"/>
    <p:sldId id="303" r:id="Rad065481f0434c19"/>
    <p:sldId id="304" r:id="Rab85699438cd44c2"/>
    <p:sldId id="305" r:id="Rc50622a8f7c14298"/>
    <p:sldId id="306" r:id="R7d66a01d9e174ba5"/>
    <p:sldId id="307" r:id="R3e12af7a665a4ced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01459dc57714404" Type="http://schemas.openxmlformats.org/officeDocument/2006/relationships/presProps" Target="presProps.xml"/><Relationship Id="R0d8c6511ffb549d3" Type="http://schemas.openxmlformats.org/officeDocument/2006/relationships/slide" Target="slides/slide22.xml"/><Relationship Id="R15627ef1564a47e8" Type="http://schemas.openxmlformats.org/officeDocument/2006/relationships/slide" Target="slides/slide36.xml"/><Relationship Id="R15edad064f4d4066" Type="http://schemas.openxmlformats.org/officeDocument/2006/relationships/slide" Target="slides/slide24.xml"/><Relationship Id="R1c25e7144a8d4cd6" Type="http://schemas.openxmlformats.org/officeDocument/2006/relationships/slide" Target="slides/slide45.xml"/><Relationship Id="R208f8e26673542d6" Type="http://schemas.openxmlformats.org/officeDocument/2006/relationships/slide" Target="slides/slide23.xml"/><Relationship Id="R22f096c437374265" Type="http://schemas.openxmlformats.org/officeDocument/2006/relationships/slide" Target="slides/slide26.xml"/><Relationship Id="R24a5a91c630a4162" Type="http://schemas.openxmlformats.org/officeDocument/2006/relationships/theme" Target="theme/theme1.xml"/><Relationship Id="R25c5a6dd82ff4924" Type="http://schemas.openxmlformats.org/officeDocument/2006/relationships/slide" Target="slides/slide33.xml"/><Relationship Id="R28ca475ed88a4757" Type="http://schemas.openxmlformats.org/officeDocument/2006/relationships/slide" Target="slides/slide39.xml"/><Relationship Id="R296449dddd8d40df" Type="http://schemas.openxmlformats.org/officeDocument/2006/relationships/slide" Target="slides/slide32.xml"/><Relationship Id="R38335e4c83a64f9f" Type="http://schemas.openxmlformats.org/officeDocument/2006/relationships/slide" Target="slides/slide31.xml"/><Relationship Id="R3ad96e4a3f3b4c80" Type="http://schemas.openxmlformats.org/officeDocument/2006/relationships/slideMaster" Target="slideMasters/slideMaster1.xml"/><Relationship Id="R3e12af7a665a4ced" Type="http://schemas.openxmlformats.org/officeDocument/2006/relationships/slide" Target="slides/slide50.xml"/><Relationship Id="R47622a30df7d4fda" Type="http://schemas.openxmlformats.org/officeDocument/2006/relationships/slide" Target="slides/slide28.xml"/><Relationship Id="R497f7d7e0a844a5f" Type="http://schemas.openxmlformats.org/officeDocument/2006/relationships/slide" Target="slides/slide13.xml"/><Relationship Id="R49d5aeb5dd9b4ba2" Type="http://schemas.openxmlformats.org/officeDocument/2006/relationships/slide" Target="slides/slide17.xml"/><Relationship Id="R4c5af8d749304d46" Type="http://schemas.openxmlformats.org/officeDocument/2006/relationships/slide" Target="slides/slide29.xml"/><Relationship Id="R53cc88ce053d465c" Type="http://schemas.openxmlformats.org/officeDocument/2006/relationships/slide" Target="slides/slide38.xml"/><Relationship Id="R5587460568e644eb" Type="http://schemas.openxmlformats.org/officeDocument/2006/relationships/slide" Target="slides/slide9.xml"/><Relationship Id="R587d00f490594b31" Type="http://schemas.openxmlformats.org/officeDocument/2006/relationships/slide" Target="slides/slide44.xml"/><Relationship Id="R5a5e081c999d4309" Type="http://schemas.openxmlformats.org/officeDocument/2006/relationships/slide" Target="slides/slide3.xml"/><Relationship Id="R5cfabf0952f14440" Type="http://schemas.openxmlformats.org/officeDocument/2006/relationships/slide" Target="slides/slide1.xml"/><Relationship Id="R5ebe271b757645c3" Type="http://schemas.openxmlformats.org/officeDocument/2006/relationships/slide" Target="slides/slide19.xml"/><Relationship Id="R6e78ed06dca0482c" Type="http://schemas.openxmlformats.org/officeDocument/2006/relationships/viewProps" Target="viewProps.xml"/><Relationship Id="R70127ca6af8a4cf9" Type="http://schemas.openxmlformats.org/officeDocument/2006/relationships/slide" Target="slides/slide40.xml"/><Relationship Id="R73d61f4e75864df2" Type="http://schemas.openxmlformats.org/officeDocument/2006/relationships/slide" Target="slides/slide43.xml"/><Relationship Id="R73fb2dc23e6d4e57" Type="http://schemas.openxmlformats.org/officeDocument/2006/relationships/slide" Target="slides/slide35.xml"/><Relationship Id="R77cbf89f79644ba9" Type="http://schemas.openxmlformats.org/officeDocument/2006/relationships/slide" Target="slides/slide2.xml"/><Relationship Id="R7afed1052cf84850" Type="http://schemas.openxmlformats.org/officeDocument/2006/relationships/slide" Target="slides/slide20.xml"/><Relationship Id="R7c4f8845b7d24666" Type="http://schemas.openxmlformats.org/officeDocument/2006/relationships/slide" Target="slides/slide6.xml"/><Relationship Id="R7d66a01d9e174ba5" Type="http://schemas.openxmlformats.org/officeDocument/2006/relationships/slide" Target="slides/slide49.xml"/><Relationship Id="R81fe4d812f6b4dce" Type="http://schemas.openxmlformats.org/officeDocument/2006/relationships/slide" Target="slides/slide14.xml"/><Relationship Id="R8bce3c7d4e97437e" Type="http://schemas.openxmlformats.org/officeDocument/2006/relationships/slide" Target="slides/slide21.xml"/><Relationship Id="R9084c01db79c4cfe" Type="http://schemas.openxmlformats.org/officeDocument/2006/relationships/tableStyles" Target="tableStyles.xml"/><Relationship Id="R952676db4a9c41d8" Type="http://schemas.openxmlformats.org/officeDocument/2006/relationships/slide" Target="slides/slide30.xml"/><Relationship Id="R96e7fc77910a4231" Type="http://schemas.openxmlformats.org/officeDocument/2006/relationships/slide" Target="slides/slide34.xml"/><Relationship Id="R9c8216e5eb684e29" Type="http://schemas.openxmlformats.org/officeDocument/2006/relationships/slide" Target="slides/slide11.xml"/><Relationship Id="Ra5140c4d0a614ac0" Type="http://schemas.openxmlformats.org/officeDocument/2006/relationships/slide" Target="slides/slide25.xml"/><Relationship Id="Rab85699438cd44c2" Type="http://schemas.openxmlformats.org/officeDocument/2006/relationships/slide" Target="slides/slide47.xml"/><Relationship Id="Rad065481f0434c19" Type="http://schemas.openxmlformats.org/officeDocument/2006/relationships/slide" Target="slides/slide46.xml"/><Relationship Id="Rb1125b82a4434894" Type="http://schemas.openxmlformats.org/officeDocument/2006/relationships/slide" Target="slides/slide4.xml"/><Relationship Id="Rb6142631e5134b45" Type="http://schemas.openxmlformats.org/officeDocument/2006/relationships/slide" Target="slides/slide10.xml"/><Relationship Id="Rb693cdd684c442ec" Type="http://schemas.openxmlformats.org/officeDocument/2006/relationships/slide" Target="slides/slide41.xml"/><Relationship Id="Rb7e31862cae640a3" Type="http://schemas.openxmlformats.org/officeDocument/2006/relationships/slide" Target="slides/slide37.xml"/><Relationship Id="Rb94605629eda4a06" Type="http://schemas.openxmlformats.org/officeDocument/2006/relationships/slide" Target="slides/slide27.xml"/><Relationship Id="Rc50622a8f7c14298" Type="http://schemas.openxmlformats.org/officeDocument/2006/relationships/slide" Target="slides/slide48.xml"/><Relationship Id="Rc6f0990491604720" Type="http://schemas.openxmlformats.org/officeDocument/2006/relationships/slide" Target="slides/slide42.xml"/><Relationship Id="Rce94c2d469d94d9d" Type="http://schemas.openxmlformats.org/officeDocument/2006/relationships/slide" Target="slides/slide16.xml"/><Relationship Id="Rd1dd38c31ab84ced" Type="http://schemas.openxmlformats.org/officeDocument/2006/relationships/slide" Target="slides/slide12.xml"/><Relationship Id="Rd46a78cb969148a0" Type="http://schemas.openxmlformats.org/officeDocument/2006/relationships/slide" Target="slides/slide7.xml"/><Relationship Id="Rdb7219a6c9dd466e" Type="http://schemas.openxmlformats.org/officeDocument/2006/relationships/slide" Target="slides/slide15.xml"/><Relationship Id="Re32fc74b86aa40aa" Type="http://schemas.openxmlformats.org/officeDocument/2006/relationships/slide" Target="slides/slide18.xml"/><Relationship Id="Re9edef83f7e24c78" Type="http://schemas.openxmlformats.org/officeDocument/2006/relationships/slide" Target="slides/slide5.xml"/><Relationship Id="Rec32488b9392461d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c5e98343761d4e7c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20742d376fe8447f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bc1e63658ed0436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211ccb913b1f4fad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fd5140871754a3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4381793e3373410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db5e2c13a9b342fd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3b4f480089d24e3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60d8eeab7ded43a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9a324d6904314d1e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2db83250438547b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91C2D1-E967-4C68-B5C1-90AE972DBE9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D318C2C-6C56-4A05-8636-B1BB48F6F9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1438899-91F3-4A8D-9CD8-BEBF5B917E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E16BC82-5ABC-4994-8F01-F0B1BE476D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92772-4098-422C-9E9F-70B1AD7682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7AFAFA-174E-4D28-BB29-6D1F35DC3E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8F19D83-244E-4D1A-9026-481E474266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C8B832D-641F-46DC-81DB-78CBB9997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D2390D-3396-412F-97F2-E1D90A028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D2DB1C-7BBF-4A6D-A348-E2ED66E5B9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96A864-A900-47D7-B688-35608C393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F205FF-D262-4D36-A4B0-E5061D0844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C2ABA85-BF85-4964-B89A-6EA5A09AFD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A9B6C27-DFBE-4FC0-8B50-C353576175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744A13-AEE3-42A6-80CF-A9D05A644B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E90C6E-1C06-4BB7-A3FE-BEEB6A834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AE560E-69DD-48C0-8BFB-8A7FFA45DB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99F9D52-3B4F-45AE-BF6F-3839EEEC6B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B2F8871-8436-4000-B48A-B0EAF70C55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A3CD4A-7AA0-4869-9704-617FD5A601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E5C688A-27F8-43A1-B6FA-6E94351EA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099D7E-D8F4-4BF1-A099-80D7FF3329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C100E4-0B85-4A07-B3E6-2DB86947B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8514033-E7F5-4F68-963B-F1EF40786C5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69860ED-033C-40A9-A3E0-C9BD8F4DA61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35AEE8B-D092-4B86-BA50-A110378A693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5AFBE81-6CB2-4EB2-BEDB-D52A473337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4E5FEC9-D77F-428E-AFB1-509B54579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26D007C-3B13-4747-A26A-3995C8B83E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22CE1A-1219-4956-B186-965079BAE1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F9CE572-78CC-4E4D-A35E-7714A5B464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DC9FC64-E818-4820-8BBF-0882DF7F71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93519E0-D90B-42AD-9D82-6B36AE3CC3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70B3457-9554-4ED0-A5F5-E5A01814C2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5BABD1A-DE64-4591-B966-B37732EEFF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EA2BACD-37EA-4901-A523-4FF2F217E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988B9B-EB32-4A0E-8D04-86DC3E062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AF3FF6-1E35-482D-BA49-052A81C78F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22B8AA2-0530-4122-A0B7-4E4C4F1937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8DE0E7-336B-41E6-8F24-65B90B7627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B8656F-DE90-4606-A55F-BD285FE2B8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52B481D-B133-4A66-A15D-BBD8D0E52B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E5A102-9114-4524-9257-00B20D3E84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D202C2-D767-4058-B12A-722B418DD4F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CFC42F-3FCD-44AF-B9D6-B91AA01D4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2FA44FC-76EC-4975-8D84-30317EAE30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CC3623F-5915-44A4-8999-F679AE6E92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A470B00-3183-4DC6-A94B-EEE488CEF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23CD16-AB10-4279-BBD1-A868FC0B2F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D531A99-3A40-48AA-9F43-F647F6AF3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3BBBF9-ED5A-4928-BC15-5FD840E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F56290-1FA1-461A-877E-A2972B68B2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37D59-C044-44C2-8C6D-2EFA733FE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FC42C401-28D8-4A91-8927-76DC0E7C72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F772D6-0480-42DE-930A-48E3DBAD5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CE43EE1-F880-4F1F-A351-81FED48E3A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8AF11E8-6786-4D9D-9C8C-329428776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5D5C47-F466-495E-8C62-7F6BDB87CF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bdb50c862614e73" Type="http://schemas.openxmlformats.org/officeDocument/2006/relationships/slideLayout" Target="../slideLayouts/slideLayout7.xml"/><Relationship Id="R3815560f0a6d418c" Type="http://schemas.openxmlformats.org/officeDocument/2006/relationships/slideLayout" Target="../slideLayouts/slideLayout11.xml"/><Relationship Id="R52052659ae084bff" Type="http://schemas.openxmlformats.org/officeDocument/2006/relationships/slideLayout" Target="../slideLayouts/slideLayout5.xml"/><Relationship Id="R54e7a9e99aa844c0" Type="http://schemas.openxmlformats.org/officeDocument/2006/relationships/slideLayout" Target="../slideLayouts/slideLayout9.xml"/><Relationship Id="R6fd3bbb2465846cd" Type="http://schemas.openxmlformats.org/officeDocument/2006/relationships/slideLayout" Target="../slideLayouts/slideLayout2.xml"/><Relationship Id="R73c86f67a5464544" Type="http://schemas.openxmlformats.org/officeDocument/2006/relationships/slideLayout" Target="../slideLayouts/slideLayout4.xml"/><Relationship Id="R8b6be92899b2475f" Type="http://schemas.openxmlformats.org/officeDocument/2006/relationships/slideLayout" Target="../slideLayouts/slideLayout1.xml"/><Relationship Id="R93853f6f146e412c" Type="http://schemas.openxmlformats.org/officeDocument/2006/relationships/slideLayout" Target="../slideLayouts/slideLayout3.xml"/><Relationship Id="Rb44b10bd4450491f" Type="http://schemas.openxmlformats.org/officeDocument/2006/relationships/theme" Target="theme/theme2.xml"/><Relationship Id="Rb8e129da86474de2" Type="http://schemas.openxmlformats.org/officeDocument/2006/relationships/slideLayout" Target="../slideLayouts/slideLayout8.xml"/><Relationship Id="Ree4837fc6db14543" Type="http://schemas.openxmlformats.org/officeDocument/2006/relationships/slideLayout" Target="../slideLayouts/slideLayout10.xml"/><Relationship Id="Rfb113ded9f454e4b" Type="http://schemas.openxmlformats.org/officeDocument/2006/relationships/slideLayout" Target="../slideLayouts/slideLayout6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70B2F28-5284-42CD-B3EA-992BE13FD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DD8FB5-D892-4D78-82D9-58DDAC99C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55F9DD1-4A71-46E5-9D5F-08AF36DEBA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63C505-ED6D-463F-AE4A-3EEE044BD3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9A1574-8FE6-48D9-867A-A96743D8868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6be92899b2475f"/>
    <p:sldLayoutId xmlns:r="http://schemas.openxmlformats.org/officeDocument/2006/relationships" id="2147483650" r:id="R6fd3bbb2465846cd"/>
    <p:sldLayoutId xmlns:r="http://schemas.openxmlformats.org/officeDocument/2006/relationships" id="2147483651" r:id="R93853f6f146e412c"/>
    <p:sldLayoutId xmlns:r="http://schemas.openxmlformats.org/officeDocument/2006/relationships" id="2147483652" r:id="R73c86f67a5464544"/>
    <p:sldLayoutId xmlns:r="http://schemas.openxmlformats.org/officeDocument/2006/relationships" id="2147483653" r:id="R52052659ae084bff"/>
    <p:sldLayoutId xmlns:r="http://schemas.openxmlformats.org/officeDocument/2006/relationships" id="2147483654" r:id="Rfb113ded9f454e4b"/>
    <p:sldLayoutId xmlns:r="http://schemas.openxmlformats.org/officeDocument/2006/relationships" id="2147483655" r:id="R1bdb50c862614e73"/>
    <p:sldLayoutId xmlns:r="http://schemas.openxmlformats.org/officeDocument/2006/relationships" id="2147483656" r:id="Rb8e129da86474de2"/>
    <p:sldLayoutId xmlns:r="http://schemas.openxmlformats.org/officeDocument/2006/relationships" id="2147483657" r:id="R54e7a9e99aa844c0"/>
    <p:sldLayoutId xmlns:r="http://schemas.openxmlformats.org/officeDocument/2006/relationships" id="2147483658" r:id="Ree4837fc6db14543"/>
    <p:sldLayoutId xmlns:r="http://schemas.openxmlformats.org/officeDocument/2006/relationships" id="2147483659" r:id="R3815560f0a6d418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3053b068aeb40cd" Type="http://schemas.openxmlformats.org/officeDocument/2006/relationships/slideLayout" Target="../slideLayouts/slideLayout1.xml"/><Relationship Id="R9e3c560570b24944" Type="http://schemas.openxmlformats.org/officeDocument/2006/relationships/image" Target="../media/image.jpeg"/><Relationship Id="Rb1d0dd9469324e32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2eeac88f12c246c2" Type="http://schemas.openxmlformats.org/officeDocument/2006/relationships/slideLayout" Target="../slideLayouts/slideLayout1.xml"/><Relationship Id="Rf92de0166dec4165" Type="http://schemas.openxmlformats.org/officeDocument/2006/relationships/image" Target="../media/image.jpeg"/></Relationships>
</file>

<file path=ppt/slides/_rels/slide3.xml.rels><?xml version='1.0' encoding='UTF-8' standalone='yes'?>
<Relationships xmlns="http://schemas.openxmlformats.org/package/2006/relationships"><Relationship Id="R61be6a5f24c64444" Type="http://schemas.openxmlformats.org/officeDocument/2006/relationships/image" Target="../media/image.jpeg"/><Relationship Id="Rbbf623bfdb3d4ffa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aa1acde789a7477e" Type="http://schemas.openxmlformats.org/officeDocument/2006/relationships/image" Target="../media/image.jpeg"/><Relationship Id="Rd4f89e1894454f4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b1d87d1e81024b2f" Type="http://schemas.openxmlformats.org/officeDocument/2006/relationships/slideLayout" Target="../slideLayouts/slideLayout1.xml"/><Relationship Id="Rf99aac32809d4df2" Type="http://schemas.openxmlformats.org/officeDocument/2006/relationships/image" Target="../media/image.jpeg"/></Relationships>
</file>

<file path=ppt/slides/_rels/slide6.xml.rels><?xml version='1.0' encoding='UTF-8' standalone='yes'?>
<Relationships xmlns="http://schemas.openxmlformats.org/package/2006/relationships"><Relationship Id="R06b119cf32f64920" Type="http://schemas.openxmlformats.org/officeDocument/2006/relationships/image" Target="../media/image.jpeg"/><Relationship Id="Rc5830977e50e4e19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75fa1c080bb548df" Type="http://schemas.openxmlformats.org/officeDocument/2006/relationships/slideLayout" Target="../slideLayouts/slideLayout1.xml"/><Relationship Id="Rbb19e09d104e49f5" Type="http://schemas.openxmlformats.org/officeDocument/2006/relationships/image" Target="../media/image.jpeg"/></Relationships>
</file>

<file path=ppt/slides/_rels/slide8.xml.rels><?xml version='1.0' encoding='UTF-8' standalone='yes'?>
<Relationships xmlns="http://schemas.openxmlformats.org/package/2006/relationships"><Relationship Id="R15b774ec74194727" Type="http://schemas.openxmlformats.org/officeDocument/2006/relationships/image" Target="../media/image.jpeg"/><Relationship Id="R5625d5b618e8443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123889729134503" Type="http://schemas.openxmlformats.org/officeDocument/2006/relationships/image" Target="../media/image.jpeg"/><Relationship Id="R4469e53dbe964c55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dbd2136e4e24180" Type="http://schemas.openxmlformats.org/officeDocument/2006/relationships/slideLayout" Target="../slideLayouts/slideLayout1.xml"/><Relationship Id="Re216eb4c0fc144af" Type="http://schemas.openxmlformats.org/officeDocument/2006/relationships/image" Target="../media/image.jpeg"/></Relationships>
</file>

<file path=ppt/slides/_rels/slide11.xml.rels><?xml version='1.0' encoding='UTF-8' standalone='yes'?>
<Relationships xmlns="http://schemas.openxmlformats.org/package/2006/relationships"><Relationship Id="R085a1c29d8d94adf" Type="http://schemas.openxmlformats.org/officeDocument/2006/relationships/image" Target="../media/image.jpeg"/><Relationship Id="Rf3a065a58ee343a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3f0a37dfcf54b3b" Type="http://schemas.openxmlformats.org/officeDocument/2006/relationships/image" Target="../media/image.jpeg"/><Relationship Id="Re69a1eb50fbd468a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53fd669dc4cf401a" Type="http://schemas.openxmlformats.org/officeDocument/2006/relationships/image" Target="../media/image.jpeg"/><Relationship Id="Rf0861aae33054a3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5656d1aaa0bc4442" Type="http://schemas.openxmlformats.org/officeDocument/2006/relationships/slideLayout" Target="../slideLayouts/slideLayout1.xml"/><Relationship Id="R66291e497a6e4eff" Type="http://schemas.openxmlformats.org/officeDocument/2006/relationships/image" Target="../media/image.jpeg"/></Relationships>
</file>

<file path=ppt/slides/_rels/slide15.xml.rels><?xml version='1.0' encoding='UTF-8' standalone='yes'?>
<Relationships xmlns="http://schemas.openxmlformats.org/package/2006/relationships"><Relationship Id="R9308193c21fb431a" Type="http://schemas.openxmlformats.org/officeDocument/2006/relationships/slideLayout" Target="../slideLayouts/slideLayout1.xml"/><Relationship Id="Rc173c9efe3184ec4" Type="http://schemas.openxmlformats.org/officeDocument/2006/relationships/image" Target="../media/image.jpeg"/></Relationships>
</file>

<file path=ppt/slides/_rels/slide16.xml.rels><?xml version='1.0' encoding='UTF-8' standalone='yes'?>
<Relationships xmlns="http://schemas.openxmlformats.org/package/2006/relationships"><Relationship Id="R1895b5ef3d124701" Type="http://schemas.openxmlformats.org/officeDocument/2006/relationships/slideLayout" Target="../slideLayouts/slideLayout1.xml"/><Relationship Id="Rf2fc4a3783814c08" Type="http://schemas.openxmlformats.org/officeDocument/2006/relationships/image" Target="../media/image.jpeg"/></Relationships>
</file>

<file path=ppt/slides/_rels/slide17.xml.rels><?xml version='1.0' encoding='UTF-8' standalone='yes'?>
<Relationships xmlns="http://schemas.openxmlformats.org/package/2006/relationships"><Relationship Id="R9be737afffd6423c" Type="http://schemas.openxmlformats.org/officeDocument/2006/relationships/image" Target="../media/image.jpeg"/><Relationship Id="Rdc553c8cce6546cd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3bac6731b26c4087" Type="http://schemas.openxmlformats.org/officeDocument/2006/relationships/image" Target="../media/image.jpeg"/><Relationship Id="R8188cfe426074f0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85626e22a0ec4751" Type="http://schemas.openxmlformats.org/officeDocument/2006/relationships/image" Target="../media/image.jpeg"/><Relationship Id="Re814598135fa417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eb8032f6b1847b6" Type="http://schemas.openxmlformats.org/officeDocument/2006/relationships/slideLayout" Target="../slideLayouts/slideLayout1.xml"/><Relationship Id="Rf3405a2a1fde443c" Type="http://schemas.openxmlformats.org/officeDocument/2006/relationships/image" Target="../media/image.jpeg"/></Relationships>
</file>

<file path=ppt/slides/_rels/slide21.xml.rels><?xml version='1.0' encoding='UTF-8' standalone='yes'?>
<Relationships xmlns="http://schemas.openxmlformats.org/package/2006/relationships"><Relationship Id="Rbfb33ed0db904485" Type="http://schemas.openxmlformats.org/officeDocument/2006/relationships/image" Target="../media/image.jpeg"/><Relationship Id="Rff01302347ab49e7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2c8d9b1d2fbf4675" Type="http://schemas.openxmlformats.org/officeDocument/2006/relationships/image" Target="../media/image.jpeg"/><Relationship Id="Rff1d67b463bf4513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4089bdf8f8b64d81" Type="http://schemas.openxmlformats.org/officeDocument/2006/relationships/image" Target="../media/image.jpeg"/><Relationship Id="Rb5adaa9ead364ad4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b462ce4a3cb643cc" Type="http://schemas.openxmlformats.org/officeDocument/2006/relationships/slideLayout" Target="../slideLayouts/slideLayout1.xml"/><Relationship Id="Rc3ea08581af9445e" Type="http://schemas.openxmlformats.org/officeDocument/2006/relationships/image" Target="../media/image.jpeg"/></Relationships>
</file>

<file path=ppt/slides/_rels/slide25.xml.rels><?xml version='1.0' encoding='UTF-8' standalone='yes'?>
<Relationships xmlns="http://schemas.openxmlformats.org/package/2006/relationships"><Relationship Id="R102df1a48f234b12" Type="http://schemas.openxmlformats.org/officeDocument/2006/relationships/image" Target="../media/image.jpeg"/><Relationship Id="R4c9d7927838e426a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06c4666d10c14a6d" Type="http://schemas.openxmlformats.org/officeDocument/2006/relationships/image" Target="../media/image.jpeg"/><Relationship Id="R3b6d56b89e8743a7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3477679d2bf542a3" Type="http://schemas.openxmlformats.org/officeDocument/2006/relationships/slideLayout" Target="../slideLayouts/slideLayout1.xml"/><Relationship Id="Rda1c076c3a504792" Type="http://schemas.openxmlformats.org/officeDocument/2006/relationships/image" Target="../media/image.jpeg"/></Relationships>
</file>

<file path=ppt/slides/_rels/slide28.xml.rels><?xml version='1.0' encoding='UTF-8' standalone='yes'?>
<Relationships xmlns="http://schemas.openxmlformats.org/package/2006/relationships"><Relationship Id="R8b582dbd3e0b4e9e" Type="http://schemas.openxmlformats.org/officeDocument/2006/relationships/image" Target="../media/image.jpeg"/><Relationship Id="Rb465daea1daa4e60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560713503d8407e" Type="http://schemas.openxmlformats.org/officeDocument/2006/relationships/slideLayout" Target="../slideLayouts/slideLayout1.xml"/><Relationship Id="Rfbd129781fd64e14" Type="http://schemas.openxmlformats.org/officeDocument/2006/relationships/image" Target="../media/image.jpeg"/></Relationships>
</file>

<file path=ppt/slides/_rels/slide30.xml.rels><?xml version='1.0' encoding='UTF-8' standalone='yes'?>
<Relationships xmlns="http://schemas.openxmlformats.org/package/2006/relationships"><Relationship Id="R54b7d1aac6734469" Type="http://schemas.openxmlformats.org/officeDocument/2006/relationships/slideLayout" Target="../slideLayouts/slideLayout1.xml"/><Relationship Id="R8aa5a5e61d3541ee" Type="http://schemas.openxmlformats.org/officeDocument/2006/relationships/image" Target="../media/image.jpeg"/></Relationships>
</file>

<file path=ppt/slides/_rels/slide31.xml.rels><?xml version='1.0' encoding='UTF-8' standalone='yes'?>
<Relationships xmlns="http://schemas.openxmlformats.org/package/2006/relationships"><Relationship Id="Ra3f50c2033894a93" Type="http://schemas.openxmlformats.org/officeDocument/2006/relationships/image" Target="../media/image.jpeg"/><Relationship Id="Rc8417c3d5b4943ab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6554a7a649ae47ce" Type="http://schemas.openxmlformats.org/officeDocument/2006/relationships/image" Target="../media/image.jpeg"/><Relationship Id="Rdd79307581e547e6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217ec47ce5f3412c" Type="http://schemas.openxmlformats.org/officeDocument/2006/relationships/image" Target="../media/image.jpeg"/><Relationship Id="Rf6f41d207802495b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a2caceb2e0a4496f" Type="http://schemas.openxmlformats.org/officeDocument/2006/relationships/slideLayout" Target="../slideLayouts/slideLayout1.xml"/><Relationship Id="Re56d64609d094db3" Type="http://schemas.openxmlformats.org/officeDocument/2006/relationships/image" Target="../media/image.jpeg"/></Relationships>
</file>

<file path=ppt/slides/_rels/slide35.xml.rels><?xml version='1.0' encoding='UTF-8' standalone='yes'?>
<Relationships xmlns="http://schemas.openxmlformats.org/package/2006/relationships"><Relationship Id="R97064b56100142ff" Type="http://schemas.openxmlformats.org/officeDocument/2006/relationships/slideLayout" Target="../slideLayouts/slideLayout1.xml"/><Relationship Id="Rb9ff13f1226f4db2" Type="http://schemas.openxmlformats.org/officeDocument/2006/relationships/image" Target="../media/image.jpeg"/></Relationships>
</file>

<file path=ppt/slides/_rels/slide36.xml.rels><?xml version='1.0' encoding='UTF-8' standalone='yes'?>
<Relationships xmlns="http://schemas.openxmlformats.org/package/2006/relationships"><Relationship Id="R1db46d3ebcd24903" Type="http://schemas.openxmlformats.org/officeDocument/2006/relationships/slideLayout" Target="../slideLayouts/slideLayout1.xml"/><Relationship Id="R6cf206cdc5aa4f7a" Type="http://schemas.openxmlformats.org/officeDocument/2006/relationships/image" Target="../media/image.jpeg"/></Relationships>
</file>

<file path=ppt/slides/_rels/slide37.xml.rels><?xml version='1.0' encoding='UTF-8' standalone='yes'?>
<Relationships xmlns="http://schemas.openxmlformats.org/package/2006/relationships"><Relationship Id="Rd76b1f09115a4fec" Type="http://schemas.openxmlformats.org/officeDocument/2006/relationships/slideLayout" Target="../slideLayouts/slideLayout1.xml"/><Relationship Id="Rfeb8cf140d684ba5" Type="http://schemas.openxmlformats.org/officeDocument/2006/relationships/image" Target="../media/image.jpeg"/></Relationships>
</file>

<file path=ppt/slides/_rels/slide38.xml.rels><?xml version='1.0' encoding='UTF-8' standalone='yes'?>
<Relationships xmlns="http://schemas.openxmlformats.org/package/2006/relationships"><Relationship Id="R05cbaf2b3dd04a19" Type="http://schemas.openxmlformats.org/officeDocument/2006/relationships/image" Target="../media/image.jpeg"/><Relationship Id="R1219fc040dc74a46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14608297394f4f61" Type="http://schemas.openxmlformats.org/officeDocument/2006/relationships/slideLayout" Target="../slideLayouts/slideLayout1.xml"/><Relationship Id="R3f56e06cb6114dfc" Type="http://schemas.openxmlformats.org/officeDocument/2006/relationships/image" Target="../media/image.jpeg"/></Relationships>
</file>

<file path=ppt/slides/_rels/slide40.xml.rels><?xml version='1.0' encoding='UTF-8' standalone='yes'?>
<Relationships xmlns="http://schemas.openxmlformats.org/package/2006/relationships"><Relationship Id="R0cedd12be7614a3e" Type="http://schemas.openxmlformats.org/officeDocument/2006/relationships/image" Target="../media/image.jpeg"/><Relationship Id="R83c9f3b809004c0b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dd049fa55bc942c6" Type="http://schemas.openxmlformats.org/officeDocument/2006/relationships/slideLayout" Target="../slideLayouts/slideLayout1.xml"/><Relationship Id="Recf2c6ce18794f25" Type="http://schemas.openxmlformats.org/officeDocument/2006/relationships/image" Target="../media/image.jpeg"/></Relationships>
</file>

<file path=ppt/slides/_rels/slide42.xml.rels><?xml version='1.0' encoding='UTF-8' standalone='yes'?>
<Relationships xmlns="http://schemas.openxmlformats.org/package/2006/relationships"><Relationship Id="R79b780ac2f5f481b" Type="http://schemas.openxmlformats.org/officeDocument/2006/relationships/image" Target="../media/image.jpeg"/><Relationship Id="R884ace6f3aa44887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73f9d8d644c94373" Type="http://schemas.openxmlformats.org/officeDocument/2006/relationships/image" Target="../media/image.jpeg"/><Relationship Id="R8b3ea7aa68fa4300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7664adcd106143aa" Type="http://schemas.openxmlformats.org/officeDocument/2006/relationships/image" Target="../media/image.jpeg"/><Relationship Id="Rc3778f38cb96459d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6b91e384f1aa41fd" Type="http://schemas.openxmlformats.org/officeDocument/2006/relationships/slideLayout" Target="../slideLayouts/slideLayout1.xml"/><Relationship Id="R6ea4c046f64347c3" Type="http://schemas.openxmlformats.org/officeDocument/2006/relationships/image" Target="../media/image.jpeg"/></Relationships>
</file>

<file path=ppt/slides/_rels/slide46.xml.rels><?xml version='1.0' encoding='UTF-8' standalone='yes'?>
<Relationships xmlns="http://schemas.openxmlformats.org/package/2006/relationships"><Relationship Id="Rc16a76af8292482c" Type="http://schemas.openxmlformats.org/officeDocument/2006/relationships/image" Target="../media/image.jpeg"/><Relationship Id="Rd282dbe4cc4c440b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2bd50a5cff1c4e12" Type="http://schemas.openxmlformats.org/officeDocument/2006/relationships/slideLayout" Target="../slideLayouts/slideLayout1.xml"/><Relationship Id="Rde28f51e50444efa" Type="http://schemas.openxmlformats.org/officeDocument/2006/relationships/image" Target="../media/image.jpeg"/></Relationships>
</file>

<file path=ppt/slides/_rels/slide48.xml.rels><?xml version='1.0' encoding='UTF-8' standalone='yes'?>
<Relationships xmlns="http://schemas.openxmlformats.org/package/2006/relationships"><Relationship Id="R0fd7f3f65c484e1e" Type="http://schemas.openxmlformats.org/officeDocument/2006/relationships/image" Target="../media/image.jpeg"/><Relationship Id="Rbd03e3caa6a14a05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1859af9230804c2c" Type="http://schemas.openxmlformats.org/officeDocument/2006/relationships/image" Target="../media/image.jpeg"/><Relationship Id="Rfd09c3e5112e4308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57e8296d786a4bc9" Type="http://schemas.openxmlformats.org/officeDocument/2006/relationships/image" Target="../media/image.jpeg"/><Relationship Id="R79e6c07e25c04ea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c560570b2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9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0dd9469324e32"/>
          <a:srcRect xmlns:a="http://schemas.openxmlformats.org/drawingml/2006/main" l="7976" t="0" r="79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74544BD4-6AE6-4192-694C-0230831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"/>
            <a:ext cx="757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Elens grunder ombord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D6C93-970A-4ED4-A10B-D70ED3A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644842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timmar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de0166dec41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Arbetslampan på däck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89A5B-2F3E-48FC-8222-E13F738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arbetslampa lyser inte. Den får sin matning från ett batteri.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90E51-5A2E-4590-8916-004CC73B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vet vi? Vad behöver vi ta reda på?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BA60C-948E-4467-8E73-AD73F582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e6a5f24c64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 och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A8855-59B4-44BB-A510-3B140935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FEF5-2C8C-49C3-8C38-AE0B4FEC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1A1AE-EFA4-42AC-A5AE-F39AA4EA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982B8-2BFF-45F5-9F5D-CB23644E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CB750-4E19-48A1-876E-CACD83D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E64E7-D62E-4033-B276-CC90F69E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3DE41-AE81-41D6-AA4D-85003D24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BA04D-2F6C-4670-B314-6FC4976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7CAD66-98D1-4094-9EDD-CED140EA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B264AD-0E63-40A8-81AC-907A938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4AA7C-D20F-434D-8DB9-F301469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A2D125-41C1-4B31-8858-FE9992B8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DAA7F-A066-4C7E-8486-58EB91C3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två poler. Lampan har två anslutningar.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8C2519-688C-4490-BF06-28171F75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Hur skulle delarna kunna höra ihop?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12AF0-3E5F-4DEF-890C-63751FCD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acde789a747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ledare till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30CA4-8668-4033-A114-4C462DE1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0CDB2-F337-41E1-9F8A-44E7C431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F666D-AF50-44F2-A7EB-8AA6799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6CF75-CCE3-4A00-B356-AEFCE19C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C2DF35-BAAD-4F55-BBD9-FD633718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35A2A-E24D-4CA7-BDB3-9FC29212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37CA-9320-4360-B966-DA4D6AE8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CA9E6-776D-4015-A367-32552DF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FAAF99-F700-4717-AF4F-6DD15E55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9E751-D2A6-4DB9-8F28-326659CC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AEE45-005E-4892-8256-5A5B43B0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F2B0A-BA87-42ED-860A-B987A4C2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7931B-462B-43AA-B0D6-5AE48305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2D184E-F52E-4BEF-8657-5990AD17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E1607-EEA3-4013-92DE-6B85895A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B2497-7B2E-4478-980B-55F038D1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2A07A-C093-48AF-B550-98085C5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förbinder batteriets pluspol med lampan.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EEE2C8-2C0A-483D-BEA5-DD626158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Räcker den här förbindelsen för att lampan ska lysa?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430CAC-CA37-49AA-BC93-3DDB4064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aac32809d4d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hel väg tillbaka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9582-865C-40CF-A67F-558AE6A3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E9031-8646-4D40-8200-F2BC932C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58169-8B23-4E9D-93D3-530EB9B0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52FA-7002-4B93-A239-811395D5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2D7B2-1433-41D1-A84C-536B0E2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529C1-FA2A-4330-9D8C-B9A855E1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C2551-95E2-4538-93C4-D2AFE06D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92102-AA55-4079-B6C0-77EF1D9B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52FE06-AE1F-4378-ADC4-E86D2779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BF442-FF80-43FC-A6A9-EE328B9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12780-FB14-4692-8722-74EE395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40B1F-EAFC-43D6-8AE6-1C997456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9A42F-538B-4FF6-B6E2-77A0197D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DBFA22-08AE-4BE5-A1EF-CA8DB127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864F3-32F6-4323-94FA-E1D7E23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A64151-2CEB-448D-A381-248BB165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79DA21-0563-47CB-97C3-F3080ED3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F98C5-754B-4E43-96D8-11BEAE8E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FBA66-34C9-4E62-9C41-2BB37F03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A76D59-5E06-4044-B3B7-28642167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58A70-485C-42A8-BAAB-028CA5D3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Den andra ledaren förbinder lampan med batteriets minuspol.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FDC2A9-8193-4E73-ADF0-7993B77E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en sluten elektrisk krets.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9B2FD-5159-4516-B706-F45A095E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119cf32f649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öppnar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304D7-0FF9-4F3D-9C5D-62E6F0B4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F8E43-31C7-45AE-9697-703FD12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B73C5-5AD3-46D5-B2A7-7EB6219F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44E14-24B7-44C1-A731-E6A41385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EBBAF-5362-4AC5-B27A-B9539516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6F54F-1581-4623-AFDB-55DB8BEE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0648B-5DB9-47DD-8DEF-376676A6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D1F897-49A8-4DC5-ABFD-38F12601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CCBFC-A4F5-49B1-BA00-F7825C47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E8520-C297-47DD-9A43-D336676F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F9229-D730-4687-8AD6-6F8A67C7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55B9B-EA04-482E-9043-611DDA8C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0678C-68E9-4B9B-9847-D6E67421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7ADC7E-5FD9-40AE-8097-A1ED81A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F1B4C-9618-4087-A189-227E241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F4215-A2B1-4CA8-86A8-45F19FD8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47EC0-282D-4B44-A340-26A4628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C359B5-A689-47A3-A6B8-8EC891DC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D0DFB-825F-4B00-975B-B7B28855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AD8D2-5118-4245-8A89-DDDDE0E3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ABE59-0E87-42A9-861D-F34F3140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486526-D473-4E7B-9EDB-FDB6129B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5F3B3-25F5-421A-9BB8-F7086D96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2F35A5-2C54-4AFB-907E-FA80364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5C495-2718-42D7-BD0E-E8D7538B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1A4EF6-FA52-4537-8375-7BF50EB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brytare kan skapa ett avbrott i strömvägen.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A8EFF-524B-44EF-8016-E76A21DC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har ändrats sedan förra bilden?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070641-C8B8-461D-B171-0EFE68F3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9e09d104e49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Brytaren sluter vägen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C960D-8CD4-4FF0-8DB6-F5CA9D27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D4310-5665-4883-9F1B-E3D41D6C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945DA-2961-4DCC-95E5-BB42A0FC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360F1-CFE6-4478-95B2-6ABB33F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9CA84-1C6A-4139-8F73-7202D7B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DF361-4E61-450E-94F6-3B6D0DB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D27D2-9E74-4B8A-834C-6B830E3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1E4D1F-8B34-4A58-9FF3-41753292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0E3F4D-CD0D-4E8B-B4BC-A83E9277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CF5EB-98EE-4C56-9538-70132CA3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4C8AB-FD25-4F55-BC78-0C68D821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DBF3B-7939-4947-B39B-20F3CF48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8F850-6742-489B-9E06-229AC1B0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A718A-A6B4-496B-ADC3-4500C057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6E3EA2-07C4-4016-A7D1-6D588C7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0B3B29-A2D4-4C72-B5C9-E6CE2CB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2DE552-48E8-4565-8B4C-FCF1DD91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4C29A1-F649-404F-B8C6-DFEF7148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D317D-3985-41AF-A830-D556A4C2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8D954-A1AA-44BE-9EBA-9BAABF31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47C661-334A-4737-AA2D-897A331B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C29EA-284C-467B-8210-BD92BD0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7AE59-35FB-47B2-8643-96B91FD4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C69450-A061-4904-9D8E-57D5A849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42F94-CE5C-4385-A056-977516F5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3E9D52-D20A-4E4F-A159-D6A9A98D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När brytaren sluts blir vägen hel igen.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FBA89-4BEB-40C6-8A13-6A474C51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kan lysa när hela strömvägen är sluten.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D26B5D-D6DA-41E2-A7BF-930A3930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74ec741947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Källa och last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ECAD7-758E-441C-B2E9-6F02027E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2555E-A717-41B4-8B8A-8A2DA0E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66B67-60C7-4762-8228-92DFAB5A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0F194-AF79-4DB0-8DDE-A171D749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B6C47-869C-46D1-8821-2C52EED0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9BAC9-4B81-485C-ACDD-2517AF3A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FA23B7-4B3D-49AD-9023-E3DDE060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0DF33-DF87-4A4C-95FA-0F7690FB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9B8C-367D-41E4-A8B2-5E2F4401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A044C-2585-4A08-8F89-B68746E2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2F267-E61F-4F9E-95DC-0B88F32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6410E-3DEC-48C7-AC70-474926CF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542AF-91AD-4687-AEC7-A4613D76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0B768F-AB31-4639-97EB-25C3F6F1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2D6F05-84BD-4641-8FAB-70BB2BE0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CAF1E9-AA40-4F04-8B35-3FFD8A79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04C673-12AE-4471-8C51-1ABA4D83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F30760-5AA1-4979-AC34-0D7B0617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91FF4B-ABE9-48FE-A708-6037924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6067C-EE3C-4829-8061-3A3B84AB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00F095-B1A2-4920-9350-5297F162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86" y="194271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E86989-55D0-40EF-BCBE-AF48267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5540" y="1816989"/>
            <a:ext cx="125730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CDAC8C-41A6-4847-AE87-51CD0B3F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tillför energi. Lampan använder energin till ljus och värme.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A4C87E-4599-4216-B1A1-2D5AAA6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Batteriet är källan. Lampan är lasten.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FD2C7-A82E-41A3-8F52-654825EE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38897291345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krets som elschema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02321-68EE-43B0-8122-82C03222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29C34-7031-4BDF-BC0E-97B078E2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EF899-27AD-4E49-944E-0BCA073E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89E30-1563-468E-A056-8C10A3EB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63F2-55FF-45F3-B64D-CC98013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DF71D-7768-4828-9D19-DC0649C4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714C-BDAE-45DE-A30A-10737D63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7B8B3-ED26-47BA-AAE5-C447E595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E3B0DE-A668-4FBE-8CE1-D3E4839D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9B753F-B789-4CB6-85D9-B2C743CF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1CF5C-0A2D-42D1-B50E-494C19DF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368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6A304-686A-45DF-8DC2-076D3C16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863" y="2383250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480D6-92DD-4938-B947-AFBDB31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943" y="2409825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9F9336-88F6-4965-89C1-FBD424CE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313A9-5B64-4AD7-8024-41695B38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1825181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S1 sluten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8CBEA-4059-4AEF-8D1B-9B3CC42E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409825"/>
            <a:ext cx="1771650" cy="953"/>
          </a:xfrm>
          <a:custGeom xmlns:a="http://schemas.openxmlformats.org/drawingml/2006/main">
            <a:pathLst>
              <a:path w="1771650" h="953">
                <a:moveTo>
                  <a:pt x="0" y="0"/>
                </a:moveTo>
                <a:lnTo>
                  <a:pt x="1771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903BF-1D6F-4AC8-973F-FDC1CC2E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985" y="2108645"/>
            <a:ext cx="602361" cy="602361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043B0-AD06-4296-A341-C5F7A65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0"/>
                </a:moveTo>
                <a:lnTo>
                  <a:pt x="425196" y="425196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A0E2FD-A7E4-434A-9969-A85CE2D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567" y="2197227"/>
            <a:ext cx="425196" cy="425196"/>
          </a:xfrm>
          <a:custGeom xmlns:a="http://schemas.openxmlformats.org/drawingml/2006/main">
            <a:pathLst>
              <a:path w="425196" h="425196">
                <a:moveTo>
                  <a:pt x="0" y="425196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F80C2D-C3F4-4633-8EF2-36DA626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2409825"/>
            <a:ext cx="141732" cy="953"/>
          </a:xfrm>
          <a:custGeom xmlns:a="http://schemas.openxmlformats.org/drawingml/2006/main">
            <a:pathLst>
              <a:path w="141732" h="953">
                <a:moveTo>
                  <a:pt x="0" y="0"/>
                </a:moveTo>
                <a:lnTo>
                  <a:pt x="1417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68E7E4-E0BA-412A-BF08-88ADF90C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346" y="2409825"/>
            <a:ext cx="850392" cy="953"/>
          </a:xfrm>
          <a:custGeom xmlns:a="http://schemas.openxmlformats.org/drawingml/2006/main">
            <a:pathLst>
              <a:path w="850392" h="953">
                <a:moveTo>
                  <a:pt x="0" y="0"/>
                </a:moveTo>
                <a:lnTo>
                  <a:pt x="850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6B85DD-6FFC-4879-B434-5A14CB5B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2852738"/>
            <a:ext cx="13287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4F822D-6A22-4098-AD27-304AB0A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641" y="1904905"/>
            <a:ext cx="265747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från plus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102EF-7CF1-4BDC-AD80-02DDFB99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515" y="4518089"/>
            <a:ext cx="345471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Ledare tillbaka till minus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A04808-0443-4794-9255-72B771A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Samma förbindelser, med symboler för komponenterna.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B5507-8B18-473F-B035-A6919907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6eb4c0fc1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Ledaren tillbaka till batteriet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6E95-9C78-4E50-BAF1-B55F02A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40B9B-DE11-4D86-8330-00D69CF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AE258-6E6A-41DA-9837-EF9C3877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F0E2A-7F2B-4644-A331-BC5BFF35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91160-0365-4D2B-964F-A802FA5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AC3C6-E94B-4375-8A89-5065EA06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75A21-A533-4FA7-BADC-793771E5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76C782-D9F5-43BA-A29A-AA1A5CB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723A-963A-4F46-97CB-F7239CAC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E31F0-374A-4046-9ABF-C641AF05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7557-344E-4D58-BD53-38BF8EE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6248A1-677A-43F4-AE14-E179764E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3D2B4-76B0-4BA3-B5E3-CAE7399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463D55-9993-4D18-91BC-B9DEB42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8F1097-678A-4827-ADA5-0F19D2F2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D8A46-2603-47E7-A250-C7A1D000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82604-7667-4D6B-B8E0-074D6BFF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C4A8D3-75CA-4930-B61D-17D5A39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1B6A5D-86C5-48F0-A83C-3FF7F033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9109CE-325A-49BC-9407-4D61BE0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BAB2E9-2336-4ED4-B160-141F521E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C2259-1C5A-4F20-A4AD-A830C8CC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3A5C1-7923-4092-938A-7760E8F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C19EB1-AD62-47A1-9AF8-1B68CE3E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EBAE23-6F52-425A-9804-8A5D872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DDC195-14E9-4E74-B746-80E78597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48353"/>
            <a:ext cx="29337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Återledare till minus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70FE28-6CAA-445E-A8F2-374BC0AE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Ledaren från lampan tillbaka till minus kallas återledare.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4CA745-7FBE-416F-9132-883B5044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Återledaren är en del av den normala strömvägen.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F89D8-5583-45B9-B760-4FAF85C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a1c29d8d94a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Avbrott i återledaren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6F44C-D650-4513-A290-CCBA05B6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96063-9B8A-46DF-9EBC-C43B5B92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ED79F-2156-4567-A889-1E123E34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0EA92-FDA1-42FD-AFB3-EEFA712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B2E82-C602-4964-B0C8-42776321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11879-148A-4939-8B50-F1215D3D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B5074-9E34-4471-9EA6-CEC8A19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434740-E3C1-4025-86F6-4CC74FF2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671A7-1B26-4052-95F2-509313F5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18CEC-1DBF-445B-967E-EF02DCDF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B9E-24BE-497E-9881-681E060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B9223-D787-4F8B-8C66-8A24327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D5633-420C-4924-977B-50A06150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B207C-6458-4C28-9B0E-14B2883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AF310-CE86-4B91-A257-7D56E8DF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E461E-975B-472B-A450-5189BEA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5F102-C7DA-417A-8D85-21BE9B87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470785"/>
            <a:ext cx="712470" cy="953"/>
          </a:xfrm>
          <a:custGeom xmlns:a="http://schemas.openxmlformats.org/drawingml/2006/main">
            <a:pathLst>
              <a:path w="712470" h="953">
                <a:moveTo>
                  <a:pt x="0" y="0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D9688D-A69B-47E3-B16A-EE691494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59874-E4E4-409E-8F59-B95971E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sluten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C6B149-EBA0-4695-B662-10312C92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82C8E2-BFFA-48BA-BED6-6F2D12C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82E08-E9E4-490A-BE73-EB8B0FA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3ED085-C8AD-4122-8561-B23E1BED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420" y="4231005"/>
            <a:ext cx="1760220" cy="953"/>
          </a:xfrm>
          <a:custGeom xmlns:a="http://schemas.openxmlformats.org/drawingml/2006/main">
            <a:pathLst>
              <a:path w="1760220" h="953">
                <a:moveTo>
                  <a:pt x="17602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6DE7D-A969-404D-B6FE-1931C4F5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1257300" cy="953"/>
          </a:xfrm>
          <a:custGeom xmlns:a="http://schemas.openxmlformats.org/drawingml/2006/main">
            <a:pathLst>
              <a:path w="1257300" h="953">
                <a:moveTo>
                  <a:pt x="1257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7B705-5D39-47FE-944C-4B516C5D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89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F238C6-40BE-4D5C-8D17-61C9CAC5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152" y="419747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8E2768-E09E-4911-A6F5-71FFC1FB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602" y="4373499"/>
            <a:ext cx="138303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DC2965-02A5-4098-843E-FAB7992A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AECA9-E921-44FA-9D94-9D553348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00CD78-49A3-4E0E-90FD-00C389C3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Brytaren är sluten. Återledaren har ett avbrott.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50DE2-347D-4002-A840-6F1C2C59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1.1: Lyser lampan? Följ vägen och motivera.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B907C9-CAC8-49F7-92BF-9F950A7E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0a37dfcf54b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Ström genom en ledare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76734-C55C-45B7-9DD8-A6D16073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F5050-B991-49EB-9343-4A6B812B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80A34-8A55-40B0-B4D0-26C87975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A2112-9649-49CA-8938-8582B5B4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6AAC3-ADDB-4D3D-912E-CCEC7BB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6933F-C46B-4D9A-A8EF-5E5198B0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76BDA-F36B-43FF-8BB7-BC96F0E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F2DE4-F292-45DD-84A5-44447B0E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53A60-B9BF-4078-9968-D15976213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A9D7A8-4061-45CE-A261-D3AE261C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B17B0-FBBC-4ECF-B556-2E27EC96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A845D-6A62-4BB9-B8FC-E5B7C426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2F6B5-D6D3-4049-A99C-2A22F5E7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28A86-8BA4-4522-BFA1-678C97AC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C0EB5-8887-421A-8B59-716AD1EB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BD3AD-DB8D-4F0A-8E1E-9E081D5D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EEDE0-E088-4C26-9915-729D20AE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2BBD1-AD02-4229-BFF5-C9B8162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8330B3-7823-4305-A2C5-1FA0721A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40F1DF-85A8-4D4C-A1DA-AD601406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C0613-FD11-4F70-AFA7-10EFB93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230" y="226123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41910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4DA6E0-C954-49CC-B417-78719ADD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040761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Laddning passerar</a:t>
            </a:r>
          </a:p>
          <a:p xmlns:a="http://schemas.openxmlformats.org/drawingml/2006/main">
            <a:pPr>
              <a:defRPr sz="171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förbi denna punkt.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1A87A-AFEB-405B-8E4A-7D653BA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beskriver hur mycket elektrisk laddning som passerar per sekund.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E9D6F2-E513-4F0A-B299-4692CE34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Strömmens storlek anges i ampere (A).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F8CF3-3F6B-4E32-A7CF-2916FBFA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fd669dc4cf40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ström före och efter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9C01F-9372-4AE6-892C-01B57C6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50D01-C64B-4B01-B4A0-B0174C2C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96C06-CD20-4782-A196-781C51F6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8A93B-1F7C-4358-9BA3-DC195D4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A8DEA-B7DD-4D9D-B0F8-70A1FC1A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1381-EB0D-43EE-969F-369D98A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66718-2A76-4850-BE58-B59D79EB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BA33A-F8BF-4C11-B0BA-839C7C70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515096-9BD5-4BA8-AB29-083ADAE7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88C962-D95F-49F2-88B6-DDA554B0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A64EE-0915-445C-AD40-F13CB3FC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D3BA2-9D6E-4FA7-9F56-145B3BC0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84FEB-BEC3-47EF-BF2D-BB3C7C37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19B82-8B8C-460A-909D-BF006B3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04360-C3F8-46C0-9291-1920D39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4A841-2841-401E-9BBA-BE7BD3F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90ED8-DBDE-4B0D-8BDB-495F6075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4CF13-E1C1-402A-BE68-62DFC73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D3C4C-27D6-439F-AF03-66EBAB26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E7DD11-F5CD-425F-8947-A584C684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591093-6F31-4056-B868-9ACEE08E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656" y="2034921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76CA21-845A-4FC8-96DE-657683E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331589"/>
            <a:ext cx="125730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0,20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A3B5F3-144F-415C-928D-4FAD6155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den här slutna kretsen går samma ström genom hela vägen.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41FD8-D1FC-46B4-A139-8DC9412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Lampan omvandlar energi. Strömmen förbrukas inte i lampan.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4C9CE-27D5-407E-BC03-625648A3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91e497a6e4e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Batteriets märkning 12 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272A2-DB6D-4C25-A0B6-397F865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02D60-391E-4D53-98A7-37D0C20E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5C039-0B82-4BB7-84AC-4755D641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73B9D-A41A-44BA-9434-F0CA70FC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B407B-2119-4466-B762-ACA8ED41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48C7-D313-4993-9988-E6B5B646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CE3B5-93CD-48F7-9F86-A96743CF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71953"/>
            <a:ext cx="326898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0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50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Märkning: 12 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B0C7-A796-4BFA-9E84-70A0264A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318516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 betyder volt.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B69F2-C633-4B41-AC64-5F316D92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anger batteriets nominella spänning.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AE2F2-43A8-42B5-BBFE-B4260645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Spänningen gäller mellan batteriets två poler.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66A1C-75E1-4F29-91DC-A648A9EC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3c9efe318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mellan två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88FFF-9F0E-4093-A56C-38BB6E7C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72BF1-FF31-48CF-A080-AB4E74A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ED2EC-DE38-432F-BE86-C7D263CC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AE10CE-EEA0-4B17-9EB8-42BEA655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00858-445F-47E5-839A-CBDE9235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FAD2E8-953E-4F33-9835-FD491D7F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8C7A0-CDC7-4422-A801-A7771C1A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54380" cy="953"/>
          </a:xfrm>
          <a:custGeom xmlns:a="http://schemas.openxmlformats.org/drawingml/2006/main">
            <a:pathLst>
              <a:path w="754380" h="953">
                <a:moveTo>
                  <a:pt x="0" y="0"/>
                </a:moveTo>
                <a:lnTo>
                  <a:pt x="7543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3F1C-CB62-4F7D-B12F-18AEC539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2470785"/>
            <a:ext cx="1047750" cy="953"/>
          </a:xfrm>
          <a:custGeom xmlns:a="http://schemas.openxmlformats.org/drawingml/2006/main">
            <a:pathLst>
              <a:path w="1047750" h="953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4ED96-E4A4-4371-89E8-663EDDB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7078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CEC45-7609-485D-8B0F-1669DD1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35089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A685B7-DFF2-4758-9B79-4AD10A0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769995"/>
            <a:ext cx="1047750" cy="953"/>
          </a:xfrm>
          <a:custGeom xmlns:a="http://schemas.openxmlformats.org/drawingml/2006/main">
            <a:pathLst>
              <a:path w="1047750" h="953">
                <a:moveTo>
                  <a:pt x="10477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2E011C-105B-46A3-9222-E72FF182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930" y="3560445"/>
            <a:ext cx="953" cy="209550"/>
          </a:xfrm>
          <a:custGeom xmlns:a="http://schemas.openxmlformats.org/drawingml/2006/main">
            <a:pathLst>
              <a:path w="953" h="209550">
                <a:moveTo>
                  <a:pt x="0" y="2095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08F15-B129-47EB-A16D-AC9EC6B3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754380" cy="953"/>
          </a:xfrm>
          <a:custGeom xmlns:a="http://schemas.openxmlformats.org/drawingml/2006/main">
            <a:pathLst>
              <a:path w="754380" h="953">
                <a:moveTo>
                  <a:pt x="75438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32921-9163-4BA6-B98F-14D5547D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80335"/>
            <a:ext cx="670560" cy="670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5B2AA8-5EFA-45AD-9A16-6E3D596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5478" y="2822829"/>
            <a:ext cx="29337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1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1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4CCDB-AA2F-420B-9ED3-412A7225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2847975"/>
            <a:ext cx="10058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46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46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F4BFFD-C24A-44EF-A175-43C0294F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Mätaren jämför den elektriska potentialen vid plus och minus.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49813-D1D9-4791-8BE3-253CB6CC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Spänning mäts i volt (V).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69C9D-EC5B-462D-826C-3B0D1C4C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c4a3783814c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när brytaren är öppen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60D89-E0F3-4D84-8694-DA40813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804D8-9C2B-4719-AA7C-BACAC71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E0F03-AE01-4EE7-BE6B-1384F8B6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15863-6D32-4AB6-9DD8-9DE01B22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B8206B-1CF5-49F8-A28C-5739970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71205-B778-44A8-A16B-0FB12902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76F03-09DF-4067-BD0B-CC817635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6124" y="269709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B0587-A8A7-4C1E-A348-B60ACF6F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79320-E2D1-417C-B914-E163D0E6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326" y="278930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2563-13F2-4AE2-BA93-764D79B7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B82D2-0718-4CCD-A73C-17B38DA2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83B0C-0B8B-4BE6-8C88-72616C99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D31A0C-61A8-4B9C-86BC-9F4BBA26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7B0F0-953D-47F4-91C2-441222D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377190" cy="953"/>
          </a:xfrm>
          <a:custGeom xmlns:a="http://schemas.openxmlformats.org/drawingml/2006/main">
            <a:pathLst>
              <a:path w="377190" h="953">
                <a:moveTo>
                  <a:pt x="0" y="0"/>
                </a:moveTo>
                <a:lnTo>
                  <a:pt x="3771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3532C-8A07-4F1E-9505-82496A65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05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B7AB9A-47DB-4859-B2F5-9F6643C0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0EB40-DACA-45D8-95DE-752285F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580" y="2152269"/>
            <a:ext cx="712470" cy="318516"/>
          </a:xfrm>
          <a:custGeom xmlns:a="http://schemas.openxmlformats.org/drawingml/2006/main">
            <a:pathLst>
              <a:path w="712470" h="318516">
                <a:moveTo>
                  <a:pt x="0" y="318516"/>
                </a:moveTo>
                <a:lnTo>
                  <a:pt x="7124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F30EE-E39E-4C7D-9894-6D963034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0785"/>
            <a:ext cx="461010" cy="953"/>
          </a:xfrm>
          <a:custGeom xmlns:a="http://schemas.openxmlformats.org/drawingml/2006/main">
            <a:pathLst>
              <a:path w="461010" h="953">
                <a:moveTo>
                  <a:pt x="0" y="0"/>
                </a:moveTo>
                <a:lnTo>
                  <a:pt x="461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84B7FA-F160-4380-A3CE-71BCEB2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1691259"/>
            <a:ext cx="2263140" cy="3855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Brytare öppen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C11E6-57FA-4802-8C9A-E5D97602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54915-7DA7-4FDF-BD45-7F5FF971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44335E-1B0D-41BC-AD7E-0CEC292C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D65A44-FB4E-4D20-8F14-82CEC10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3C9CB-321D-41D6-9E40-52564D0E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A9038-AD5E-4AA5-B874-0A166AB8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0D4002-4C64-4CBF-8155-977DAB0F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310134" cy="953"/>
          </a:xfrm>
          <a:custGeom xmlns:a="http://schemas.openxmlformats.org/drawingml/2006/main">
            <a:pathLst>
              <a:path w="310134" h="953">
                <a:moveTo>
                  <a:pt x="0" y="0"/>
                </a:moveTo>
                <a:lnTo>
                  <a:pt x="31013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84CE2-225B-4B2B-8B54-CB7CCBD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684" y="1850517"/>
            <a:ext cx="953" cy="620268"/>
          </a:xfrm>
          <a:custGeom xmlns:a="http://schemas.openxmlformats.org/drawingml/2006/main">
            <a:pathLst>
              <a:path w="953" h="620268">
                <a:moveTo>
                  <a:pt x="0" y="6202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EBD48E-0E67-4050-8247-B366DB09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2112264" cy="953"/>
          </a:xfrm>
          <a:custGeom xmlns:a="http://schemas.openxmlformats.org/drawingml/2006/main">
            <a:pathLst>
              <a:path w="2112264" h="953">
                <a:moveTo>
                  <a:pt x="211226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7C42D-4D2F-465D-886B-A484D05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1850517"/>
            <a:ext cx="953" cy="871728"/>
          </a:xfrm>
          <a:custGeom xmlns:a="http://schemas.openxmlformats.org/drawingml/2006/main">
            <a:pathLst>
              <a:path w="953" h="871728">
                <a:moveTo>
                  <a:pt x="0" y="0"/>
                </a:moveTo>
                <a:lnTo>
                  <a:pt x="0" y="8717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281A7C-B6DF-44E5-9D00-B9E396E3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3308985"/>
            <a:ext cx="953" cy="737616"/>
          </a:xfrm>
          <a:custGeom xmlns:a="http://schemas.openxmlformats.org/drawingml/2006/main">
            <a:pathLst>
              <a:path w="953" h="737616">
                <a:moveTo>
                  <a:pt x="0" y="0"/>
                </a:moveTo>
                <a:lnTo>
                  <a:pt x="0" y="737616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461CC5-B84F-41D5-8211-5F894DC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" y="4046601"/>
            <a:ext cx="2095500" cy="953"/>
          </a:xfrm>
          <a:custGeom xmlns:a="http://schemas.openxmlformats.org/drawingml/2006/main">
            <a:pathLst>
              <a:path w="2095500" h="953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DF95C1-1272-48EC-AD99-9D2D9014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60445"/>
            <a:ext cx="953" cy="486156"/>
          </a:xfrm>
          <a:custGeom xmlns:a="http://schemas.openxmlformats.org/drawingml/2006/main">
            <a:pathLst>
              <a:path w="953" h="486156">
                <a:moveTo>
                  <a:pt x="0" y="4861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8FBD47-27FB-419B-8BC4-7E648DF9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293370" cy="953"/>
          </a:xfrm>
          <a:custGeom xmlns:a="http://schemas.openxmlformats.org/drawingml/2006/main">
            <a:pathLst>
              <a:path w="293370" h="953">
                <a:moveTo>
                  <a:pt x="29337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259EB7-C53D-4F89-8574-2C87316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2245"/>
            <a:ext cx="586740" cy="5867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4591E2-CE3C-4387-8291-0D1DA73E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" y="2822829"/>
            <a:ext cx="301752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82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82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E1A4E9-CD01-45AF-995C-377C2254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722" y="3979545"/>
            <a:ext cx="121539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80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80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49C38-8091-4D50-9830-3FF87DD3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Batteriet har fortfarande spänning mellan polerna.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E9392E-AD96-45F1-8674-4FCD2A34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1.2: Vad händer med lastströmmen och batteriets spänning?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63D894-C258-4834-A6BD-5B8DB4A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737afffd642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Spänning och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5D4928-F2C7-4A0E-B109-5496A10B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Spänning mellan två punkter: volt (V).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Ström genom en strömväg: ampere (A).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03FBB-2A2A-4DE2-BBDD-8FC20AA5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Vilket värde gäller mellan punkter, och vilket gäller genom en väg?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55A9F-36C2-4948-965E-2BC6605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c6731b26c40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Samma spänning, olika ström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B4021-11BE-4EC3-8176-497A2E60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Två komponenter får 12 V var. Strömmen blir olika stor.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Resistor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D0518-9996-4480-8195-E9C9CCCC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är lika i exemplen? Vad skiljer dem åt?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23901-EBD1-47F6-B5F4-8EE90FDD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26e22a0ec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Resistans hos ett motstånd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399FB-1104-4FAB-85C8-E6909375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CB76C-ED59-4547-8D46-5CD007A7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21087-6187-4DAF-A6CB-4C38311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6B08C-A809-4A0D-9DB8-2F3EDB93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1E6C99-BCD6-44D2-829E-EC8DD1BA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233BF-02F0-4795-8F30-4CC51173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A1C82-F224-4150-8613-05483AD4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3764" y="2697099"/>
            <a:ext cx="301752" cy="637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02C07D-50A3-4DAB-B7B8-E5FD322F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873121"/>
            <a:ext cx="1215390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Motstånd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BAB8AA-626F-4E4E-A542-95D37F8B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6357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0F82BD-194C-4843-833B-8F09AAE3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300603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85EC9-C643-4631-AF91-02FA2699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1005840" cy="953"/>
          </a:xfrm>
          <a:custGeom xmlns:a="http://schemas.openxmlformats.org/drawingml/2006/main">
            <a:pathLst>
              <a:path w="1005840" h="953">
                <a:moveTo>
                  <a:pt x="0" y="0"/>
                </a:moveTo>
                <a:lnTo>
                  <a:pt x="10058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2EF7-0230-4186-A1B4-B0F10F5B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1390" y="2470785"/>
            <a:ext cx="1550670" cy="953"/>
          </a:xfrm>
          <a:custGeom xmlns:a="http://schemas.openxmlformats.org/drawingml/2006/main">
            <a:pathLst>
              <a:path w="1550670" h="953">
                <a:moveTo>
                  <a:pt x="0" y="0"/>
                </a:moveTo>
                <a:lnTo>
                  <a:pt x="155067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0497B-559C-48DA-8051-AF2C6C44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2470785"/>
            <a:ext cx="1592580" cy="953"/>
          </a:xfrm>
          <a:custGeom xmlns:a="http://schemas.openxmlformats.org/drawingml/2006/main">
            <a:pathLst>
              <a:path w="1592580" h="953">
                <a:moveTo>
                  <a:pt x="0" y="0"/>
                </a:moveTo>
                <a:lnTo>
                  <a:pt x="1592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DA069-9222-4789-83A6-E055F6C4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2470785"/>
            <a:ext cx="953" cy="226314"/>
          </a:xfrm>
          <a:custGeom xmlns:a="http://schemas.openxmlformats.org/drawingml/2006/main">
            <a:pathLst>
              <a:path w="953" h="226314">
                <a:moveTo>
                  <a:pt x="0" y="0"/>
                </a:moveTo>
                <a:lnTo>
                  <a:pt x="0" y="22631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B114A-72BC-42F2-94DD-F745071C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640" y="3334131"/>
            <a:ext cx="953" cy="896874"/>
          </a:xfrm>
          <a:custGeom xmlns:a="http://schemas.openxmlformats.org/drawingml/2006/main">
            <a:pathLst>
              <a:path w="953" h="896874">
                <a:moveTo>
                  <a:pt x="0" y="0"/>
                </a:moveTo>
                <a:lnTo>
                  <a:pt x="0" y="89687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9201B5-91FF-4631-9303-1D8F7512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4231005"/>
            <a:ext cx="3604260" cy="953"/>
          </a:xfrm>
          <a:custGeom xmlns:a="http://schemas.openxmlformats.org/drawingml/2006/main">
            <a:pathLst>
              <a:path w="3604260" h="953">
                <a:moveTo>
                  <a:pt x="360426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E5148-9DD4-4544-A5F5-FEBA2E47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0380" y="3560445"/>
            <a:ext cx="953" cy="670560"/>
          </a:xfrm>
          <a:custGeom xmlns:a="http://schemas.openxmlformats.org/drawingml/2006/main">
            <a:pathLst>
              <a:path w="953" h="670560">
                <a:moveTo>
                  <a:pt x="0" y="67056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7E643-74EC-42AF-A063-D646077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544830" cy="953"/>
          </a:xfrm>
          <a:custGeom xmlns:a="http://schemas.openxmlformats.org/drawingml/2006/main">
            <a:pathLst>
              <a:path w="544830" h="953">
                <a:moveTo>
                  <a:pt x="54483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0BBD2-195F-45BC-A390-C6938FE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Resistans är en egenskap hos motståndet. Enheten är ohm (Ω).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ACCEB0-EE14-4174-B6AD-D234A520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Vid samma spänning ger större resistans mindre ström.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37F37-3077-4798-8FA4-5DE59F50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19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05a2a1fde44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Kiloohm och milliampere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409A4-8292-49FF-8D06-805247EF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= 1 000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mA = 0,001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86627-6C91-497A-AA8C-D92C3CAC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2 kΩ = 2 000 Ω. Hur skriver vi 12 mA i A?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FF2A6-1A1F-4621-BB12-95B2C47B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33ed0db90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Sambandet blir synligt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38E65-5A78-4405-A284-73DFF8B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 håller spänningen lika och jämför resistanserna.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Spänning U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Resistans R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Ström I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12 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2 000 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6 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C877C-930C-492D-9E5A-D95F08B1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väntar du dig vid 12 V och 4 000 Ω?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B46AA-4409-404C-9C88-313E1C79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d9b1d2fbf46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Ohms lag för strömmen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1ED1EC-A6AC-4625-9AF4-35F92F6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U / 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8EBCD-3466-4861-A02B-4A5DB703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Ström = spänning delad med resistans.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1DC6B-F8BB-46EA-973C-5B0CA401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bdf8f8b64d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exempel tillsammans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D02FF-1C2B-471E-B44B-F2311DA5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2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2 000 A = 0,006 A = 6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ABF36-87E0-45AC-97D0-B8522D6C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Givna värden, rätt enheter, uträkning och rimlighetskontroll.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D2590-1D98-413E-BB19-BA5781F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a08581af944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exempel med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EAE0B-E3C4-4FB6-975C-C08F8BE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över 3 kΩ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3 kΩ = ____ Ω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 = 12 / ____ A = ____ 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0F16E-A923-4F23-A4C7-74EEE34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E3: Fyll i stegen och förklara enheten.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E362D-D822-4219-B214-DBD3E87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df1a48f234b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Egen beräkning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72EA5-5850-4A96-952F-91C016FF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A: 12 V över 4 kΩ.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B: 24 V över 4 kΩ.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6FB29-C3C4-439B-869F-757CD01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1.4: Beräkna strömmen. Förklara skillnaden mellan A och 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5AB72F-24CD-4874-9A2B-EEE9B14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666d10c1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Begreppen i samma krets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2E4BB-7D15-4297-B2FD-17C2807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7667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U beskriver spänningen. I beskriver strömmen. R beskriver resistansen.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76200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428875"/>
                <a:gridCol w="24765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Storhet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Bokstav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Enhet</a:t>
                      </a:r>
                    </a:p>
                  </a:txBody>
                  <a:tcPr marL="91440" marR="91440" marT="45720" marB="45720">
                    <a:solidFill>
                      <a:srgbClr val="07539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Spänning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U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volt (V)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Ström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ampere (A)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Resistans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2A3A"/>
                          </a:solidFill>
                          <a:latin typeface="Calibri"/>
                          <a:ea typeface="Calibri"/>
                          <a:cs typeface="Calibri"/>
                        </a:rPr>
                        <a:t>ohm (Ω)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41A08-E806-45BC-A443-5C95A513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Vilka delar av exemplet beskriver U, I och 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C11ECD-69FB-446D-AFA7-8651689D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1c076c3a5047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Lampan omvandlar energi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358C6-EB3C-40AA-ADB7-60009BC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08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6E9EA-0CA9-4900-B2E5-556497CB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1F5A1-607D-41CE-A91F-AEDF67D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564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7B11-6AD6-4085-A937-A2709045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146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Lampa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FF26C-95DE-4C80-AE3A-2AB5730A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039" y="2852738"/>
            <a:ext cx="2037398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ADC6D-4124-45F8-B1B0-9A424D92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3621" y="2941320"/>
            <a:ext cx="1860233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Ljus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och värme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FCBD9F-3B28-435D-82A8-8C878A88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3384233"/>
            <a:ext cx="620077" cy="953"/>
          </a:xfrm>
          <a:custGeom xmlns:a="http://schemas.openxmlformats.org/drawingml/2006/main">
            <a:pathLst>
              <a:path w="620077" h="953">
                <a:moveTo>
                  <a:pt x="0" y="0"/>
                </a:moveTo>
                <a:lnTo>
                  <a:pt x="6200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FE3A3-F220-401E-A8E1-6184CE3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961" y="3384233"/>
            <a:ext cx="620078" cy="953"/>
          </a:xfrm>
          <a:custGeom xmlns:a="http://schemas.openxmlformats.org/drawingml/2006/main">
            <a:pathLst>
              <a:path w="620078" h="953">
                <a:moveTo>
                  <a:pt x="0" y="0"/>
                </a:moveTo>
                <a:lnTo>
                  <a:pt x="620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CEBA7-3E4E-4489-ABBA-78E8B91C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276951"/>
            <a:ext cx="292322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Elektrisk energi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C814B-CF95-4729-8D46-A21000F8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671" y="4624388"/>
            <a:ext cx="7263765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Energin omvandlas. Laddningen förbrukas inte i lampan.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56065-C01B-4040-B198-B41D763D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Energiflöde. Detta är inte ett kopplingsschema.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C9DB1-4396-467B-A0EB-91558B8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82dbd3e0b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lampor på samma batteri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DF238-CAD3-48C5-A89F-CF6DE747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BF664-5D9E-42E9-A13E-6D57DE92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DE11D-DDD7-4986-AF62-621BE7A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5F1BB-2473-4DB1-9803-8A073A0F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725DA-DE00-4DA7-B7C7-15B21F01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D5B6-E5F0-4B45-BA0A-3592448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C6E1F-6F7E-4712-A755-94E52CBD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16C79-98A6-4018-ADAB-C11B824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1CA9BB-3B18-48DB-9014-45755B43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2E478B-3B88-47A9-9DA1-482E6FCE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DC6358-37B0-4AEE-8F51-3303C90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993347-6373-4CB3-ACF2-FCBA146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10A69-BA49-4726-AC53-300FAA75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FC1477-11A7-46FE-AA76-D9213C66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5CEC2-87E8-4358-84E1-D76E9EA8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FDBA7-7E5E-420F-BEDB-F3B0CB6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E9BE87-BDFD-42F9-B396-A0871125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3C32E9-6B3E-4A5E-99A0-CC9A808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0C251B-FDD4-46A0-A8F1-DED4609B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579A31-2B3D-40DD-ADCB-BED07D94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31D044-8C00-448D-9D36-26D94614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C509D5-8DDB-4D56-99DA-C7391AB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FAAC87-0ADA-45A7-8E3F-222DC4A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0F7082-7B5A-41CE-813B-4D4E6B2A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37E902-8CBD-46BF-AB2D-6BC22C86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4CEBFA-68A0-491A-B33C-3930ADEF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923B71-9B61-458F-9534-498056E6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3634C6-7F2E-46B0-A654-96C5201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13E17D-B246-4246-9F73-51D7118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1BB2A-A678-44FE-A71C-D72380F9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51E78E-D6CA-439D-A15C-DF27B1E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8C6E59-3525-43B8-AE2A-EC615E09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Varje lampa har en egen strömväg mellan plus och minus.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E460EA-F76D-4460-AE38-443A8107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Detta kallar vi parallellkoppling.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9F30D-1E7F-4D43-BF67-6060228B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129781fd64e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Ett avbrott i en lampgren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35203-70DC-4C8B-BF54-E16A9ED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06A78-E44E-4673-871C-396D320B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97F52-6E01-4493-B228-11569CB6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FD2B7-A426-4F25-8AA0-4F3DA24D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58A77-E470-47B2-B12F-0F3DCE69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4397D-C6A0-4A99-89DA-EE98034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C876D-ACDB-4435-9CF5-47E3B344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084D1-A149-4056-BCB6-187F93C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1C707-BC6A-4F0D-8305-68A20A4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12EBFF-88D9-4EC5-843C-C757B9B3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66CF8-38C9-4F2A-8478-28406E7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B7352-231A-435D-9BEE-E016F793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BDDC7D-77A9-42EF-B269-215D00A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9B4669-F4A7-41EF-88CA-43BABD4A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79AB9-1056-4367-82DF-771A11DD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483C90-2987-4D24-AEDF-4B39906A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4EF8A0-301F-4999-8C20-1263F95B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829D4F-2E43-4F4D-8CFF-D894E88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25274-92FE-4DF3-9675-C4104FBC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BECE5-7B6F-4811-8821-5AC5D08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CD25E9-A064-413C-9CAD-3B566C80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7AE27-EBFF-4DFC-9762-F927C973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9A4FDC-C193-42A8-848E-29715AD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80886D-6007-4AA4-9CD0-B83984BA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76BE1-0269-4FA6-AD84-B47B4F8E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9064C8-40CF-4E66-97B8-716CA193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7BAD1-B6BC-452D-B6E0-D71080B0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1866D5-2FB1-4252-8AE7-247AF4E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B3EFCD-C922-4308-B244-C6CD0421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C39FA9-F449-4191-97BC-33CAA4ED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4BE2F8-89B2-40E7-8E1C-AC74FA70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767D3-E0DC-4ABE-988C-BA609117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AFD01-9040-4190-A8A8-E1897B5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04659F-6F4E-4470-9E76-7368C169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1F1A6A-9832-4B8F-AB91-5FD51F47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559D4C-0D71-4099-8A6B-4FAF0109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ledare i den övre lampgrenen har ett avbrott.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0C5B9-A012-4325-AF3F-7930E969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1.5: Vilken lampa kan fortfarande lysa? Varför?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28F658-1AD9-4757-A121-7332C413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29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5a5e61d3541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Felsökning i två lampgrenar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B7F66-6E82-447B-96DA-50F5AA88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C4B8D-8D8E-417C-8674-6F65944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C3B2A-5061-418E-AFB8-0B015620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261FD-A9B7-44A0-8164-8F186229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3A0A3-F3CE-460C-BDCB-A114D65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899F8-8DCD-4601-B417-C8E530AC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FE6603-274F-4F6C-9C3B-E8B814BE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02C63-9539-404E-A335-E83FB850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D1803-658D-4107-A2E9-1666D9CF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A41A5E-0651-440D-97D2-D1F71051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8BA61-ECA6-4DBB-A901-91074EEA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EA1B8-7F1C-4927-9894-EB5C5CF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7AF4-C1B1-44C2-82A1-818F6D77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9E3901-8B57-44CD-8637-22A1F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9ED73-778D-4678-9859-CB1F125F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E1E60B-6058-4C03-AB83-ECC1215B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670560" cy="953"/>
          </a:xfrm>
          <a:custGeom xmlns:a="http://schemas.openxmlformats.org/drawingml/2006/main">
            <a:pathLst>
              <a:path w="670560" h="953">
                <a:moveTo>
                  <a:pt x="0" y="0"/>
                </a:moveTo>
                <a:lnTo>
                  <a:pt x="6705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518018-8C30-4A3F-B841-FE577EC0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51685"/>
            <a:ext cx="938784" cy="953"/>
          </a:xfrm>
          <a:custGeom xmlns:a="http://schemas.openxmlformats.org/drawingml/2006/main">
            <a:pathLst>
              <a:path w="938784" h="953">
                <a:moveTo>
                  <a:pt x="0" y="0"/>
                </a:moveTo>
                <a:lnTo>
                  <a:pt x="9387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310A3-2E80-419D-825C-7A63CF7C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87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1837DF-FD71-43B0-AC30-AA2E9BF4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52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32D7C9-3A94-4DBE-922C-65BCA53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906" y="1632585"/>
            <a:ext cx="13411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E8711-9C9C-473B-8839-01C5C87D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3BF91-AE64-4FA0-9CF5-BDB80BB8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395E0-AB38-474A-A80F-1F34B1B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B6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EC2163-5D39-46D1-A9BA-AA4746F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8A3E40-B407-47E0-B8BB-6C831109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0CAFD-C7AE-4A44-81BF-BBEB982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A13301-1314-4091-9B0C-B6B84275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AF32C0-C86B-413A-A2E5-3EFB7B07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C00CF4-D46C-4CE4-AB22-50C4B41B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B9BF99-9CB1-4F96-9EF8-BFE6F26D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31080-0C81-43BE-95FD-C6C966BA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EE8AB9-E544-426E-AB27-75D5304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2137410" cy="953"/>
          </a:xfrm>
          <a:custGeom xmlns:a="http://schemas.openxmlformats.org/drawingml/2006/main">
            <a:pathLst>
              <a:path w="2137410" h="953">
                <a:moveTo>
                  <a:pt x="21374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89290-660D-43AA-9A3D-43E7DC35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C66093-9083-4125-A9DC-DC22A3F2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3F4CBC-D9A7-4066-89AC-0B613FEC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510" y="4599813"/>
            <a:ext cx="301752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007C65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007C65"/>
                </a:solidFill>
                <a:latin typeface="Calibri"/>
                <a:ea typeface="Calibri"/>
                <a:cs typeface="Calibri"/>
              </a:rPr>
              <a:t>Gemensam återledare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75218-CA24-4D4A-8CC0-88B91B61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Följ strömvägen för den undre lampan.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F31B1F-EDDA-4908-B9E0-20CA89C5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E5 B: Vad händer vid ett avbrott i den gemensamma återledaren?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2AB356-4F64-434A-B516-BC7359C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50c2033894a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Två släckta lampor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B6E8C4-E201-4F20-8FF4-15518C73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" y="2261235"/>
            <a:ext cx="14249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22DD6-3C07-490D-BFA5-F84582F3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39593"/>
            <a:ext cx="1089660" cy="3771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Batteri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9C4C14-72CC-4E78-8654-1089DF54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2261235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7FA8D-3043-495A-A416-1742FE60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606" y="3417951"/>
            <a:ext cx="37719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48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48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B205B-1EAA-47B1-93A8-44173D4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24372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63EA6-BDE3-4BE1-BF81-0A357341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022" y="352691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AF101-C1E4-4DFA-A0BD-F72BFC0C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0785"/>
            <a:ext cx="796290" cy="953"/>
          </a:xfrm>
          <a:custGeom xmlns:a="http://schemas.openxmlformats.org/drawingml/2006/main">
            <a:pathLst>
              <a:path w="796290" h="953">
                <a:moveTo>
                  <a:pt x="0" y="0"/>
                </a:moveTo>
                <a:lnTo>
                  <a:pt x="7962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4012C-ABC6-422B-8055-D8E6054F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419100"/>
          </a:xfrm>
          <a:custGeom xmlns:a="http://schemas.openxmlformats.org/drawingml/2006/main">
            <a:pathLst>
              <a:path w="953" h="419100">
                <a:moveTo>
                  <a:pt x="0" y="419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E1E1-1C8E-41CD-89AC-48A4F1D2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953" cy="1693164"/>
          </a:xfrm>
          <a:custGeom xmlns:a="http://schemas.openxmlformats.org/drawingml/2006/main">
            <a:pathLst>
              <a:path w="953" h="1693164">
                <a:moveTo>
                  <a:pt x="0" y="0"/>
                </a:moveTo>
                <a:lnTo>
                  <a:pt x="0" y="1693164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EBE8A-6B8A-4ACB-A272-A6CE815A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E84D0-B0EA-4CAC-AFFF-1F8AE81D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831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7F1DD-EC6E-41F7-A5E8-78A4BE44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1733169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D47B8-F14B-47DB-877A-02FF6CA0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BB34D-DB69-4CBB-861D-B79EFFC2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1825371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4AF272-A5BB-409F-8353-94405B95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2428875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79F16B-4E80-4B3E-8AB1-2670FD5C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51685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F2277-8117-4003-A1E0-20FF021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2051685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B72AF7-2D10-4A79-BC7D-CA6843A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201815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EF94A-F8FD-4AB1-B80F-024A8A5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834" y="3426333"/>
            <a:ext cx="637032" cy="637032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D9D51-BDD1-4262-81EE-E41FD221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0"/>
                </a:moveTo>
                <a:lnTo>
                  <a:pt x="452628" y="452628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D8572-B8CE-43E1-9DCE-57EFBD05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36" y="3518535"/>
            <a:ext cx="452628" cy="452628"/>
          </a:xfrm>
          <a:custGeom xmlns:a="http://schemas.openxmlformats.org/drawingml/2006/main">
            <a:pathLst>
              <a:path w="452628" h="452628">
                <a:moveTo>
                  <a:pt x="0" y="452628"/>
                </a:moveTo>
                <a:lnTo>
                  <a:pt x="4526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EBC9D-F285-4369-AB65-EF6B5AB4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666" y="4122039"/>
            <a:ext cx="155067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16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1716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Lampa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90628-FD2E-410A-B6E2-59591A9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744849"/>
            <a:ext cx="2237994" cy="953"/>
          </a:xfrm>
          <a:custGeom xmlns:a="http://schemas.openxmlformats.org/drawingml/2006/main">
            <a:pathLst>
              <a:path w="2237994" h="953">
                <a:moveTo>
                  <a:pt x="0" y="0"/>
                </a:moveTo>
                <a:lnTo>
                  <a:pt x="22379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A22ED-06F7-4C01-8808-9D51C4DF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866" y="3744849"/>
            <a:ext cx="1232154" cy="953"/>
          </a:xfrm>
          <a:custGeom xmlns:a="http://schemas.openxmlformats.org/drawingml/2006/main">
            <a:pathLst>
              <a:path w="1232154" h="953">
                <a:moveTo>
                  <a:pt x="0" y="0"/>
                </a:moveTo>
                <a:lnTo>
                  <a:pt x="12321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FF81E9-4554-4139-832C-6A02C544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492" y="3711321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A3A"/>
          </a:solidFill>
          <a:ln xmlns:a="http://schemas.openxmlformats.org/drawingml/2006/main" w="23813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56F0F-0229-498D-902E-75FF814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2051685"/>
            <a:ext cx="953" cy="2388870"/>
          </a:xfrm>
          <a:custGeom xmlns:a="http://schemas.openxmlformats.org/drawingml/2006/main">
            <a:pathLst>
              <a:path w="953" h="2388870">
                <a:moveTo>
                  <a:pt x="0" y="0"/>
                </a:moveTo>
                <a:lnTo>
                  <a:pt x="0" y="238887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D3BD47-C32C-4716-8562-FAEF0575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970" y="4440555"/>
            <a:ext cx="2305050" cy="953"/>
          </a:xfrm>
          <a:custGeom xmlns:a="http://schemas.openxmlformats.org/drawingml/2006/main">
            <a:pathLst>
              <a:path w="2305050" h="953">
                <a:moveTo>
                  <a:pt x="23050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46F0AE-864E-44B4-9EFE-5F8B8EDD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4440555"/>
            <a:ext cx="1466850" cy="953"/>
          </a:xfrm>
          <a:custGeom xmlns:a="http://schemas.openxmlformats.org/drawingml/2006/main">
            <a:pathLst>
              <a:path w="1466850" h="953">
                <a:moveTo>
                  <a:pt x="14668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172A3A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464D8B-A93E-4EDB-BDE0-1A4AE120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44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99CBD-D966-41AD-A404-F671437B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882" y="4407027"/>
            <a:ext cx="67056" cy="6705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400"/>
          </a:solidFill>
          <a:ln xmlns:a="http://schemas.openxmlformats.org/drawingml/2006/main" w="23813">
            <a:solidFill>
              <a:srgbClr val="A35400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3E032-AB99-422D-A79A-4543DEFA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9006" y="4591431"/>
            <a:ext cx="1424940" cy="335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84" b="0">
                <a:solidFill>
                  <a:srgbClr val="A35400"/>
                </a:solidFill>
                <a:latin typeface="Calibri"/>
                <a:ea typeface="Calibri"/>
                <a:cs typeface="Calibri"/>
              </a:defRPr>
            </a:pPr>
            <a:r>
              <a:rPr sz="1584" b="0">
                <a:solidFill>
                  <a:srgbClr val="A35400"/>
                </a:solidFill>
                <a:latin typeface="Calibri"/>
                <a:ea typeface="Calibri"/>
                <a:cs typeface="Calibri"/>
              </a:rPr>
              <a:t>Avbrott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7F4B43-FDC0-4D86-9773-73B3F079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3560445"/>
            <a:ext cx="953" cy="880110"/>
          </a:xfrm>
          <a:custGeom xmlns:a="http://schemas.openxmlformats.org/drawingml/2006/main">
            <a:pathLst>
              <a:path w="953" h="880110">
                <a:moveTo>
                  <a:pt x="0" y="88011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C45832-680E-4075-BF13-3629FC65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60445"/>
            <a:ext cx="461010" cy="953"/>
          </a:xfrm>
          <a:custGeom xmlns:a="http://schemas.openxmlformats.org/drawingml/2006/main">
            <a:pathLst>
              <a:path w="461010" h="953">
                <a:moveTo>
                  <a:pt x="46101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146">
            <a:solidFill>
              <a:srgbClr val="007C65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734C8D-2BEA-46D9-98DF-82880C35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771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gemensamt fel kan påverka båda lamporna.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99054F-486B-466D-A792-0F4674A0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behöver vi veta för att skilja möjliga felorsaker åt?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E0DD25-3EF0-4BC9-84EA-3FFC765D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4a7a649ae47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 dålig anslutning kan bli varm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79716-EC82-4731-A929-DAC3BB3A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anslutning med förhöjd resistans kan ge spänningsfall och värme.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4C75A-632A-4E40-BA6D-3B6378E5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lampa som lyser visar inte att alla anslutningar är säkra.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07DB5-B254-4C48-896D-C454E003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7ec47ce5f3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Skydd mot elektrisk fara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0F6B2-9E1D-4CDE-9BFC-9FECDDF6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Isolation och kapsling hindrar oavsiktlig kontakt.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Överströmsskydd kan bryta vid för hög ström.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837706-1C62-4C45-935C-541552A7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Skydden har olika uppgifter och måste passa systemet.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F772C-CEE2-4EF8-9F48-4769B10F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d64609d094d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Länspump och arbetsbelysning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9F758-744D-4F63-A717-24C7FE1C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gemensam matning försörjer pumpen och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Ett fel misstänks i belysningen.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Frånkoppling stoppar även länspumpen.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B1DC3-A187-445D-A292-E61CF0B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1.6: Vad måste klarläggas innan den gemensamma matningen kopplas bort?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B78CC-01F5-4FF5-94E0-A1B1443B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ff13f1226f4d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Underlag före en åtgärd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920AE-55C5-4035-A186-8737928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Kretsens förbindelser och driftens behov behöver vara kända.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B160-9357-499B-AF45-35D98EF7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Vilken elektrisk fara finns, och vilka funktioner påverkas?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D0D80E-A140-4F2E-80A1-70EB7809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206cdc5aa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Mätvärde och slutsats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E162E-F66E-4AEA-99DC-CCCA63DD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12,0 V vid batteriet. 11,9 V över lampan. Lampan lyser.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619A0-E3FF-4195-8248-CE6F0494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Vad visar underlaget? Vilka kontroller saknas fortfarande?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F1B2B-ED2D-4ACB-B2A3-4F1D385A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cf140d684b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Tillämpning utan stöd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1D9A6-531F-46FA-BFA1-A64E7236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 på 2 kΩ får 12 V. Återledaren kan öppnas med en brytare.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45B0AE-1135-4CFB-9C1A-46DCDAC9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Övning 1.7: Beräkna, förklara avbrottet och bedöm vad mätvärdet visar.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37405-A84F-4CA2-94C9-F93E68B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baf2b3dd04a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Nästa steg i kursen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219BD-46FB-427C-B6F5-5AB5AC4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Nästa föreläsning fördjupar riskbedömning och säkra arbetsrutiner.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1ED30-55A1-4FCA-B660-B4C7BB61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766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6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6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En hel strömväg, tydliga begrepp och motiverade slutsatser.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7A82C-F33C-4780-B5E0-2FD775AE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Föreläsning 1A · 38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6e06cb6114d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Effekt i lampan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30B5C-012C-4236-B28E-4E4639CE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P = U × I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12 V × 0,20 A = 2,4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57D07-5BE4-4ED5-88CD-8347E68C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39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dd12be7614a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Energi under tre timmar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5B838-C895-4AFF-ABEB-720CB9E1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 = P × t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2,4 W × 3 h = 7,2 Wh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A3C84-48DE-470E-9875-53F72020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2c6ce18794f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Två motstånd i serie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72BDC-F627-4546-98B4-DECE37A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074194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11E40B-3FF9-4881-9AA3-9A581CD4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00769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21135-2AE2-45F3-9326-03E414C4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419666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C0570-B327-4A93-ABD8-67E1F68D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827145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BDA78-6EED-4965-B80F-BCD4F1BE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8F63B-957B-4025-9A75-20A476BC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94271"/>
            <a:ext cx="953" cy="664369"/>
          </a:xfrm>
          <a:custGeom xmlns:a="http://schemas.openxmlformats.org/drawingml/2006/main">
            <a:pathLst>
              <a:path w="953" h="664369">
                <a:moveTo>
                  <a:pt x="0" y="0"/>
                </a:moveTo>
                <a:lnTo>
                  <a:pt x="0" y="66436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3FF59-BBCA-4AFB-B3EB-506B0C0B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5864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9C238-CC42-4DB2-BF0D-315013A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409825"/>
            <a:ext cx="953" cy="1948815"/>
          </a:xfrm>
          <a:custGeom xmlns:a="http://schemas.openxmlformats.org/drawingml/2006/main">
            <a:pathLst>
              <a:path w="953" h="1948815">
                <a:moveTo>
                  <a:pt x="0" y="0"/>
                </a:moveTo>
                <a:lnTo>
                  <a:pt x="0" y="194881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B3FB5-8F0E-473A-8B0B-1EB1C450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E3345-BE3A-4B86-A7FE-CDF180BE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ABE23-8EEC-4D12-A5A0-CA481DDF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061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9DA5C-1987-458C-BFEC-33E5AA02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0989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FD193-A1E6-4C89-83B4-393B04B4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R1 = 1 kΩ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6E673-2957-4EB7-9474-6081CF04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673BC-BFA1-46ED-8330-F3BB592F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15378-4D8F-4067-BDDC-B632E1F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624" y="2285810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10CBE-4F7F-4EEB-859F-7642873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5552" y="2409825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C1BB6-0608-4563-A103-9E1131E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593" y="1922621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R2 = 2 kΩ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C11B4-25EB-4A84-A9AE-68B9E2A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09825"/>
            <a:ext cx="1328738" cy="953"/>
          </a:xfrm>
          <a:custGeom xmlns:a="http://schemas.openxmlformats.org/drawingml/2006/main">
            <a:pathLst>
              <a:path w="1328738" h="953">
                <a:moveTo>
                  <a:pt x="0" y="0"/>
                </a:moveTo>
                <a:lnTo>
                  <a:pt x="13287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20773-A048-4CFF-8591-8A3A9DA9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06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2B359-EC7F-4A68-815D-A2E938F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156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E6A9A-34E9-45F4-B37D-E798C55D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373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F6A266-2FC0-42E0-A10E-216E15F4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224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474863-9F39-4A01-A157-670A4D4C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810" y="2374392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BF44EE-A2A8-4ECB-8946-08F29860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2808446"/>
            <a:ext cx="442913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CFEC8-35DB-46A2-AE01-0D6C1882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17106"/>
            <a:ext cx="566928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I = 12 V / 3 kΩ = 4 mA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453A77-41AE-4E4B-B518-7B270EFD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4757261"/>
            <a:ext cx="602361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8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88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UAB = 4 V     UBC = 8 V     UAC = 12 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E11FF5-A8DF-4C96-87CD-F5584EB4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0B859F-8BAA-4BB4-A1A9-0EFB35A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41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780ac2f5f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En spole skapar magnetfält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9B2AB-798D-4E57-A9AC-50408CEF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960019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732FA-B34C-48EF-9BA2-FCC49A9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986594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1903D-01FF-4CBC-80FD-4BE0B7C3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4305491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CF8A3-5130-46DA-827D-9E2D689F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4712970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EA835-6F38-486E-B293-5EA809F1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58BC7-BCDB-421A-8765-F1F03872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80096"/>
            <a:ext cx="953" cy="487204"/>
          </a:xfrm>
          <a:custGeom xmlns:a="http://schemas.openxmlformats.org/drawingml/2006/main">
            <a:pathLst>
              <a:path w="953" h="487204">
                <a:moveTo>
                  <a:pt x="0" y="0"/>
                </a:moveTo>
                <a:lnTo>
                  <a:pt x="0" y="48720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F1787-C7FA-429A-9B0A-455615FE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EACC2-F7BB-4FAB-BA5E-7AD6171A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3472815"/>
            <a:ext cx="953" cy="1594485"/>
          </a:xfrm>
          <a:custGeom xmlns:a="http://schemas.openxmlformats.org/drawingml/2006/main">
            <a:pathLst>
              <a:path w="953" h="1594485">
                <a:moveTo>
                  <a:pt x="0" y="1594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1BA81-07BC-484D-AC9E-450F4AA3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72815"/>
            <a:ext cx="1505903" cy="953"/>
          </a:xfrm>
          <a:custGeom xmlns:a="http://schemas.openxmlformats.org/drawingml/2006/main">
            <a:pathLst>
              <a:path w="1505903" h="953">
                <a:moveTo>
                  <a:pt x="0" y="0"/>
                </a:moveTo>
                <a:lnTo>
                  <a:pt x="15059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02AA6-D167-4B2D-B713-81F3880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5078" y="3472815"/>
            <a:ext cx="708660" cy="953"/>
          </a:xfrm>
          <a:custGeom xmlns:a="http://schemas.openxmlformats.org/drawingml/2006/main">
            <a:pathLst>
              <a:path w="708660" h="953">
                <a:moveTo>
                  <a:pt x="0" y="0"/>
                </a:moveTo>
                <a:lnTo>
                  <a:pt x="7086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2B6FA1-006E-42DA-9B4B-F451AC31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77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ADEB3-6C49-4443-B172-56ABA4DA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614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A74C2-759C-4609-843A-FB27B64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2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0C2DE-08E3-4A12-B788-02023FF5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39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4B6D4A-9A71-4CC6-A7BB-9B154653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44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3B4488-BC7F-45B1-A69B-8E17E77F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55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943E2-3E05-45EB-9D4C-C77B147B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783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D17E62-8806-4D63-B02C-44ECE980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24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84CB4-1C5B-4E42-A433-FF80F49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61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B43BB5-4D30-4441-BE2D-75D8D006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2AB836-646F-4ACB-9E6E-9F7FDDE8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610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424373-8D79-480B-85E8-B2861B21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53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6CE8B9-22DC-418B-87CD-8B5A0145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60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43452-ACB6-4C67-BD1A-531FFD26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697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B77D7-76F0-4653-82F1-AE29AF4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437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FAB2EB-CB29-4D6C-B956-AA9A27E1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665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EAEFA-EC6D-434F-8C1F-A4484ECA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76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23EB85-4675-4C42-94A9-A23DE934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81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6EBF34-5C6B-46CE-B59F-74C3A2DD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09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0618D6-DA63-40AE-AED9-CB586245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607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19FAC9-04C2-4276-A4C3-0215D02D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4B1052-DB8E-4E82-B8E6-078C6B3E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80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CD9658-3670-4CCA-9D64-A4FBD0FA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778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AB4746-CDF5-4639-956F-0835D703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905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EA1E51-154D-40F4-BE7A-BF4430EA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10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EB17B1-0E01-4385-9CAF-750304CA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1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21FA2D-E037-4FAC-84A4-D0B4CEE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9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7044E2-67CD-492E-8F35-7748B42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0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5AF890-43B0-4BFC-B56B-E6221D00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27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8AAEBA-88EA-4CC4-985C-77F4214F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33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D679A6E-CE4B-49C4-AED8-8309EC38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76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BB0940-D694-4BD8-B43B-0333788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019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4C6380-0366-4A4C-8AA1-57EA0685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426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452D6-2052-46AE-8463-29DF92DB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563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5FFDA8-6562-46BB-8C07-6A330755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3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8D13AA-8405-429F-8952-8E220B6D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31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304D98-B906-4DF1-AEC9-362ED291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42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1CCCA7-66BD-472D-8AD5-4F2F941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7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F9DA87-95FD-4A53-86D4-7C158C8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75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D6796A-36D7-4AE4-8DB4-0C1D3597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73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1FAEB9-78B5-4579-B2F3-5BA02370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909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C320CA-91F7-44DA-AED2-8C19DF0B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46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99F7E5-396D-42C2-892C-56103A2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44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63360A-46CF-48F3-B757-71E9A379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71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A96B30-C1C6-443B-85E2-737E2FE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6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4178F2-804A-4BCB-B447-3030353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87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634582-067B-495F-AFC3-DDA627F7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15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53FB9D-DB0F-464A-94EE-89B66CC0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256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81E7925-5C7F-4574-B54A-2D31D1B1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93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CCE3A3C-893D-4FCE-8B9F-6ACD33FA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46CB73-4B52-45AF-ABFC-BA4D9F0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42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D6F769-50FE-431C-860B-B85EDB8B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85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0CA7B9D-AEEC-4754-9512-D6F67721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92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00CBB5-98F3-4A56-8A4D-D685740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29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58D5C9-7942-48E2-95EC-43CA8201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169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6F92E0-F04B-4BC5-96C6-CCA269B4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7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F99192-60C8-4CB5-B456-A4C2E159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08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C03AC10-2EF0-4395-8F42-DB525B45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913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99DDF13-4331-439B-ACC0-65549C6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41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96142B-1988-41E9-86FC-4A54CA14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339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DF19B4-A771-4368-919E-5F0B722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672DC9F-401C-4EF7-8110-07246F28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12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C85FA8C-D362-42EE-A462-8CAA7045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10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3AA4BC6-BBFD-403F-A4DA-8E08777F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37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790F9E1-D376-437E-BEB1-9045221F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542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070CFE-2570-45BD-887A-FA772FB2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53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828CA5A-195A-40F6-AFFA-CE516BC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81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8FED17-4DAD-413B-A78A-040BFD9C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22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8F060D-D5C8-4C23-87F9-0C753710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9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0CE1B48-BD09-43A7-8300-1A4B09D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65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F55E0DD-FA9F-4801-873F-81050FFB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A50DB1-C3D5-41B4-8C7F-3CE5DB19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51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08535E-6F2A-4EDA-9FA0-1C681675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58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E7F812-1731-473D-9524-062C2680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95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3EEDD72-5DC2-4EF0-8AE4-EEA17437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35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E109B0C-9AED-4A38-AC19-D193C8F2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263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6EAB543-A14B-4492-BB02-4C631264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874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BD9E861-394A-4E5A-97DC-E3FAD74D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779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978A9E8-D384-4983-84C5-119F272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07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9CF98B8-48BF-4A23-9E2A-EF58E572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205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D41382C-D7F3-48F8-8027-03BA763F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6418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62358"/>
                </a:moveTo>
                <a:lnTo>
                  <a:pt x="4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6C9C74-9497-403A-90B8-5E4B24B4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780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60823"/>
                </a:moveTo>
                <a:lnTo>
                  <a:pt x="129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FBD2BFB-FF5A-409D-98EE-2719F2D9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3760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57790"/>
                </a:moveTo>
                <a:lnTo>
                  <a:pt x="212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DA55AE-52F6-430E-A6C9-EA8E8752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5037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53333"/>
                </a:moveTo>
                <a:lnTo>
                  <a:pt x="2905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10070D-6297-45D6-B182-A7A22192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089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47564"/>
                </a:moveTo>
                <a:lnTo>
                  <a:pt x="36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4F650D2-A50F-4E6B-BD5A-7E20C791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198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40624"/>
                </a:moveTo>
                <a:lnTo>
                  <a:pt x="422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C424A2-CA62-4B89-BDA3-D156920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478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32683"/>
                </a:moveTo>
                <a:lnTo>
                  <a:pt x="47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013FE8F-945F-4E94-AFF9-4D73DC22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885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23937"/>
                </a:moveTo>
                <a:lnTo>
                  <a:pt x="513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207357F-1A73-4A9E-950A-35B9EF74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54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14602"/>
                </a:moveTo>
                <a:lnTo>
                  <a:pt x="540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5EDD291-276E-44AE-879D-0A142771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31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4908"/>
                </a:moveTo>
                <a:lnTo>
                  <a:pt x="554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F43A6EA-96F2-4388-82AE-89AE1C2C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3074194"/>
            <a:ext cx="55429" cy="4908"/>
          </a:xfrm>
          <a:custGeom xmlns:a="http://schemas.openxmlformats.org/drawingml/2006/main">
            <a:pathLst>
              <a:path w="55429" h="4908">
                <a:moveTo>
                  <a:pt x="0" y="0"/>
                </a:moveTo>
                <a:lnTo>
                  <a:pt x="55429" y="490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6EED509-189D-4A9A-A419-A7BB7478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6177" y="3079101"/>
            <a:ext cx="54065" cy="14602"/>
          </a:xfrm>
          <a:custGeom xmlns:a="http://schemas.openxmlformats.org/drawingml/2006/main">
            <a:pathLst>
              <a:path w="54065" h="14602">
                <a:moveTo>
                  <a:pt x="0" y="0"/>
                </a:moveTo>
                <a:lnTo>
                  <a:pt x="54065" y="14602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B01F0C4-FADA-4BF9-93AE-7282A89D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41" y="3093704"/>
            <a:ext cx="51368" cy="23937"/>
          </a:xfrm>
          <a:custGeom xmlns:a="http://schemas.openxmlformats.org/drawingml/2006/main">
            <a:pathLst>
              <a:path w="51368" h="23937">
                <a:moveTo>
                  <a:pt x="0" y="0"/>
                </a:moveTo>
                <a:lnTo>
                  <a:pt x="51368" y="23937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1556D2-02DC-4AE5-9046-43FE6946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1610" y="3117641"/>
            <a:ext cx="47407" cy="32683"/>
          </a:xfrm>
          <a:custGeom xmlns:a="http://schemas.openxmlformats.org/drawingml/2006/main">
            <a:pathLst>
              <a:path w="47407" h="32683">
                <a:moveTo>
                  <a:pt x="0" y="0"/>
                </a:moveTo>
                <a:lnTo>
                  <a:pt x="47407" y="3268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97FCEBB-8F97-4A6E-86D9-AAD231F9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017" y="3150324"/>
            <a:ext cx="42279" cy="40624"/>
          </a:xfrm>
          <a:custGeom xmlns:a="http://schemas.openxmlformats.org/drawingml/2006/main">
            <a:pathLst>
              <a:path w="42279" h="40624">
                <a:moveTo>
                  <a:pt x="0" y="0"/>
                </a:moveTo>
                <a:lnTo>
                  <a:pt x="42279" y="4062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7404806-9EE3-4331-AD9C-DDEF6018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1297" y="3190947"/>
            <a:ext cx="36110" cy="47564"/>
          </a:xfrm>
          <a:custGeom xmlns:a="http://schemas.openxmlformats.org/drawingml/2006/main">
            <a:pathLst>
              <a:path w="36110" h="47564">
                <a:moveTo>
                  <a:pt x="0" y="0"/>
                </a:moveTo>
                <a:lnTo>
                  <a:pt x="36110" y="47564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DC4273-0648-45DA-9ECB-87DB4440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06" y="3238511"/>
            <a:ext cx="29051" cy="53333"/>
          </a:xfrm>
          <a:custGeom xmlns:a="http://schemas.openxmlformats.org/drawingml/2006/main">
            <a:pathLst>
              <a:path w="29051" h="53333">
                <a:moveTo>
                  <a:pt x="0" y="0"/>
                </a:moveTo>
                <a:lnTo>
                  <a:pt x="29051" y="5333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9A707C4-646D-434F-A950-170D8434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458" y="3291845"/>
            <a:ext cx="21278" cy="57790"/>
          </a:xfrm>
          <a:custGeom xmlns:a="http://schemas.openxmlformats.org/drawingml/2006/main">
            <a:pathLst>
              <a:path w="21278" h="57790">
                <a:moveTo>
                  <a:pt x="0" y="0"/>
                </a:moveTo>
                <a:lnTo>
                  <a:pt x="21278" y="5779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EE29C6-6EAE-458F-B7D4-750CB4B3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735" y="3349634"/>
            <a:ext cx="12980" cy="60823"/>
          </a:xfrm>
          <a:custGeom xmlns:a="http://schemas.openxmlformats.org/drawingml/2006/main">
            <a:pathLst>
              <a:path w="12980" h="60823">
                <a:moveTo>
                  <a:pt x="0" y="0"/>
                </a:moveTo>
                <a:lnTo>
                  <a:pt x="12980" y="60823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8BA9EBA-4F7C-4B20-9239-03BCBEDC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715" y="3410457"/>
            <a:ext cx="4362" cy="62358"/>
          </a:xfrm>
          <a:custGeom xmlns:a="http://schemas.openxmlformats.org/drawingml/2006/main">
            <a:pathLst>
              <a:path w="4362" h="62358">
                <a:moveTo>
                  <a:pt x="0" y="0"/>
                </a:moveTo>
                <a:lnTo>
                  <a:pt x="4362" y="62358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5520AE0-B5D4-4A79-9F3E-A5E8D07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51" y="2365534"/>
            <a:ext cx="487203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9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9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Ledare lindad i varv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5E74679-C60D-4540-ABCB-222746D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960019"/>
            <a:ext cx="4517708" cy="841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 genom lindningen</a:t>
            </a:r>
          </a:p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skapar magnetfält.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33190D6-84E1-48B4-877B-6662762A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Principskiss. Spolens form och magnetiska funktion visas förenklat.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7DBCF68-5481-415B-9D90-FF3F194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42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d8d644c943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Reläets spole och kontakt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CCDE5-A1B7-4784-8418-4A2CE88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099786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1781B-F9D5-49B0-9511-8F35184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2188369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Styrspänning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DAE0F-4F35-44DA-81EE-A7B5CF73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2099786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01FA6-0504-493A-911E-11E85956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2188369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Spole 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4F43F-A0B3-42B4-AC7A-AAAA99AF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498408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415FA-E29B-4CAD-9FF3-EA15FB3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029903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EF5E7-51E3-4FA7-9F38-EBCA603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224784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95AD1-86DF-4AA8-909F-7AD1CF9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419666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E674B-C9FC-4383-BEAF-5E7EB7B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614547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3EF18-74A4-4056-AD7E-2B11CD88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136" y="3809429"/>
            <a:ext cx="953" cy="106299"/>
          </a:xfrm>
          <a:custGeom xmlns:a="http://schemas.openxmlformats.org/drawingml/2006/main">
            <a:pathLst>
              <a:path w="953" h="106299">
                <a:moveTo>
                  <a:pt x="0" y="0"/>
                </a:moveTo>
                <a:lnTo>
                  <a:pt x="0" y="106299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96D7F-8441-45AA-A916-D3EBC73A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884" y="3233642"/>
            <a:ext cx="3277553" cy="531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Mekanisk påverkan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E7DD08-C6FD-48D7-BE84-55E0A6D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181475"/>
            <a:ext cx="1948815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1B90A-D602-4D86-BB2B-D77644B4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3" y="4270058"/>
            <a:ext cx="177165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Lastens matning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68D46D-A5AF-45D1-95F8-3B5295DE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311" y="4181475"/>
            <a:ext cx="181594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19938-E590-42E2-8DDC-62C91F48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894" y="4270058"/>
            <a:ext cx="163877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Kontakt K1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9CE03-F70F-45AE-A429-75A435B9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660" y="4181475"/>
            <a:ext cx="1505903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D01E1-81AD-4397-B9C6-5FA12B3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4270058"/>
            <a:ext cx="1328738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046DE-A482-47AF-A5F0-37BF0093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580096"/>
            <a:ext cx="930116" cy="953"/>
          </a:xfrm>
          <a:custGeom xmlns:a="http://schemas.openxmlformats.org/drawingml/2006/main">
            <a:pathLst>
              <a:path w="930116" h="953">
                <a:moveTo>
                  <a:pt x="0" y="0"/>
                </a:moveTo>
                <a:lnTo>
                  <a:pt x="9301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F3CB6-729C-4967-B688-F329DEA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53" y="4580096"/>
            <a:ext cx="974407" cy="953"/>
          </a:xfrm>
          <a:custGeom xmlns:a="http://schemas.openxmlformats.org/drawingml/2006/main">
            <a:pathLst>
              <a:path w="974407" h="953">
                <a:moveTo>
                  <a:pt x="0" y="0"/>
                </a:moveTo>
                <a:lnTo>
                  <a:pt x="9744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A5C472-9A9F-4543-A216-B111154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Funktionsskiss. Linjen mellan spole och kontakt visar mekanisk påverkan.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FD459E-DF2A-4100-B1CE-A3435908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43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4adcd1061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Normalt öppen och normalt sluten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C5A52-25EB-4E33-BB38-575FD9B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0CCA2-67BA-42E0-9D27-5D4A245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7960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9B7E2-49C4-4108-A768-AE21430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455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FC6CB-43A7-4764-8D5D-F9EB2AB1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4535" y="2675573"/>
            <a:ext cx="531495" cy="265748"/>
          </a:xfrm>
          <a:custGeom xmlns:a="http://schemas.openxmlformats.org/drawingml/2006/main">
            <a:pathLst>
              <a:path w="531495" h="265748">
                <a:moveTo>
                  <a:pt x="0" y="265748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2489-B760-4B81-A3B5-86CA5699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6030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1E99D-E59B-43BC-83D5-C2C4186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3079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68BA4-B353-4AA0-A49D-0067E6E3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58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05646-0BC8-49D4-9CE3-D786DAE7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4173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EFCEC-47A3-46C8-ACFB-5DAB49BF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68" y="2914745"/>
            <a:ext cx="53150" cy="5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86577-E546-4135-99BF-EEA6977B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748" y="2941320"/>
            <a:ext cx="531495" cy="953"/>
          </a:xfrm>
          <a:custGeom xmlns:a="http://schemas.openxmlformats.org/drawingml/2006/main">
            <a:pathLst>
              <a:path w="531495" h="953">
                <a:moveTo>
                  <a:pt x="0" y="0"/>
                </a:moveTo>
                <a:lnTo>
                  <a:pt x="5314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82A1E-C7BC-4F0E-9D41-2C50C4B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243" y="2941320"/>
            <a:ext cx="177165" cy="953"/>
          </a:xfrm>
          <a:custGeom xmlns:a="http://schemas.openxmlformats.org/drawingml/2006/main">
            <a:pathLst>
              <a:path w="177165" h="953">
                <a:moveTo>
                  <a:pt x="0" y="0"/>
                </a:moveTo>
                <a:lnTo>
                  <a:pt x="177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50D83-8DB8-463E-B08F-A3F3CDB2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291" y="2356676"/>
            <a:ext cx="132873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DF82C-1659-4A57-A835-17D1E463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782854"/>
            <a:ext cx="3011805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Normalt öppen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FD388-68E5-46CC-8FBE-F55E0AB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049" y="3782854"/>
            <a:ext cx="3100388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202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Normalt sluten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AA695F-AF13-405B-A889-CD03303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4" y="4358640"/>
            <a:ext cx="372046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bruten.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65E5A6-5837-46DD-B07C-3FA33608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4358640"/>
            <a:ext cx="3366135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4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4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Kontaktvägen är sluten.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6EF91-347B-4EFF-BC8F-08E2AD8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Kontaktfunktioner i angivet opåverkat tillstånd.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63AA25-E62D-45DC-A7C3-E36482F0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44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4c046f64347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Flera möjliga matningar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A11F-E6C0-492E-87A9-B36AB50E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2188369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6DC01-2B89-4568-956D-0EE9F19E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2276951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A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Generator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AEBBA-108E-47BD-AAD6-74D28588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8" y="3915728"/>
            <a:ext cx="2037398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737DA-FF19-4AD9-8196-FC60BB2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" y="4004310"/>
            <a:ext cx="1860233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Källa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Reservmatning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06017-FABD-4F81-999E-AA2E688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603" y="2941320"/>
            <a:ext cx="1904524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D8D2-A9E8-4EA5-9F99-D20AA32E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6185" y="3029903"/>
            <a:ext cx="1727359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Val A / 0 / B</a:t>
            </a:r>
          </a:p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Förreglad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51C21-CFDF-4339-B241-086DADA6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951" y="2985611"/>
            <a:ext cx="1461611" cy="7972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F1F33-4C24-4626-99D8-4FBBFEF8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534" y="3074194"/>
            <a:ext cx="1284446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Last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3D183F-A937-406B-94E2-B06B80D6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2586990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2E520-FEF2-4C54-92A9-44CF37D9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2586990"/>
            <a:ext cx="953" cy="620078"/>
          </a:xfrm>
          <a:custGeom xmlns:a="http://schemas.openxmlformats.org/drawingml/2006/main">
            <a:pathLst>
              <a:path w="953" h="620078">
                <a:moveTo>
                  <a:pt x="0" y="0"/>
                </a:moveTo>
                <a:lnTo>
                  <a:pt x="0" y="620078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6A516-8B7A-4A0A-961C-7BA0CFB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20706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644F9-2DF7-4F1C-BA66-F5829743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4314349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B1D72-A394-495D-98A8-AFE9E7D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953" cy="752951"/>
          </a:xfrm>
          <a:custGeom xmlns:a="http://schemas.openxmlformats.org/drawingml/2006/main">
            <a:pathLst>
              <a:path w="953" h="752951">
                <a:moveTo>
                  <a:pt x="0" y="75295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02F66-481A-431D-89BD-5814A73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399" y="3561398"/>
            <a:ext cx="487204" cy="953"/>
          </a:xfrm>
          <a:custGeom xmlns:a="http://schemas.openxmlformats.org/drawingml/2006/main">
            <a:pathLst>
              <a:path w="487204" h="953">
                <a:moveTo>
                  <a:pt x="0" y="0"/>
                </a:moveTo>
                <a:lnTo>
                  <a:pt x="487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34584E-C568-4AA5-995B-9E620D21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26" y="3384233"/>
            <a:ext cx="885825" cy="953"/>
          </a:xfrm>
          <a:custGeom xmlns:a="http://schemas.openxmlformats.org/drawingml/2006/main">
            <a:pathLst>
              <a:path w="885825" h="953">
                <a:moveTo>
                  <a:pt x="0" y="0"/>
                </a:moveTo>
                <a:lnTo>
                  <a:pt x="885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04ACB6-541B-4268-BD87-067AE292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" y="5023009"/>
            <a:ext cx="7440930" cy="5757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Princip: källorna får inte parallellkopplas av denna omkopplare.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34E2FE-A356-4EC3-BFC5-1DBDFCA8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FEA20-4561-43DA-8541-039E2A62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45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a76af829248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Spänning mellan fler punkter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A097C-CF52-4623-8048-9DD4254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2232660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055C7-DF3D-42BD-B77E-A448153E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2037779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B59F-9846-4405-85DF-ECD2B337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2037779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+12 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F6206-CB35-4751-9D30-0547D22E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3561398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8E31B-5092-4866-822C-57EC6418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366516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DE77-12AE-4590-86F8-00B172B7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3366516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+5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BE109-87E7-4F4B-A078-12677994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7370" y="4890135"/>
            <a:ext cx="4960620" cy="953"/>
          </a:xfrm>
          <a:custGeom xmlns:a="http://schemas.openxmlformats.org/drawingml/2006/main">
            <a:pathLst>
              <a:path w="4960620" h="953">
                <a:moveTo>
                  <a:pt x="0" y="0"/>
                </a:moveTo>
                <a:lnTo>
                  <a:pt x="4960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543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EFAA9-308D-439D-8F2C-265A6BC4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4695254"/>
            <a:ext cx="70866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D0E731-E517-440B-9499-A6E153C8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446" y="4695254"/>
            <a:ext cx="1373029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3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3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0 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290F-9CD0-4B9E-A46F-92DC907D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249840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12 V över 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596EC7-2FF5-4F18-A9CB-44A0E7C5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3862578"/>
            <a:ext cx="4429125" cy="3720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1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1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 ligger 7 V över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7F099-B2F9-46C9-ADE3-D4F23EC1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865" y="5129308"/>
            <a:ext cx="4960620" cy="35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74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674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B är vald referenspunkt.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C61CF0-0885-4A6A-900B-D0E5F404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Givna potentialer i en undervisningsmodell. Ingen fysisk koppling visas.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85F8C8-4C08-4562-9703-4700B5B9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46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8f51e5044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06680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Motståndets märkning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D0CB1-2203-4C24-8603-6B6A74A0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1 kΩ ±5 %</a:t>
            </a:r>
          </a:p>
          <a:p xmlns:a="http://schemas.openxmlformats.org/drawingml/2006/main">
            <a:pPr>
              <a:defRPr sz="27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7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0,25 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20A3-C31C-49FB-A9F6-16E8C728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47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7f3f65c484e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Spolen när strömmen ändras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E09A3-BCB1-4090-9C8F-0A555213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spole lagrar energi i sitt magnetfält.</a:t>
            </a:r>
          </a:p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snabb strömändring kan ge en spänningstopp.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A2B88-DD6C-49D5-BDD0-EFDC8C53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48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9af9230804c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Mätinstrumenten ingår i kretsen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94226-180D-4BA6-BE10-2AE70F2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836" y="3162776"/>
            <a:ext cx="620078" cy="62007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F022B-DA4C-4930-AF56-7DAA1CE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189351"/>
            <a:ext cx="26574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7DC25-4D92-4ACE-9D2F-3560AA93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293" y="3508248"/>
            <a:ext cx="26574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E1639-B7F1-4D4E-8421-894035AD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924" y="3915728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12 V 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BDE46-BE2B-41DA-BB36-694EF217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5C428-254E-4BFA-B6DD-60AA3896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82854"/>
            <a:ext cx="953" cy="841534"/>
          </a:xfrm>
          <a:custGeom xmlns:a="http://schemas.openxmlformats.org/drawingml/2006/main">
            <a:pathLst>
              <a:path w="953" h="841534">
                <a:moveTo>
                  <a:pt x="0" y="0"/>
                </a:moveTo>
                <a:lnTo>
                  <a:pt x="0" y="841534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BEBCD-2A4B-4E51-93A8-D0E5518B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4388"/>
            <a:ext cx="5757863" cy="953"/>
          </a:xfrm>
          <a:custGeom xmlns:a="http://schemas.openxmlformats.org/drawingml/2006/main">
            <a:pathLst>
              <a:path w="5757863" h="953">
                <a:moveTo>
                  <a:pt x="0" y="0"/>
                </a:moveTo>
                <a:lnTo>
                  <a:pt x="57578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3A2B30-6F56-43B0-8867-C04E823A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3738" y="2321243"/>
            <a:ext cx="953" cy="2303145"/>
          </a:xfrm>
          <a:custGeom xmlns:a="http://schemas.openxmlformats.org/drawingml/2006/main">
            <a:pathLst>
              <a:path w="953" h="2303145">
                <a:moveTo>
                  <a:pt x="0" y="0"/>
                </a:moveTo>
                <a:lnTo>
                  <a:pt x="0" y="2303145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01C87-8F5C-4BF0-AF62-326660C1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21243"/>
            <a:ext cx="1550194" cy="953"/>
          </a:xfrm>
          <a:custGeom xmlns:a="http://schemas.openxmlformats.org/drawingml/2006/main">
            <a:pathLst>
              <a:path w="1550194" h="953">
                <a:moveTo>
                  <a:pt x="0" y="0"/>
                </a:moveTo>
                <a:lnTo>
                  <a:pt x="15501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3BEF8-39E5-41FE-9EA0-59E37F2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055495"/>
            <a:ext cx="531495" cy="53149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7539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32D246-E20E-451C-A21C-C64AFED6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242" y="217951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EBA91-EA01-4468-89FB-E178764A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855" y="2321243"/>
            <a:ext cx="1594485" cy="953"/>
          </a:xfrm>
          <a:custGeom xmlns:a="http://schemas.openxmlformats.org/drawingml/2006/main">
            <a:pathLst>
              <a:path w="1594485" h="953">
                <a:moveTo>
                  <a:pt x="0" y="0"/>
                </a:moveTo>
                <a:lnTo>
                  <a:pt x="15944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C53D36-72A6-4A79-9E10-B21069C3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5FD8B-0984-482B-B813-94E2DB33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5789" y="2197227"/>
            <a:ext cx="566928" cy="248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9D39C-208F-47B4-B483-B9751A1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2717" y="2321243"/>
            <a:ext cx="159449" cy="953"/>
          </a:xfrm>
          <a:custGeom xmlns:a="http://schemas.openxmlformats.org/drawingml/2006/main">
            <a:pathLst>
              <a:path w="159449" h="953">
                <a:moveTo>
                  <a:pt x="0" y="0"/>
                </a:moveTo>
                <a:lnTo>
                  <a:pt x="1594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814CD-7F10-49BF-91DF-E0C55F21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758" y="1834039"/>
            <a:ext cx="1505903" cy="3366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 = 1 kΩ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65CC4-1317-425B-A238-1C14E065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2165" y="2321243"/>
            <a:ext cx="1151572" cy="953"/>
          </a:xfrm>
          <a:custGeom xmlns:a="http://schemas.openxmlformats.org/drawingml/2006/main">
            <a:pathLst>
              <a:path w="1151572" h="953">
                <a:moveTo>
                  <a:pt x="0" y="0"/>
                </a:moveTo>
                <a:lnTo>
                  <a:pt x="11515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B5438-2A2D-4EBB-843A-EE8B3875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4441D-534B-4AAF-B484-3126DF8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2204" y="2321243"/>
            <a:ext cx="953" cy="1062990"/>
          </a:xfrm>
          <a:custGeom xmlns:a="http://schemas.openxmlformats.org/drawingml/2006/main">
            <a:pathLst>
              <a:path w="953" h="1062990">
                <a:moveTo>
                  <a:pt x="0" y="0"/>
                </a:moveTo>
                <a:lnTo>
                  <a:pt x="0" y="106299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82D0E2-40E2-4F46-9074-0E38B2B2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84233"/>
            <a:ext cx="425196" cy="953"/>
          </a:xfrm>
          <a:custGeom xmlns:a="http://schemas.openxmlformats.org/drawingml/2006/main">
            <a:pathLst>
              <a:path w="425196" h="953">
                <a:moveTo>
                  <a:pt x="0" y="0"/>
                </a:moveTo>
                <a:lnTo>
                  <a:pt x="4251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573FB8-B6BF-4158-BB2D-89B311D7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4371" y="3100769"/>
            <a:ext cx="566928" cy="56692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6846C"/>
            </a:solidFill>
          </a:ln>
        </p:spPr>
        <p:txBody xmlns:a="http://schemas.openxmlformats.org/drawingml/2006/main">
          <a:bodyPr/>
          <a:p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1609B6-88A8-4903-AF3F-D8418A4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6969" y="3242501"/>
            <a:ext cx="310039" cy="3188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04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604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6DD258-6227-4048-ADD9-3FFAD7B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299" y="3384233"/>
            <a:ext cx="380905" cy="953"/>
          </a:xfrm>
          <a:custGeom xmlns:a="http://schemas.openxmlformats.org/drawingml/2006/main">
            <a:pathLst>
              <a:path w="380905" h="953">
                <a:moveTo>
                  <a:pt x="0" y="0"/>
                </a:moveTo>
                <a:lnTo>
                  <a:pt x="380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575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C60D15-A7B2-4E54-AC85-676902FE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42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CE0918-5324-40C5-BB3A-5E83EDC6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771" y="2285810"/>
            <a:ext cx="70866" cy="7086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11111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C2965A-69DA-4B42-BFA6-CBFBB679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486" y="2808446"/>
            <a:ext cx="1594485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A i serie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8E15A2-B037-48D4-B386-71DD8A0C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15728"/>
            <a:ext cx="2746058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35" b="0">
                <a:solidFill>
                  <a:srgbClr val="16846C"/>
                </a:solidFill>
                <a:latin typeface="Calibri"/>
                <a:ea typeface="Calibri"/>
                <a:cs typeface="Calibri"/>
              </a:defRPr>
            </a:pPr>
            <a:r>
              <a:rPr sz="1535" b="0">
                <a:solidFill>
                  <a:srgbClr val="16846C"/>
                </a:solidFill>
                <a:latin typeface="Calibri"/>
                <a:ea typeface="Calibri"/>
                <a:cs typeface="Calibri"/>
              </a:rPr>
              <a:t>V parallellt över 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E809DF-DDB6-4171-9355-8534FF40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785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Principskiss för undervisning. Ingen installationsritning.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03DBD6-EC48-4E18-97E0-81F549D7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49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8296d786a4b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118872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Fördjupning: Olika laster behöver olika modeller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868EC-CDA7-4054-8FF1-FD56F81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7524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resistor, en LED och en motor har olika egenskaper.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018C4-AC1E-49AA-8D1D-70466470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438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 · 50 / 50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50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2026-09-10T17:26:46.3560000Z</dcterms:created>
  <dcterms:modified xsi:type="dcterms:W3CDTF">2026-09-10T17:26:46.3560000Z</dcterms:modified>
</coreProperties>
</file>